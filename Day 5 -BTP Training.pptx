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76" r:id="rId2"/>
    <p:sldId id="4122" r:id="rId3"/>
    <p:sldId id="4787" r:id="rId4"/>
    <p:sldId id="4796" r:id="rId5"/>
    <p:sldId id="4790" r:id="rId6"/>
    <p:sldId id="4763" r:id="rId7"/>
    <p:sldId id="4764" r:id="rId8"/>
    <p:sldId id="4765" r:id="rId9"/>
    <p:sldId id="4766" r:id="rId10"/>
    <p:sldId id="4793" r:id="rId11"/>
    <p:sldId id="4797" r:id="rId12"/>
    <p:sldId id="4794" r:id="rId13"/>
    <p:sldId id="4772" r:id="rId14"/>
    <p:sldId id="4791" r:id="rId15"/>
    <p:sldId id="4767" r:id="rId16"/>
    <p:sldId id="4768" r:id="rId17"/>
    <p:sldId id="4785" r:id="rId18"/>
    <p:sldId id="4798" r:id="rId19"/>
    <p:sldId id="282" r:id="rId20"/>
    <p:sldId id="280" r:id="rId21"/>
    <p:sldId id="4711" r:id="rId22"/>
    <p:sldId id="4786" r:id="rId23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  <a:srgbClr val="074D92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29" autoAdjust="0"/>
    <p:restoredTop sz="95250" autoAdjust="0"/>
  </p:normalViewPr>
  <p:slideViewPr>
    <p:cSldViewPr>
      <p:cViewPr varScale="1">
        <p:scale>
          <a:sx n="97" d="100"/>
          <a:sy n="97" d="100"/>
        </p:scale>
        <p:origin x="784" y="284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07.41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54.35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37 9 24575,'0'-1'0,"-1"1"0,1-1 0,0 1 0,-1-1 0,1 1 0,0-1 0,-1 1 0,1 0 0,-1-1 0,1 1 0,-1-1 0,1 1 0,-1 0 0,1-1 0,-1 1 0,1 0 0,-1 0 0,1-1 0,-1 1 0,0 0 0,1 0 0,-1 0 0,1 0 0,-1 0 0,0 0 0,1 0 0,-1 0 0,1 0 0,-1 0 0,0 0 0,1 0 0,-1 0 0,1 0 0,-1 1 0,0-1 0,1 0 0,-1 0 0,1 1 0,-1-1 0,1 0 0,-1 1 0,1-1 0,-1 1 0,1-1 0,0 1 0,-1-1 0,1 0 0,-1 1 0,1 0 0,0-1 0,0 1 0,-1 0 0,-1 3 0,1 1 0,-1-1 0,1 0 0,0 1 0,1-1 0,-1 6 0,-1 58 0,3 1 0,10 73 0,-3-57 0,2 41 0,23 332 0,-33 1 0,-6-350-1365,4-69-5461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54.93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0 207 24575,'0'-4'0,"1"0"0,-1 0 0,1 0 0,0 0 0,0 0 0,0 0 0,1 0 0,-1 0 0,1 1 0,0-1 0,0 1 0,0-1 0,1 1 0,-1 0 0,1 0 0,0 0 0,0 0 0,0 0 0,0 0 0,0 1 0,5-3 0,6-3 0,0 0 0,1 1 0,0 1 0,17-6 0,19-2 21,1 1-1,72-8 1,112 0-328,129 4-313,1 15 0,418 53 0,-541-15 620,-238-35 68,33 9-214,-36-10 199,-1 0-1,0 0 1,0 1 0,1-1-1,-1 1 1,0-1 0,0 1-1,0-1 1,0 1 0,0 0-1,0 0 1,0-1 0,0 1-1,0 0 1,0 0 0,0 0-1,-1 0 1,1 0 0,0 0-1,0 0 1,-1 0-1,1 0 1,0 2 0,-2-1-2,0 0-1,0 0 1,-1-1 0,1 1 0,0-1-1,-1 1 1,1-1 0,-1 1 0,1-1 0,-1 0-1,0 0 1,0 0 0,1 0 0,-1 0-1,0 0 1,-3 1 0,-3 1 5,1 2-56,0 0 0,0 0 0,1 1 0,-1 0 0,1 0 0,0 0 0,1 1 0,0 0 0,0 0 0,0 0 0,1 0 0,0 1 0,0 0 0,1 0 0,0 0 0,-2 10 0,-2 12 0,2 1 0,1-1 0,1 39 0,1-22 0,-80 726 0,71-715 0,-58 272 0,68-326 0,0-1 0,0 1 0,0-1 0,0 1 0,-1-1 0,0 0 0,1 0 0,-1 0 0,0 0 0,-1 0 0,1 0 0,0 0 0,-1-1 0,0 1 0,-4 3 0,2-4 0,1 0 0,0 0 0,-1-1 0,1 1 0,-1-1 0,1 0 0,-1 0 0,0-1 0,1 1 0,-1-1 0,0 0 0,-4-1 0,-217-28 0,109 11 0,-428-60-3118,348 50-1955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3:02.94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74 69 24575,'-3'0'0,"-8"-4"0,-4 0 0,-3-3 0,1-3 0,7-4 0,12-1 0,5 0-8191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3:03.11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 47 24575,'-4'0'0,"3"-3"0,5-1 0,7-3 0,8 0 0,7-3 0,6 2 0,-3 1-8191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14.27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532 166 24575,'3'-3'0,"-1"-1"0,0 1 0,0-1 0,-1 1 0,1-1 0,-1 1 0,1-1 0,-1 0 0,-1 0 0,1 0 0,0 1 0,-1-6 0,0-47 0,0 53 0,0 1 0,0 0 0,-1-1 0,1 1 0,-1 0 0,0 0 0,1 0 0,-1 0 0,0 0 0,0 0 0,-1 0 0,1 0 0,0 0 0,-1 0 0,1 0 0,-1 1 0,1-1 0,-1 1 0,-2-2 0,0 0 0,0 1 0,0 0 0,0 0 0,0 1 0,0-1 0,-1 1 0,1 0 0,0 0 0,-7 0 0,-4 0 0,0 1 0,0 1 0,0 0 0,-29 6 0,20-1 0,0 1 0,0 2 0,0 0 0,1 1 0,1 1 0,0 2 0,-34 24 0,41-26 0,2 0 0,-1 1 0,2 1 0,0-1 0,0 2 0,1 0 0,1 0 0,0 1 0,1 0 0,1 1 0,-12 28 0,18-36 0,0 0 0,0 0 0,0 0 0,1 0 0,0 1 0,0-1 0,1 0 0,0 0 0,1 0 0,0 1 0,0-1 0,1 0 0,4 12 0,-4-14 0,1 0 0,0 0 0,0-1 0,0 1 0,1-1 0,0 0 0,0 0 0,1 0 0,-1-1 0,1 1 0,0-1 0,0 0 0,0 0 0,1-1 0,-1 0 0,1 0 0,10 4 0,-7-4 0,1 0 0,-1 0 0,1-1 0,0 0 0,0-1 0,0 0 0,0-1 0,-1 0 0,1-1 0,13-1 0,-9-1 0,1-1 0,-1 0 0,0-1 0,0 0 0,0-1 0,16-10 0,-8 2 0,-1 0 0,-1-1 0,0-1 0,-2-1 0,1-1 0,-2-1 0,26-36 0,-25 26 0,-1-1 0,-1 0 0,-2-1 0,-1-1 0,17-66 0,-30 96 0,1 0 0,-1 0 0,1 0 0,-1 0 0,1 0 0,0 0 0,0 1 0,0-1 0,0 0 0,0 0 0,3-2 0,-4 4 0,0 0 0,0 0 0,1 0 0,-1 0 0,0 0 0,0-1 0,1 1 0,-1 0 0,0 0 0,0 0 0,1 0 0,-1 0 0,0 0 0,1 0 0,-1 0 0,0 0 0,0 0 0,1 0 0,-1 0 0,0 1 0,1-1 0,-1 0 0,0 0 0,0 0 0,1 0 0,-1 0 0,1 1 0,8 12 0,6 18 0,16 52 0,5 11 0,-32-85 0,8 17 0,19 31 0,-28-51 0,1-1 0,0 1 0,0-1 0,0 0 0,1 0 0,0 0 0,0-1 0,0 1 0,0-1 0,1-1 0,7 5 0,-10-7 0,0 0 0,-1-1 0,1 1 0,0-1 0,-1 0 0,1 1 0,0-1 0,-1 0 0,1-1 0,0 1 0,0 0 0,-1-1 0,1 0 0,-1 1 0,1-1 0,0 0 0,-1-1 0,0 1 0,1 0 0,-1-1 0,0 1 0,0-1 0,1 1 0,-1-1 0,0 0 0,-1 0 0,1 0 0,2-3 0,2-3 0,0 0 0,-1 0 0,1-1 0,-1 1 0,-1-1 0,5-13 0,-3 1 0,-5 16 0,1 0 0,-1 0 0,1 0 0,0 0 0,0 0 0,0 1 0,6-9 0,-8 13 0,0 0 0,1-1 0,-1 1 0,0 0 0,0 0 0,1-1 0,-1 1 0,0 0 0,0 0 0,1 0 0,-1-1 0,0 1 0,1 0 0,-1 0 0,0 0 0,1 0 0,-1 0 0,0 0 0,1-1 0,-1 1 0,0 0 0,1 0 0,-1 0 0,0 0 0,1 0 0,-1 0 0,1 1 0,-1-1 0,0 0 0,1 0 0,-1 0 0,0 0 0,1 0 0,-1 0 0,0 1 0,1-1 0,-1 0 0,0 0 0,0 0 0,1 1 0,-1-1 0,0 0 0,0 0 0,1 1 0,-1-1 0,0 0 0,0 1 0,0-1 0,0 0 0,1 1 0,-1-1 0,0 0 0,0 1 0,9 23 0,-9-21 0,20 81 0,15 166 0,-31-212 0,6 69 0,10 82 0,-20-263 0,-21-139 0,6 90 0,3-182 0,12 301 0,1-23 0,7-45 0,-7 66 0,0 0 0,1 0 0,0-1 0,0 1 0,0 1 0,1-1 0,0 0 0,0 0 0,0 1 0,1 0 0,-1 0 0,10-9 0,-10 11 0,0 1 0,1 0 0,-1 0 0,1 0 0,0 1 0,0-1 0,0 1 0,-1 0 0,1 0 0,0 0 0,1 0 0,-1 1 0,0 0 0,0 0 0,0 0 0,0 0 0,0 0 0,0 1 0,0 0 0,0 0 0,0 0 0,0 0 0,0 1 0,-1 0 0,5 2 0,5 2 0,0 2 0,0 0 0,-1 1 0,0 0 0,16 15 0,-18-15 0,-1 1 0,0 0 0,-1 0 0,0 1 0,0 0 0,-1 0 0,-1 0 0,9 22 0,-13-29 0,-1 0 0,0 1 0,0-1 0,0 1 0,-1-1 0,1 1 0,-1-1 0,0 1 0,0-1 0,-1 1 0,1-1 0,-1 1 0,0-1 0,0 0 0,-1 1 0,1-1 0,-1 0 0,0 0 0,0 0 0,0 0 0,-1 0 0,1 0 0,-1-1 0,0 1 0,0-1 0,0 0 0,-1 0 0,-5 5 0,4-4-80,-1-1 0,1 1-1,-1-1 1,0 0 0,0 0-1,0 0 1,0-1 0,-1 0-1,1-1 1,-1 1 0,1-1 0,-1 0-1,1-1 1,-1 1 0,1-1-1,-14-2 1,-7-4-6746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14.69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0 150 24575,'8'11'0,"0"1"0,-1 0 0,-1 0 0,0 1 0,0 0 0,-1 0 0,5 23 0,-5-19 0,12 40 0,-2 2 0,-3-1 0,-2 2 0,2 86 0,-14-118 0,-2-19 0,4-9 0,0 0 0,-1 0 0,1-1 0,0 1 0,0 0 0,-1 0 0,1 0 0,0 0 0,-1-1 0,1 1 0,0 0 0,0 0 0,-1 0 0,1-1 0,0 1 0,0 0 0,-1 0 0,1-1 0,0 1 0,0 0 0,0-1 0,0 1 0,-1 0 0,1-1 0,0 1 0,0 0 0,0-1 0,0 1 0,0-1 0,-7-21 0,1-1 0,2 0 0,0 0 0,-1-44 0,2 27 0,-8-149 0,11 154 0,2 0 0,1 1 0,11-48 0,-12 74 0,0-1 0,1 1 0,0 0 0,0 0 0,1 0 0,0 0 0,0 0 0,1 1 0,0 0 0,7-8 0,-9 12 0,0 0 0,0 1 0,1-1 0,-1 0 0,1 1 0,0 0 0,0 0 0,-1 0 0,1 0 0,1 1 0,-1 0 0,0 0 0,0 0 0,0 0 0,1 0 0,-1 1 0,0 0 0,1 0 0,-1 0 0,0 0 0,1 1 0,4 1 0,4 1 0,0 1 0,0 1 0,0 0 0,-1 1 0,0 0 0,0 1 0,20 15 0,-22-14 0,-1-1 0,0 1 0,-1 0 0,0 1 0,0 0 0,0 1 0,-2-1 0,1 1 0,6 14 0,-11-20 13,-1-1 0,0 0-1,0 1 1,0-1-1,0 1 1,-1-1 0,1 1-1,-1-1 1,0 1 0,0-1-1,0 1 1,-1-1 0,1 1-1,-1-1 1,0 1 0,1-1-1,-2 0 1,1 1-1,0-1 1,-1 0 0,0 0-1,1 0 1,-1 0 0,0 0-1,-1 0 1,-3 4 0,0-1-184,-1-1 0,0 1 1,0-1-1,0-1 0,0 1 1,-1-1-1,0 0 0,0-1 1,-15 4-1,-10 1-6655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15.05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37 24575,'3'0'0,"7"0"0,9 0 0,6 0 0,9-3 0,8-1 0,6 0 0,4-2 0,0 0 0,0 0 0,-6 2 0,-7 2 0,-11 0-8191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16.05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7 236 24575,'-3'-18'0,"2"17"0,1 0 0,-1 0 0,1 0 0,0 0 0,-1 0 0,1 0 0,0 0 0,0-1 0,0 1 0,0 0 0,0 0 0,0 0 0,0 0 0,0 0 0,1 0 0,-1 0 0,0 0 0,0 0 0,1 0 0,-1 0 0,1 0 0,-1 0 0,1 0 0,-1 1 0,1-1 0,0 0 0,-1 0 0,1 0 0,0 1 0,0-1 0,0 0 0,-1 1 0,1-1 0,0 1 0,2-2 0,0 0 0,0 0 0,1 0 0,0 1 0,-1-1 0,1 1 0,0 0 0,0 0 0,0 0 0,-1 0 0,1 1 0,0-1 0,0 1 0,0 0 0,0 0 0,0 1 0,7 0 0,-5 1 0,0 0 0,-1 0 0,1 1 0,-1 0 0,1-1 0,-1 2 0,0-1 0,0 1 0,0 0 0,4 4 0,0 1 0,-2-1 0,1 1 0,-1 1 0,0-1 0,-1 1 0,0 1 0,-1-1 0,0 1 0,-1 0 0,0 0 0,3 12 0,-5-14 0,-1-1 0,1 1 0,-2 0 0,1 0 0,-1 0 0,0 0 0,-1 0 0,-3 14 0,4-22 0,0-1 0,0 0 0,0 1 0,0-1 0,0 0 0,0 1 0,0-1 0,0 1 0,0-1 0,0 0 0,0 1 0,0-1 0,-1 0 0,1 1 0,0-1 0,0 0 0,0 1 0,-1-1 0,1 0 0,0 0 0,0 1 0,-1-1 0,1 0 0,0 0 0,-1 1 0,1-1 0,0 0 0,-1 0 0,1 0 0,0 0 0,-1 1 0,1-1 0,0 0 0,-1 0 0,-5-12 0,2-24 0,4 17 0,2 0 0,1 0 0,0 0 0,2 0 0,8-22 0,-2 10 0,2 0 0,21-35 0,-27 54 0,1 0 0,1 1 0,0-1 0,1 2 0,0-1 0,0 1 0,1 1 0,17-12 0,-23 18 0,0 0 0,0 0 0,1 0 0,-1 1 0,1 0 0,0 0 0,0 0 0,-1 1 0,1 0 0,7 0 0,-9 1 0,0 0 0,0 0 0,0 1 0,0-1 0,0 1 0,-1 0 0,1 1 0,0-1 0,0 0 0,-1 1 0,1 0 0,-1 0 0,1 0 0,-1 0 0,0 1 0,5 4 0,-3-1 0,0 0 0,0 0 0,-1 1 0,0 0 0,0 0 0,0 0 0,-1 1 0,0-1 0,-1 1 0,1 0 0,-2-1 0,1 1 0,0 12 0,0 1 0,-1 0 0,-1 1 0,-5 40 0,3-46 0,0 0 0,-2 0 0,0-1 0,0 0 0,-1 0 0,-1 0 0,-1 0 0,-9 15 0,16-30 0,0 1 0,-1-1 0,1 1 0,0-1 0,-1 1 0,1-1 0,0 1 0,-1-1 0,1 1 0,0-1 0,-1 0 0,1 1 0,-1-1 0,1 1 0,-1-1 0,1 0 0,-1 0 0,1 1 0,-1-1 0,1 0 0,-1 0 0,0 0 0,0-10 0,9-23 0,8-9 0,1 0 0,34-57 0,-38 78 0,1 0 0,0 1 0,1 1 0,2 0 0,0 2 0,23-20 0,-34 32 0,0 0 0,1 1 0,-1 0 0,1 0 0,0 1 0,0 0 0,0 0 0,0 0 0,12-1 0,-15 3 0,-1 1 0,1-1 0,-1 1 0,1 0 0,-1 1 0,1-1 0,-1 0 0,1 1 0,-1 0 0,0 0 0,1 0 0,-1 0 0,0 0 0,0 1 0,0-1 0,0 1 0,0 0 0,0 0 0,0 0 0,-1 1 0,1-1 0,-1 0 0,4 5 0,1 3 41,0 0 0,-1 1 0,-1-1 0,1 1 0,-2 1 0,1-1 0,4 22 0,11 88-931,-16-91 87,1 8-6023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16.95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2 201 24575,'0'-7'0,"-1"6"0,1-1 0,0 0 0,0 1 0,0-1 0,0 0 0,0 0 0,0 1 0,1-1 0,-1 0 0,0 1 0,1-1 0,0 0 0,-1 1 0,1-1 0,0 1 0,0-1 0,1-2 0,-1 4 0,-1 1 0,1-1 0,-1 0 0,1 1 0,-1-1 0,1 0 0,-1 1 0,0-1 0,1 0 0,-1 1 0,0-1 0,1 1 0,-1-1 0,0 0 0,1 1 0,-1-1 0,0 1 0,0-1 0,1 1 0,-1-1 0,0 1 0,0 0 0,0-1 0,0 1 0,0-1 0,0 1 0,0 0 0,5 19 0,29 311 0,-27-227 0,6 174 0,-14-257 0,1-21 0,0 0 0,0 0 0,0 0 0,0 0 0,0 0 0,0 0 0,0 0 0,0 0 0,0 0 0,0 0 0,-1 0 0,1 0 0,0 0 0,0 0 0,0 0 0,0 0 0,0 0 0,0 0 0,0 0 0,0 0 0,0 0 0,0 0 0,0 0 0,0 0 0,0 0 0,0 0 0,0 0 0,-1 0 0,1 0 0,0 0 0,0 0 0,0 0 0,0 0 0,0 0 0,0 0 0,0 0 0,0 0 0,0 0 0,0 0 0,0 1 0,0-1 0,0 0 0,0 0 0,0 0 0,0 0 0,0 0 0,0 0 0,0 0 0,0 0 0,0 0 0,0 0 0,0 0 0,0 0 0,0 0 0,0 0 0,0 0 0,0 1 0,0-1 0,0 0 0,-4-9 0,-1-13 0,-21-136 0,-6-236 0,31 347 0,6-65 0,-3 98 0,0 0 0,1 1 0,0-1 0,1 1 0,0-1 0,1 1 0,1 0 0,0 1 0,10-15 0,-14 24 0,1 0 0,-1-1 0,1 1 0,0 1 0,0-1 0,0 0 0,0 1 0,0 0 0,0-1 0,1 1 0,-1 1 0,1-1 0,0 0 0,-1 1 0,1 0 0,0 0 0,0 0 0,0 0 0,0 1 0,0-1 0,0 1 0,0 0 0,0 0 0,0 0 0,0 1 0,0 0 0,0-1 0,0 1 0,-1 1 0,1-1 0,0 1 0,-1-1 0,1 1 0,3 2 0,0 0 0,-1 0 0,0 0 0,0 1 0,0 0 0,0 0 0,-1 0 0,0 1 0,0-1 0,-1 1 0,1 0 0,-1 1 0,0-1 0,-1 1 0,0 0 0,0 0 0,0 0 0,2 11 0,-4-11 23,0-1 0,-1 0 0,0 0-1,0 1 1,-1-1 0,0 0 0,0 0-1,0 0 1,-1 0 0,0 0 0,0 0-1,0 0 1,-1 0 0,-3 5 0,1-3-213,0-1 0,-1 0 1,0 0-1,0 0 0,0 0 1,-1-1-1,0 0 1,-14 9-1,-7 1-6636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17.28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37 60 24575,'3'-2'0,"-2"3"0,-5 10 0,-7 14 0,7-18 0,0 1 0,1-1 0,0 1 0,0 0 0,1 0 0,0 0 0,0 0 0,1 1 0,0-1 0,0 0 0,1 1 0,0-1 0,2 13 0,0-16 0,-1 1 0,1-1 0,-1 1 0,1-1 0,1 1 0,-1-1 0,1 0 0,0 0 0,0 0 0,1 0 0,-1-1 0,1 1 0,0-1 0,0 0 0,1 0 0,-1-1 0,1 1 0,0-1 0,0 0 0,5 2 0,-5-2 0,0-1 0,0 0 0,0 0 0,0 0 0,1-1 0,-1 0 0,0 0 0,1 0 0,-1 0 0,1-1 0,-1 0 0,1 0 0,-1-1 0,1 0 0,-1 0 0,9-2 0,-9 1 0,-1 0 0,0-1 0,1 1 0,-1-1 0,0 1 0,0-1 0,-1-1 0,1 1 0,-1 0 0,0-1 0,0 0 0,0 0 0,0 0 0,0 0 0,-1 0 0,0 0 0,0-1 0,0 1 0,1-6 0,0-1 29,0 1-1,-1-1 1,0 0-1,-1 0 0,0 0 1,-1-1-1,0 1 1,-1 0-1,0 0 1,-1 0-1,-3-12 1,3 17-107,1 0 0,-1 0 1,-1 1-1,1-1 1,-1 1-1,0-1 1,0 1-1,0 0 0,-1 0 1,0 0-1,0 1 1,0-1-1,0 1 1,-1 0-1,0 0 0,0 0 1,0 1-1,0 0 1,-1 0-1,1 0 1,-9-2-1,-10-1-6748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17.57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92 24575,'28'-2'0,"0"-1"0,48-12 0,-14 3 0,412-31 213,-231 28-1791,-230 13-5248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28.83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446 534 24575,'3'-32'0,"-2"24"0,0 1 0,-1-1 0,1 1 0,-1-1 0,-1 1 0,-1-10 0,2 15 0,-1 1 0,1-1 0,-1 0 0,0 1 0,0-1 0,0 0 0,0 1 0,0-1 0,0 1 0,0 0 0,0-1 0,-1 1 0,1 0 0,0 0 0,-1 0 0,1 0 0,-1 0 0,1 0 0,-1 0 0,0 0 0,1 0 0,-1 1 0,0-1 0,0 1 0,1-1 0,-1 1 0,0 0 0,0 0 0,0 0 0,1 0 0,-3 0 0,-10 1 0,0 0 0,1 0 0,-1 2 0,1 0 0,-1 0 0,1 1 0,-24 11 0,13-3 0,0 1 0,1 0 0,-24 19 0,32-20 0,0 1 0,1 0 0,0 1 0,1 0 0,0 1 0,1 1 0,-15 26 0,23-34 0,-1 0 0,2 0 0,-1 1 0,1-1 0,0 1 0,1 0 0,0 0 0,0 0 0,1 0 0,0 0 0,1 1 0,0-1 0,0 0 0,1 0 0,0 0 0,1 0 0,0 0 0,3 10 0,-3-14 0,1 0 0,-1 0 0,1 0 0,0-1 0,0 1 0,1-1 0,-1 0 0,1 0 0,0 0 0,0-1 0,0 1 0,1-1 0,-1 0 0,1 0 0,0 0 0,-1-1 0,1 0 0,0 0 0,1 0 0,-1 0 0,0-1 0,1 0 0,-1 0 0,0 0 0,1-1 0,6 0 0,-2 0 0,1 0 0,-1-1 0,0 0 0,0-1 0,0 0 0,0-1 0,0 0 0,-1 0 0,1-1 0,-1-1 0,0 1 0,0-1 0,11-9 0,-7 3 0,-1-2 0,0 0 0,-1 0 0,0-1 0,-1-1 0,0 0 0,-2 0 0,1 0 0,-2-1 0,0-1 0,7-27 0,2-18 0,15-114 0,-30 166 0,13-107 0,25-136 0,-39 250 0,1 0 0,0 0 0,0 0 0,0 0 0,0 0 0,0 1 0,1-1 0,-1 0 0,1 1 0,0-1 0,3-3 0,-5 6 0,0 0 0,1 0 0,-1-1 0,0 1 0,0 0 0,1 0 0,-1 0 0,0 0 0,1 0 0,-1-1 0,1 1 0,-1 0 0,0 0 0,1 0 0,-1 0 0,0 0 0,1 0 0,-1 0 0,0 0 0,1 0 0,-1 0 0,1 1 0,-1-1 0,0 0 0,1 0 0,-1 0 0,0 0 0,0 0 0,1 1 0,-1-1 0,0 0 0,1 1 0,0 0 0,0 1 0,1-1 0,-1 1 0,0 0 0,0-1 0,0 1 0,-1 0 0,1 0 0,0 0 0,0 2 0,7 27 0,-2 0 0,-1 0 0,2 41 0,-5 97 0,-23 82 100,10-152-1565,7-64-5361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29.22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0 121 24575,'8'-9'0,"0"0"0,-1 0 0,8-16 0,-11 18 0,1-1 0,0 1 0,0 0 0,0 0 0,1 1 0,0-1 0,9-6 0,-15 12 0,1 1 0,0-1 0,0 1 0,0-1 0,-1 1 0,1-1 0,0 1 0,0-1 0,0 1 0,0 0 0,0-1 0,0 1 0,0 0 0,0 0 0,0 0 0,0 0 0,0 0 0,0 0 0,0 0 0,0 0 0,0 0 0,0 0 0,0 1 0,0-1 0,0 0 0,-1 1 0,1-1 0,0 1 0,0-1 0,0 1 0,0-1 0,-1 1 0,1-1 0,0 1 0,0 0 0,-1-1 0,1 1 0,0 0 0,-1 0 0,1 0 0,-1-1 0,1 1 0,-1 0 0,0 0 0,1 0 0,-1 0 0,0 0 0,0 0 0,1 1 0,2 8 0,-1 0 0,1 0 0,0 18 0,-2-20 0,3 31 0,-2 0 0,-2 0 0,-9 74 0,-3-40 0,-23 78 0,32-136 0,8-17 0,13-22 0,-15 20 0,88-117 0,-76 104 0,1 1 0,1 1 0,0 0 0,32-20 0,-45 32 0,0 1 0,0 0 0,1 0 0,-1 0 0,0 0 0,1 1 0,-1 0 0,1 0 0,6-1 0,-9 2 0,-1 0 0,0 0 0,1 0 0,-1 0 0,1 1 0,-1-1 0,1 0 0,-1 1 0,1-1 0,-1 1 0,0 0 0,1-1 0,-1 1 0,0 0 0,0 0 0,1 0 0,-1 0 0,0 0 0,0 0 0,0 0 0,0 0 0,0 0 0,-1 1 0,1-1 0,0 0 0,0 0 0,-1 1 0,1-1 0,-1 1 0,1-1 0,-1 0 0,1 4 0,1 3 0,-1 0 0,0 1 0,0-1 0,0 1 0,-1-1 0,-1 1 0,1-1 0,-1 0 0,-1 1 0,1-1 0,-1 0 0,-1 0 0,-5 12 0,6-14 0,-1-1 0,-1 0 0,1 0 0,-1-1 0,1 1 0,-1-1 0,-1 0 0,1 0 0,0 0 0,-1 0 0,0-1 0,0 0 0,0 0 0,0 0 0,-1 0 0,1-1 0,-1 0 0,1 0 0,-1-1 0,-7 2 0,-41 1-1365,31-4-5461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30.08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28 10 24575,'-21'-9'0,"15"9"0,15 5 0,29 10 0,0-2 0,1-1 0,42 6 0,-25-6 0,-20-4 0,-6-2 0,-2 1 0,54 21 0,-81-28 0,1 1 0,-1-1 0,0 1 0,0-1 0,0 1 0,1 0 0,-1-1 0,0 1 0,0 0 0,0 0 0,0 0 0,-1 0 0,1 0 0,0 0 0,0 0 0,0 0 0,-1 0 0,1 0 0,-1 0 0,1 0 0,-1 0 0,1 1 0,-1-1 0,1 0 0,-1 0 0,0 1 0,0 1 0,0-1 0,-1 1 0,0-1 0,1 0 0,-1 1 0,0-1 0,-1 0 0,1 1 0,0-1 0,0 0 0,-1 0 0,0 0 0,1 0 0,-3 1 0,-7 8 0,-1-1 0,0-1 0,-21 12 0,-235 129-1365,232-129-5461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30.41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37 18 24575,'-6'-15'0,"6"15"0,0 0 0,-1 0 0,1 0 0,0-1 0,0 1 0,0 0 0,0 0 0,-1 0 0,1 0 0,0 0 0,0-1 0,0 1 0,0 0 0,-1 0 0,1 0 0,0 0 0,0 0 0,-1 0 0,1 0 0,0 0 0,0 0 0,0 0 0,-1 0 0,1 0 0,0 0 0,0 0 0,-1 0 0,1 0 0,0 0 0,0 0 0,0 0 0,-1 0 0,1 0 0,0 0 0,0 0 0,0 1 0,-1-1 0,1 0 0,0 0 0,0 0 0,0 0 0,0 0 0,-1 1 0,1-1 0,0 0 0,0 0 0,0 0 0,0 1 0,0-1 0,0 0 0,0 0 0,0 0 0,-1 1 0,1-1 0,0 0 0,0 0 0,0 0 0,0 1 0,0-1 0,0 0 0,0 0 0,0 1 0,0-1 0,0 0 0,0 0 0,1 1 0,-3 13 0,0 1 0,1 23 0,0 12 0,-15 173-1365,16-204-5461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30.58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50 42 24575,'0'-7'0,"-3"-1"0,-5-3 0,-3 1 0,0 4 0,2 8 0,2 5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30.81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4 24575,'0'-3'0,"0"2"0,0 4 0,0 8 0,0 5 0,3 6 0,1 6 0,0 7 0,0 4 0,-2 2 0,-1-1 0,0 0 0,-4-1 0,-1-7-8191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31.31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42 309 24575,'2'-5'0,"1"1"0,0-1 0,0 1 0,0-1 0,7-5 0,-10 10 0,0 0 0,0 0 0,0 0 0,0 0 0,0 0 0,0 1 0,0-1 0,0 0 0,0 0 0,0 0 0,0 0 0,0 0 0,0 0 0,0 0 0,0 0 0,1 0 0,-1 0 0,0 0 0,0 0 0,0 0 0,0 1 0,0-1 0,0 0 0,0 0 0,0 0 0,1 0 0,-1 0 0,0 0 0,0 0 0,0 0 0,0 0 0,0 0 0,0 0 0,0 0 0,0 0 0,1 0 0,-1 0 0,0 0 0,0 0 0,0-1 0,0 1 0,0 0 0,0 0 0,0 0 0,0 0 0,0 0 0,0 0 0,1 0 0,-1 0 0,0 0 0,0 0 0,0 0 0,0 0 0,0 0 0,0-1 0,0 1 0,0 0 0,0 0 0,0 0 0,0 0 0,0 0 0,0 0 0,0 0 0,-10 21 0,-1-2 0,2 0 0,0 0 0,-12 38 0,19-49 0,0-1 0,0 1 0,1-1 0,0 1 0,0-1 0,1 1 0,0 0 0,0 0 0,1-1 0,0 1 0,0 0 0,1-1 0,0 1 0,3 7 0,-2-10 0,-1-1 0,1 1 0,0-1 0,1 0 0,-1 0 0,0 0 0,1-1 0,0 1 0,0-1 0,0 0 0,0 0 0,1 0 0,-1 0 0,1-1 0,0 0 0,0 0 0,0 0 0,-1-1 0,2 1 0,-1-1 0,0 0 0,0-1 0,0 1 0,0-1 0,1 0 0,-1 0 0,0-1 0,0 0 0,0 1 0,0-2 0,5-1 0,-4 2 0,0-1 0,-1 0 0,0 0 0,1 0 0,-1-1 0,0 0 0,0 0 0,0 0 0,-1 0 0,1-1 0,-1 0 0,0 0 0,0 0 0,0 0 0,0-1 0,-1 0 0,0 1 0,0-1 0,0 0 0,0-1 0,-1 1 0,0 0 0,0-1 0,-1 1 0,1-1 0,-1 0 0,1-11 0,-3 8 0,0 0 0,0 0 0,-1 0 0,0 0 0,0 0 0,-1 0 0,0 0 0,-1 1 0,0-1 0,0 1 0,-1 0 0,0 1 0,-12-14 0,-6-5 0,-1 2 0,-40-31 0,11 9 0,52 45 0,-1 0 0,1 0 0,0 0 0,0-1 0,0 1 0,0 0 0,0-1 0,0 1 0,0-1 0,0 1 0,0-1 0,1 1 0,-1-1 0,1 0 0,-1 1 0,1-1 0,0 0 0,-1 1 0,1-1 0,0 0 0,0 1 0,0-1 0,0 0 0,1 1 0,-1-1 0,0 0 0,1 1 0,-1-1 0,1 0 0,0 1 0,-1-1 0,1 1 0,0-1 0,0 1 0,0 0 0,0-1 0,0 1 0,0 0 0,2-2 0,6-5 0,0 0 0,0 1 0,0 0 0,18-9 0,-17 10 0,13-9 0,-1 1 0,25-12 0,-42 24 0,1-1 0,-1 1 0,1 0 0,0 0 0,0 1 0,0 0 0,-1 0 0,1 0 0,0 1 0,9 0 0,-13 0 0,0 1 0,0-1 0,0 1 0,0 0 0,0 0 0,0 0 0,0 0 0,-1 0 0,1 0 0,0 0 0,-1 1 0,1-1 0,-1 1 0,1-1 0,-1 1 0,1 0 0,-1-1 0,0 1 0,0 0 0,0 0 0,0 0 0,0 0 0,-1 0 0,1 0 0,0 0 0,-1 0 0,1 0 0,-1 0 0,0 3 0,2 10 0,-1-1 0,-1 1 0,-2 18 0,1-13 0,0 14-1365,0-3-5461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31.70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33 128 24575,'3'-11'0,"0"0"0,0 0 0,-1-1 0,1-13 0,-1-4 0,-2 23 0,-1 8 0,-45 227 0,46-226 0,-1 1 0,1-1 0,-1 1 0,1-1 0,0 1 0,0-1 0,1 1 0,1 6 0,-2-10 0,0 0 0,0 1 0,0-1 0,0 1 0,1-1 0,-1 0 0,0 1 0,0-1 0,0 0 0,1 1 0,-1-1 0,0 0 0,1 1 0,-1-1 0,0 0 0,1 1 0,-1-1 0,0 0 0,1 0 0,-1 1 0,1-1 0,-1 0 0,0 0 0,1 0 0,-1 0 0,1 0 0,-1 0 0,1 0 0,0 0 0,1 0 0,-1-1 0,0 1 0,0-1 0,1 1 0,-1-1 0,0 1 0,0-1 0,0 0 0,0 0 0,0 0 0,0 0 0,0 1 0,2-3 0,69-83 0,-16 17 0,-54 67 0,22-24 0,29-26 0,-45 46 0,-1 0 0,1 0 0,0 1 0,0 0 0,1 0 0,-1 1 0,1 0 0,0 1 0,12-4 0,-19 7 0,0-1 0,0 1 0,0 0 0,0 0 0,0 0 0,0 0 0,0 0 0,0 0 0,0 0 0,0 1 0,0-1 0,1 1 0,-2-1 0,1 1 0,0 0 0,0 0 0,0 0 0,0 0 0,2 2 0,-1-1 0,-1 0 0,0 1 0,0-1 0,-1 1 0,1-1 0,0 1 0,-1 0 0,1 0 0,-1 0 0,0-1 0,1 7 0,1 6 0,-1-1 0,-1 1 0,0 0 0,-1 20 0,0-33 0,-2 25-682,-8 41-1,1-24-6143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32.60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49 455 24575,'-8'-16'0,"0"0"0,1 0 0,1 0 0,1-1 0,1 0 0,0 0 0,-2-19 0,6 27 0,-1-1 0,2 1 0,-1-1 0,1 1 0,1-1 0,0 1 0,0 0 0,0-1 0,2 1 0,-1 1 0,1-1 0,0 0 0,1 1 0,8-13 0,-2 8 0,0 1 0,0 0 0,1 0 0,1 1 0,0 1 0,1 0 0,0 1 0,0 0 0,1 1 0,0 1 0,25-9 0,-22 10 0,-1 1 0,1 0 0,0 2 0,0 0 0,0 1 0,1 1 0,-1 0 0,0 1 0,1 1 0,25 5 0,-36-4 0,0 0 0,0 0 0,0 1 0,-1 0 0,1 0 0,-1 1 0,1 0 0,-1 0 0,0 1 0,-1 0 0,1 0 0,-1 1 0,0-1 0,-1 1 0,1 1 0,-1-1 0,0 1 0,0 0 0,-1 0 0,0 0 0,-1 0 0,1 1 0,-1 0 0,-1-1 0,1 1 0,-1 0 0,-1 1 0,0-1 0,0 0 0,0 0 0,-1 1 0,-1 8 0,-2 7 0,-1-1 0,-1 0 0,-1 0 0,-1-1 0,-1 0 0,-1 0 0,-24 40 0,-103 136 0,104-155 0,6-8 0,-43 61 0,60-82 0,1 1 0,0 0 0,1 0 0,-9 29 0,10-11-1365,6-4-5461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32.73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 1 24575,'0'3'0,"0"4"0,-3 5 0,-1-1-8191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18.78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24575,'15'0'0,"0"0"0,0 2 0,19 3 0,-27-4 0,-1 1 0,1 1 0,-1-1 0,1 1 0,-1 0 0,0 0 0,0 1 0,0 0 0,0 0 0,7 7 0,-7-5 0,-1-1 0,0 1 0,0 0 0,0 1 0,-1-1 0,0 1 0,0 0 0,0 0 0,-1 0 0,0 1 0,-1-1 0,0 1 0,0-1 0,0 1 0,-1 0 0,0 0 0,-1 0 0,0-1 0,0 11 0,-4 9 0,-1 1 0,-2 0 0,0-1 0,-13 29 0,10-28 0,1 0 0,1 1 0,-4 29 0,12-55 12,-1 0 0,1 0 0,0 0-1,0 0 1,0 0 0,1-1 0,-1 1-1,1 0 1,-1 0 0,1 0 0,0 0-1,0 0 1,0 0 0,1-1 0,-1 1 0,1-1-1,-1 1 1,1-1 0,0 1 0,0-1-1,0 0 1,0 0 0,0 0 0,1 0-1,-1 0 1,0 0 0,1-1 0,2 2 0,2 0-168,-1-1 1,1 0 0,0 0 0,0 0 0,0-1 0,0 0 0,0 0-1,0-1 1,0 0 0,11-1 0,18-4-6671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18.94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163 37 24575,'-10'-3'0,"-8"-4"0,-9-1 0,-1 1 0,-1 2 0,3 1 0,8 2 0,11 4 0,9 5 0,8 4 0,8 4 0,4 2 0,-1-2-8191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19.18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30 25 24575,'0'-3'0,"-3"-1"0,-1-3 0,-3 0 0,0 4 0,0 5 0,6 10 0,2 8 0,1 10 0,4 9 0,0 11 0,-1 6 0,3 2 0,-1 2 0,-2-1 0,-1-1 0,-1-4 0,-2-11-8191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19.64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75 383 24575,'1'-1'0,"0"0"0,0 0 0,0 0 0,0 0 0,0 0 0,-1 0 0,1 0 0,-1 0 0,1-1 0,0 1 0,-1 0 0,0 0 0,1 0 0,-1-1 0,0 1 0,0 0 0,1-1 0,-1 1 0,0 0 0,0 0 0,-1-1 0,1 1 0,0-3 0,-1 4 0,1 0 0,0-1 0,0 1 0,0-1 0,-1 1 0,1 0 0,0-1 0,-1 1 0,1 0 0,0-1 0,-1 1 0,1 0 0,0-1 0,-1 1 0,1 0 0,0 0 0,-1-1 0,1 1 0,-1 0 0,1 0 0,-1 0 0,1 0 0,0-1 0,-2 1 0,1 0 0,0 0 0,0 1 0,0-1 0,0 0 0,0 0 0,0 1 0,0-1 0,0 0 0,0 1 0,0-1 0,0 1 0,0 0 0,0-1 0,0 1 0,-1 1 0,-3 3 0,0 0 0,0 1 0,0 0 0,1 0 0,0 0 0,0 1 0,0-1 0,1 1 0,0 0 0,1 0 0,-1 0 0,1 1 0,0-1 0,0 8 0,0-3 0,1-1 0,0 1 0,1-1 0,0 1 0,1 0 0,0-1 0,0 1 0,6 16 0,-4-20 0,0 0 0,1 0 0,0-1 0,0 1 0,1-1 0,0 0 0,0-1 0,1 1 0,0-1 0,0 0 0,0 0 0,1-1 0,0 0 0,0 0 0,0 0 0,1-1 0,-1 0 0,1-1 0,13 5 0,-13-6 0,0 1 0,0-2 0,0 1 0,0-1 0,1 0 0,-1-1 0,0 1 0,1-2 0,-1 1 0,0-1 0,1-1 0,-1 1 0,0-2 0,0 1 0,0-1 0,-1 0 0,1 0 0,0-1 0,-1 0 0,8-6 0,-11 7 0,0 0 0,0-1 0,-1 1 0,1-1 0,-1 0 0,0 0 0,0 0 0,0 0 0,0-1 0,-1 1 0,0-1 0,0 0 0,0 1 0,0-1 0,0-6 0,-1 3 0,0 1 0,-1 0 0,0 0 0,0 0 0,-1-1 0,0 1 0,0 0 0,0 0 0,-5-12 0,-3-1 0,-1-1 0,0 2 0,-1-1 0,-1 2 0,-29-34 0,-54-47 0,64 69 0,0-2 0,-28-39 0,55 67 0,1-1 0,0 0 0,0 1 0,1-1 0,0 0 0,-1-1 0,2 1 0,-3-8 0,4 11 0,0 0 0,-1 0 0,1 0 0,1 0 0,-1 0 0,0 1 0,0-1 0,1 0 0,-1 0 0,1 0 0,-1 0 0,1 0 0,0 1 0,0-1 0,0 0 0,0 0 0,0 1 0,0-1 0,0 1 0,1-1 0,-1 1 0,1 0 0,-1-1 0,1 1 0,-1 0 0,4-2 0,7-3 0,1 0 0,0 1 0,0 0 0,0 1 0,1 0 0,0 1 0,-1 1 0,1 0 0,0 1 0,0 0 0,24 3 0,-34-2 0,0 1 0,-1 0 0,1-1 0,0 1 0,-1 0 0,1 1 0,-1-1 0,1 1 0,-1-1 0,0 1 0,0 0 0,0 0 0,0 0 0,0 1 0,0-1 0,0 1 0,2 4 0,-2-3 0,-1 0 0,1 0 0,-1 0 0,0 1 0,-1-1 0,1 1 0,-1 0 0,0-1 0,0 1 0,-1 0 0,1 9 0,-2 3 0,0 1 0,-2-1 0,0 1 0,-1-1 0,0 0 0,-9 18 0,-24 52 90,22-55-1545,1-2-5371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20.03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82 24575,'0'-1'0,"0"0"0,0 0 0,0 0 0,0-1 0,0 1 0,0 0 0,1 0 0,-1 0 0,0 0 0,1-1 0,-1 1 0,1 0 0,-1 0 0,2-1 0,-2 2 0,0-1 0,1 1 0,-1 0 0,0-1 0,1 1 0,-1 0 0,0 0 0,1 0 0,-1 0 0,1-1 0,-1 1 0,0 0 0,1 0 0,-1 0 0,1 0 0,-1 0 0,1 0 0,-1 0 0,0 0 0,1 0 0,-1 0 0,1 0 0,-1 0 0,0 0 0,1 0 0,0 1 0,1 0 0,-1 0 0,1 0 0,0 0 0,0 0 0,-1 1 0,1-1 0,-1 0 0,1 1 0,-1-1 0,0 1 0,0 0 0,1 0 0,-1-1 0,1 4 0,6 16 0,-2-1 0,0 1 0,-1 0 0,-1 1 0,-1-1 0,-1 1 0,-1 40 0,20-98 0,2-18 0,25-50 0,-41 91 0,1 0 0,0 1 0,1 0 0,0 0 0,17-15 0,-25 26 0,0-1 0,0 1 0,0 0 0,0 0 0,0 0 0,1 1 0,-1-1 0,0 0 0,1 0 0,-1 1 0,1-1 0,-1 1 0,1-1 0,-1 1 0,1 0 0,2-1 0,-4 1 0,1 0 0,0 1 0,-1-1 0,1 0 0,0 1 0,0-1 0,-1 0 0,1 1 0,-1-1 0,1 1 0,0-1 0,-1 1 0,1-1 0,-1 1 0,1-1 0,-1 1 0,1 0 0,-1-1 0,0 1 0,1 0 0,-1-1 0,0 1 0,1 1 0,1 5 0,-1 0 0,1 0 0,-1 1 0,-1-1 0,1 9 0,-1-15 0,-1 86-1365,0-44-5461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20.50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 9 24575,'0'0'0,"0"0"0,-1-1 0,1 1 0,0 0 0,0-1 0,0 1 0,0 0 0,0 0 0,0-1 0,1 1 0,-1 0 0,0-1 0,0 1 0,0 0 0,0 0 0,0-1 0,0 1 0,0 0 0,0 0 0,1-1 0,-1 1 0,0 0 0,0 0 0,0 0 0,1-1 0,-1 1 0,0 0 0,0 0 0,0 0 0,1-1 0,-1 1 0,0 0 0,1 0 0,-1 0 0,0 0 0,0 0 0,1 0 0,-1 0 0,0 0 0,0 0 0,1 0 0,-1 0 0,0 0 0,1 0 0,-1 0 0,0 0 0,0 0 0,1 0 0,-1 0 0,0 0 0,1 0 0,-1 0 0,0 0 0,0 1 0,1-1 0,-1 0 0,0 0 0,0 0 0,1 0 0,-1 1 0,0-1 0,2 1 0,-1 0 0,0 0 0,1 0 0,-1 0 0,0 1 0,0-1 0,0 0 0,0 0 0,0 1 0,1 1 0,2 8 0,-1-1 0,-1 1 0,0 0 0,0 0 0,-1 0 0,0 13 0,-6 68 0,-19 65 0,14-113 0,3 0 0,2 1 0,2-1 0,2 62 0,2-101 0,0 1 0,-1-1 0,2 1 0,-1-1 0,1 1 0,-1-1 0,1 0 0,1 0 0,-1 0 0,1 0 0,0 0 0,0-1 0,0 1 0,6 4 0,-4-4 0,0-1 0,0 0 0,1-1 0,-1 1 0,1-1 0,0 0 0,0 0 0,1-1 0,-1 0 0,0 0 0,13 2 0,11 0 0,0-1 0,1-2 0,-1-1 0,40-4 0,123-26 0,-160 24 0,421-85-1365,-421 85-5461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21.10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35 102 24575,'-3'-3'0,"-4"-4"0,-1-4 0,-3-1 0,5 3 0,9 2 0,10 3 0,15 1 0,16 2 0,15-2 0,14-1 0,10 0 0,6-1 0,0-1 0,-2-2 0,-10 0 0,-18 1-8191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21.24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38 0 24575,'-3'6'0,"-4"12"0,-1 11 0,1 14 0,2 12 0,1 12 0,2 7 0,1 3 0,1 2 0,3-1 0,1-5 0,4-4 0,-1-15-8191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21.43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45 24575,'3'-6'0,"1"-6"0,3 0 0,3 2 0,3 5 0,0 7 0,0 7 0,5 4 0,2 6 0,3 7 0,2 1 0,3 3 0,-1-1 0,1-3 0,-3-4-8191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21.57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264 141 24575,'-3'-9'0,"-4"-10"0,-4-5 0,-1-3 0,0 1 0,-5 6 0,-3 6 0,-1 12 0,-3 13 0,0 10 0,-3 11 0,0 9 0,2 8 0,5 1 0,6-8-8191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21.69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33 24575,'7'-3'0,"4"-4"0,4-4 0,-1-1-8191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34.50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3843 239 24575,'-77'-36'-194,"-2"4"-1,-111-31 1,-170-12-889,220 58 841,-1 6 1,0 6 0,0 7 0,0 5 0,0 7 0,1 6 0,2 6-1,0 6 1,-201 74 0,225-60-25,3 4 0,1 5 0,4 5 0,-163 120 0,189-116 170,2 3-1,4 4 0,2 2 0,4 4 0,-111 163 0,139-176 97,3 3 0,3 0 0,2 2 0,4 2 0,3 0 0,-23 107 0,36-116 0,3 1 0,2 0 0,4 1 0,2-1 0,3 1 0,3-1 0,2 0 0,17 66 0,-5-56 0,4-1 0,2-1 0,4-1 0,2-2 0,49 77 0,-30-67 0,4-2 0,2-3 0,123 121 0,-86-109 0,4-5 0,4-3 0,3-5 0,2-5 0,4-5 0,190 80 0,-149-85-316,2-7 0,3-7 0,260 39 0,-218-58-106,2-10 1,309-15-1,-331-13 422,0-7 0,-2-9 0,-1-7 0,-1-7 0,-3-8 0,249-112 0,-285 100 0,-3-6 0,-4-6 0,-2-5 0,-5-6 0,-3-5 0,-5-5 0,-3-5 0,112-136 0,-162 165-48,-4-2-1,-3-3 0,-3-2 0,-4-2 0,70-173 0,-96 196-1,-3-1-1,-2 0 1,13-123 0,-25 133 34,-2-1 1,-2 0 0,-2 1-1,-3-1 1,-16-68 0,7 64-3,-2 2-1,-2 0 1,-2 2 0,-3 0 0,-34-53-1,19 44-41,-2 2 0,-3 2 0,-81-80-1,43 61 3,-4 3-1,-3 5 1,-2 3 0,-4 4-1,-119-56 1,64 47 58,-2 6 0,-262-70 0,223 87 0,-369-38 0,406 74 134,-181 12 1,149 12 1210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35.27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307 48 24575,'1'-3'0,"-1"1"0,1-1 0,-1 1 0,1-1 0,0 1 0,0-1 0,0 1 0,0 0 0,0 0 0,1-1 0,-1 1 0,1 0 0,2-2 0,-3 3 0,-1 0 0,1 0 0,0 0 0,0 0 0,0 0 0,-1 1 0,1-1 0,0 0 0,0 0 0,0 1 0,1-1 0,-1 1 0,0-1 0,0 1 0,0-1 0,0 1 0,0 0 0,1 0 0,-1-1 0,0 1 0,0 0 0,0 0 0,1 0 0,-1 0 0,0 1 0,0-1 0,0 0 0,2 1 0,-2 0 0,0-1 0,0 1 0,0 0 0,-1 0 0,1 0 0,-1 0 0,1 0 0,0 0 0,-1 0 0,0 0 0,1 0 0,-1 0 0,0 0 0,1 0 0,-1 0 0,0 0 0,0 0 0,0 0 0,0 1 0,0-1 0,0 0 0,0 0 0,0 0 0,0 0 0,-1 0 0,1 0 0,0 0 0,-1 0 0,1 0 0,-1 0 0,0 2 0,-19 33 0,6-17 0,0-1 0,-1 0 0,-1-1 0,-29 24 0,-79 52 0,62-49 0,59-42 0,-4 3 0,1 0 0,-1 1 0,-10 11 0,16-16 0,0 0 0,0 0 0,0 0 0,0 1 0,1-1 0,-1 0 0,0 1 0,0-1 0,1 0 0,-1 1 0,1-1 0,0 1 0,-1-1 0,1 1 0,0-1 0,0 1 0,0-1 0,0 1 0,0-1 0,0 1 0,0-1 0,0 1 0,1-1 0,-1 0 0,1 1 0,-1-1 0,1 1 0,0 1 0,3 2 0,0 0 0,1 0 0,-1 0 0,1-1 0,0 1 0,0-1 0,10 6 0,45 22 0,-46-25 0,35 17-455,0-3 0,87 24 0,-75-30-6371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35.45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100 287 24575,'-9'-8'0,"1"1"0,-20-12 0,20 14 0,1 0 0,-1 0 0,1-1 0,-8-8 0,14 13 0,1 0 0,-1 0 0,0 0 0,0 0 0,0 0 0,1 0 0,-1 0 0,0 0 0,1 0 0,-1 0 0,1-1 0,-1 1 0,1 0 0,0 0 0,0-1 0,-1 1 0,1 0 0,0-1 0,0 1 0,0 0 0,0-1 0,1 1 0,-1 0 0,0 0 0,0-1 0,1 1 0,-1 0 0,1 0 0,-1-1 0,1 1 0,0 0 0,-1 0 0,1 0 0,0 0 0,0 0 0,0 0 0,0 0 0,-1 0 0,1 0 0,1 0 0,-1 1 0,0-1 0,2-1 0,5-3 0,1 0 0,0 1 0,0 0 0,17-5 0,30-7 26,88-13-1,65 2-228,-189 25 152,789-57-1888,-782 58 1699,103-6-5569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37.68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64 114 24575,'-10'1'0,"6"-1"0,-1 0 0,1 0 0,0 0 0,-1 0 0,1-1 0,0 1 0,0-1 0,0 0 0,-1 0 0,-4-3 0,9 4 0,0 0 0,0 0 0,0 0 0,0 0 0,0-1 0,0 1 0,-1 0 0,1 0 0,0 0 0,0 0 0,0 0 0,0 0 0,0-1 0,0 1 0,0 0 0,0 0 0,0 0 0,0 0 0,0 0 0,0-1 0,0 1 0,0 0 0,0 0 0,0 0 0,0 0 0,0 0 0,0-1 0,0 1 0,0 0 0,0 0 0,0 0 0,0 0 0,1 0 0,-1 0 0,0-1 0,0 1 0,0 0 0,0 0 0,0 0 0,0 0 0,0 0 0,0 0 0,1 0 0,-1 0 0,0-1 0,0 1 0,0 0 0,0 0 0,0 0 0,0 0 0,1 0 0,-1 0 0,0 0 0,0 0 0,0 0 0,0 0 0,1 0 0,10-4 0,18-2 0,-1 2 0,56-2 0,-36 3 0,877-46-2491,-542 30 912,-203 9-2542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37.87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 11 24575,'-3'6'0,"-1"6"0,3 3 0,8-1 0,16-2 0,18-7 0,25-7 0,29-7 0,30-4 0,23-3 0,22-3-1281,-18 3-5629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39.37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287 64 24575,'4'-6'0,"0"0"0,1 0 0,-1 1 0,1-1 0,0 1 0,1 0 0,-1 0 0,1 1 0,0 0 0,7-4 0,-12 7 0,-1 1 0,0 0 0,1 0 0,-1-1 0,0 1 0,1 0 0,-1 0 0,0-1 0,1 1 0,-1 0 0,1 0 0,-1 0 0,1 0 0,-1 0 0,0 0 0,1 0 0,-1 0 0,1 0 0,-1 0 0,1 0 0,-1 0 0,0 0 0,1 0 0,-1 0 0,1 0 0,-1 0 0,0 0 0,1 1 0,-1-1 0,1 0 0,-1 0 0,0 1 0,1-1 0,-1 0 0,0 0 0,1 1 0,-1-1 0,0 0 0,0 1 0,1-1 0,-1 0 0,0 1 0,0-1 0,1 1 0,-1-1 0,0 0 0,0 1 0,0-1 0,0 1 0,0-1 0,0 1 0,0-1 0,0 0 0,0 1 0,0 0 0,-4 27 0,-22 50 0,-64 130 0,45-111 0,10-20 0,-57 136 0,73-161 0,1 0 0,-11 64 0,26-101 0,1 0 0,0 0 0,1 1 0,1-1 0,0 0 0,1 0 0,4 17 0,-4-24 0,1-1 0,1 0 0,-1 1 0,1-1 0,0 0 0,1-1 0,0 1 0,0-1 0,0 0 0,1 0 0,0 0 0,0 0 0,0-1 0,1 0 0,0 0 0,7 5 0,4 0 0,0-1 0,1-1 0,0 0 0,0-1 0,1-1 0,-1-1 0,1-1 0,26 3 0,18-1 0,79-3 0,352-37-114,-5-34-1367,-401 55 929,-21 3-5492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41.86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158 1 24575,'9'223'0,"-1"-37"0,-37 601-317,-50-3 0,42-328 951,36-466-634,0 0 0,0 1 0,-4-13 0,-3-20 0,-5-44 0,13 85 0,-1 0 0,1 0 0,0 0 0,0 0 0,0 0 0,0 0 0,1 0 0,-1 0 0,0 0 0,0 0 0,1 0 0,-1 0 0,0 1 0,1-1 0,-1 0 0,1 0 0,-1 0 0,1 0 0,-1 0 0,1 1 0,0-1 0,-1 0 0,1 0 0,0 1 0,0-1 0,0 1 0,-1-1 0,1 1 0,0-1 0,0 1 0,0-1 0,0 1 0,0 0 0,0-1 0,0 1 0,0 0 0,2 0 0,4-1 0,1 0 0,-1 1 0,1 0 0,8 1 0,-8 0 0,783 16-2633,5-40-1774,-456 11 3278,1869-53-4661,467-17 4375,-2317 69 1491,-54 0 227,-57 1 99,75-10 1852,-246 12 229,-76 10-2413,1 0-1,-1 0 1,0-1-1,1 1 1,-1 0-1,0 0 0,0-1 1,1 1-1,-1-1 1,0 1-1,0-1 1,0 1-1,0-1 1,0 0-1,0 1 1,0-1-1,0 0 1,0 0-1,0 0 1,1-1-1,-3 1 81,0 0-1,0 0 1,0 0 0,0 0-1,-1 0 1,1 1-1,0-1 1,0 0 0,-1 1-1,1-1 1,-1 1 0,1-1-1,0 1 1,-1 0-1,1-1 1,-1 1 0,-1 0-1,-64-11 25,-16 1-2835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42.61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9 445 24575,'-9'-2'0,"23"-3"0,67-1 0,-50 5 0,1426-74-6187,-1022 56 3451,1628-45-1637,-527 19 1846,-7-24 2427,-1156 45 263,-54 0 451,-57 0-137,-233 21-184,393-53 4102,-376 44-3114,-40 8 54,-8 0 0,-12 2-790,1-1-1,-1 2 1,0 0-1,1 0 1,-1 1 0,0 1-1,-14 3 1,7-2-480,-29 2 458,-59 14-1,86-12-409,0 0 0,0 2-1,1 0 1,-37 19-1,55-24-112,0-1 0,-1 1 0,1 0 0,0 0 0,0 0 0,1 0 0,-1 1 0,1-1 0,0 1 0,-1 0 0,2 0 0,-1 0 0,0 1 0,1-1 0,-3 8 0,3-6 0,1 0 0,1 0 0,-1-1 0,1 1 0,0 0 0,0 0 0,0 0 0,1-1 0,0 1 0,0 0 0,1-1 0,-1 1 0,4 6 0,40 97 0,-21-52 0,23 78 0,-31-68 0,-4 0 0,-3 0 0,-2 1 0,-5 129 0,-56 271 0,-65 357 0,116-799-682,-11 46-1,7-49-6143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43.31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540 528 24575,'2'-3'0,"0"0"0,0 0 0,0-1 0,0 1 0,-1 0 0,1-1 0,-1 1 0,0-1 0,0 0 0,0 1 0,0-1 0,-1-6 0,1 4 0,0 0 0,-1 0 0,0 0 0,-1-1 0,1 1 0,-4-11 0,3 14 0,-1-1 0,0 1 0,0 0 0,0 0 0,0 0 0,0 0 0,-1 0 0,1 1 0,-1-1 0,0 1 0,0-1 0,0 1 0,0 0 0,0 0 0,0 1 0,-1-1 0,1 1 0,-1-1 0,1 1 0,-8-1 0,0-1 0,0 1 0,0 1 0,0 0 0,-1 0 0,-18 2 0,10 3 0,0 0 0,0 0 0,1 2 0,0 1 0,0 0 0,1 1 0,0 1 0,0 1 0,1 1 0,0 0 0,1 1 0,0 1 0,1 0 0,-16 18 0,17-15 0,0 0 0,2 1 0,0 0 0,1 1 0,-17 36 0,22-39 0,0-1 0,2 1 0,0-1 0,0 1 0,2 0 0,0 1 0,0-1 0,2 22 0,0-27 0,1 0 0,0 0 0,1 0 0,0 0 0,1-1 0,0 1 0,0-1 0,1 1 0,0-1 0,1 0 0,0-1 0,0 1 0,1-1 0,0 0 0,1-1 0,-1 1 0,2-1 0,-1 0 0,1-1 0,0 0 0,0 0 0,0-1 0,1 0 0,0 0 0,0-1 0,0 0 0,1-1 0,-1 0 0,1 0 0,0-1 0,-1 0 0,1-1 0,0 0 0,0-1 0,0 0 0,13-1 0,-4-1 0,-1-2 0,0 1 0,0-2 0,0-1 0,-1 0 0,1-1 0,-1-1 0,-1 0 0,0-1 0,0-1 0,-1-1 0,0 0 0,0-1 0,-2 0 0,1-1 0,-2-1 0,0 0 0,13-19 0,-7 5 0,-1-1 0,-1-1 0,-1 0 0,-2-1 0,-1 0 0,-2-1 0,-1-1 0,-1 0 0,4-41 0,-4 3 0,-3 0 0,-4-1 0,-2 1 0,-20-132 0,18 197 0,1 18 0,0 23 0,1 590 0,3-293 0,-2-304-455,1 0 0,5 30 0,-2-37-6371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43.72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0 145 24575,'9'-27'0,"1"0"0,1 1 0,18-31 0,-21 49 0,-4 13 0,-1 16 0,-1 274 0,2 40 0,-2-303 0,-1-13 0,6 36 0,-7-55 0,0 0 0,0 1 0,0-1 0,0 0 0,0 0 0,0 0 0,0 0 0,0 0 0,0 1 0,0-1 0,0 0 0,0 0 0,0 0 0,0 0 0,0 1 0,0-1 0,0 0 0,0 0 0,0 0 0,1 0 0,-1 0 0,0 1 0,0-1 0,0 0 0,0 0 0,0 0 0,0 0 0,0 0 0,1 0 0,-1 0 0,0 0 0,0 1 0,0-1 0,0 0 0,0 0 0,1 0 0,-1 0 0,0 0 0,0 0 0,0 0 0,0 0 0,1 0 0,-1 0 0,0 0 0,0 0 0,0 0 0,0 0 0,1 0 0,6-10 0,6-22 0,-10 25 0,10-22 0,1-1 0,1 2 0,1 0 0,2 1 0,1 1 0,1 0 0,36-36 0,-50 57 0,-1 0 0,1 1 0,0-1 0,0 1 0,1 0 0,-1 1 0,1 0 0,0 0 0,0 0 0,0 1 0,0 0 0,1 0 0,12-1 0,-15 3 0,-1 0 0,0 0 0,0 1 0,1-1 0,-1 1 0,0 0 0,0 0 0,0 1 0,0-1 0,0 1 0,0 0 0,0 0 0,0 0 0,-1 1 0,1-1 0,-1 1 0,0 0 0,0 0 0,0 0 0,0 0 0,0 1 0,-1-1 0,1 1 0,3 7 0,-2-4 0,-1 0 0,0 1 0,-1-1 0,1 1 0,-2-1 0,1 1 0,-1 0 0,0 0 0,0 0 0,-1 0 0,0 0 0,-1 0 0,1 0 0,-2-1 0,1 1 0,-1 0 0,0 0 0,-5 10 0,3-10 0,0 1 0,0-1 0,-1 0 0,0-1 0,0 1 0,-1-1 0,0 0 0,0 0 0,-1-1 0,1 0 0,-2 0 0,1 0 0,0-1 0,-1 0 0,-15 6 0,7-5 43,0-1 0,-1 0-1,0-1 1,0-1 0,0-1-1,0 0 1,-23-1 0,2-3-612,1-1 0,-47-10 0,24 0-6257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44.45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27 57 24575,'0'-3'0,"0"0"0,0 0 0,0 0 0,0 0 0,0 0 0,-1 0 0,0 0 0,1 0 0,-1 0 0,0 0 0,-1 0 0,1 1 0,0-1 0,-1 0 0,1 1 0,-1-1 0,-4-4 0,6 7 0,0 0 0,0 0 0,0 0 0,0 0 0,-1 0 0,1 0 0,0 0 0,0 0 0,0 0 0,0 0 0,-1 0 0,1 0 0,0 0 0,0 0 0,0 0 0,0 0 0,-1 0 0,1 0 0,0 0 0,0 0 0,0 0 0,-1 0 0,1 0 0,0 0 0,0 0 0,0 0 0,0 0 0,0 0 0,-1 0 0,1 0 0,0 0 0,0 1 0,0-1 0,0 0 0,0 0 0,0 0 0,-1 0 0,1 0 0,0 1 0,0-1 0,0 0 0,0 0 0,0 0 0,0 0 0,0 1 0,0-1 0,-2 14 0,5 14 0,111 562 0,-107-548 37,50 332-1439,-49-293-5424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44.73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1 473 24575,'0'-1'0,"0"0"0,1 0 0,-1 0 0,1 0 0,-1 0 0,1 0 0,0 0 0,-1 0 0,1 0 0,0 0 0,0 0 0,-1 0 0,1 1 0,0-1 0,0 0 0,0 1 0,0-1 0,0 0 0,0 1 0,0-1 0,1 1 0,0-1 0,30-9 0,-31 9 0,68-14 0,92-8 0,-75 13 0,959-100-3242,9 39-1,708 3-1126,0 45 1697,-1325 19 2053,-45-3 67,-52-3 480,-57-4 339,-57-4 222,-163 12 420,-1-3 1,84-23-1,-83 9 2185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45.29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212 567 24575,'-41'-10'0,"1"-1"0,-72-31 0,111 42 0,0-1 0,0 1 0,0-1 0,0 1 0,0-1 0,0 1 0,0-1 0,0 1 0,0-1 0,0 0 0,1 0 0,-1 1 0,0-1 0,0 0 0,1 0 0,-1 0 0,0 0 0,1 0 0,-1 0 0,1 0 0,-1-1 0,1 1 0,0 0 0,1 0 0,-1 1 0,0-1 0,1 0 0,-1 1 0,0-1 0,1 0 0,-1 1 0,1-1 0,-1 1 0,1-1 0,0 1 0,-1-1 0,1 1 0,0-1 0,-1 1 0,1-1 0,0 1 0,-1 0 0,1-1 0,1 1 0,8-4 0,0 1 0,1 1 0,14-3 0,253-20-14,-189 20-312,129-8-1033,53 0 413,58 0-1479,54-4 1137,51-2-1442,1056-41-425,2041-104-156,-3216 143 3775,-66 1 13,-238 19-394,276-35 2268,-276 34-1718,0-1 0,0 0 0,14-7 0,-24 10-576,0-1 0,0 1 0,-1 0 0,1-1-1,0 1 1,0-1 0,-1 1 0,1-1 0,0 1 0,-1-1-1,1 0 1,-1 1 0,1-1 0,0 0 0,0-1-1,-1 2-17,0 0-1,0-1 1,0 1-1,0 0 0,0-1 1,0 1-1,0 0 1,-1-1-1,1 1 0,0 0 1,0-1-1,0 1 0,0 0 1,0 0-1,-1-1 1,1 1-1,0 0 0,0 0 1,0-1-1,-1 1 1,1 0-1,0 0 0,0 0 1,-1-1-1,1 1 1,0 0-1,0 0 0,-1 0 1,-26-9 2180,-2 5-1358,0 1 0,-1 1 0,-36 3 0,-90 14 866,28 7-1434,115-19-301,0 1 1,1 0 0,0 0 0,0 1-1,1 1 1,-1 0 0,-19 14-1,28-16 8,-1-1 0,0 1 0,1 0 0,0 0 0,0 0 0,0 0 0,1 1 0,0-1 0,-1 1 0,1-1 0,1 1 0,-1 0 0,1 0 0,0 0 0,0-1 0,0 1 0,1 0 0,-1 1 0,1-1 0,1 0 0,-1 0 0,2 6 0,2 11 0,1 0 0,2-1 0,15 37 0,-15-40 0,-3-8 1,113 307 339,-98-254-766,-2 0-1,-4 1 1,7 74-1,-15-62-6399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45.84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317 126 24575,'0'-19'0,"1"11"0,-1 0 0,0 0 0,0 0 0,-1 0 0,-1 0 0,-2-11 0,3 17 0,0-1 0,0 1 0,-1 0 0,1 0 0,0 0 0,-1-1 0,0 1 0,0 0 0,1 1 0,-1-1 0,0 0 0,0 1 0,-1-1 0,1 1 0,0-1 0,0 1 0,-1 0 0,1 0 0,-1 0 0,1 0 0,-1 1 0,1-1 0,-1 1 0,-2-1 0,-7 0 0,-1 0 0,1 1 0,0 1 0,0 0 0,0 0 0,0 1 0,0 0 0,0 1 0,1 1 0,-1 0 0,1 1 0,0 0 0,0 0 0,1 1 0,-1 0 0,1 1 0,1 0 0,-1 1 0,-13 15 0,20-20 0,1-1 0,0 1 0,0 0 0,1 0 0,-1 0 0,1 0 0,-1 1 0,1-1 0,0 0 0,0 0 0,0 1 0,1-1 0,-1 1 0,1-1 0,0 1 0,0-1 0,0 1 0,0-1 0,1 0 0,-1 1 0,1-1 0,0 1 0,0-1 0,0 0 0,1 0 0,-1 0 0,1 0 0,-1 0 0,1 0 0,0 0 0,0 0 0,0 0 0,5 3 0,4 5 0,1 0 0,0-1 0,0 0 0,1-1 0,1-1 0,14 8 0,35 13 0,1-3 0,2-2 0,75 16 0,-122-35 0,1 1 0,30 13 0,-49-18 0,0-1 0,0 0 0,0 1 0,0-1 0,0 1 0,0 0 0,0-1 0,0 1 0,-1 0 0,1-1 0,0 1 0,0 0 0,0 0 0,-1 0 0,1 0 0,-1 0 0,1 0 0,0 1 0,-1-1 0,0-1 0,0 1 0,0-1 0,-1 1 0,1-1 0,0 1 0,0-1 0,-1 1 0,1-1 0,0 0 0,-1 1 0,1-1 0,-1 1 0,1-1 0,0 0 0,-1 1 0,1-1 0,-1 0 0,1 0 0,-1 1 0,1-1 0,-1 0 0,1 0 0,-1 0 0,0 1 0,-9 1 0,0 1 0,-19 1 0,23-4 0,-45 5-455,0-2 0,-102-7 0,94-3-6371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46.14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9 24575,'66'-4'0,"-46"1"0,39 2 0,-52 1 0,0 1 0,0 0 0,1 1 0,-1-1 0,-1 1 0,1 1 0,0-1 0,0 1 0,7 5 0,1 2 0,0 1 0,0 0 0,-1 1 0,23 26 0,-29-29 0,0 1 0,0 1 0,-1-1 0,-1 1 0,0 0 0,0 1 0,7 22 0,-11-30 0,-1 0 0,-1 0 0,1 0 0,-1 1 0,0-1 0,0 0 0,0 0 0,0 1 0,-1-1 0,1 0 0,-1 0 0,0 0 0,-1 0 0,1 0 0,-1 0 0,0 0 0,0 0 0,0-1 0,0 1 0,0-1 0,-1 1 0,0-1 0,0 0 0,0 0 0,0 0 0,0 0 0,0-1 0,-1 1 0,1-1 0,-1 0 0,0 0 0,0 0 0,1-1 0,-1 1 0,0-1 0,-1 0 0,1 0 0,0 0 0,0-1 0,0 1 0,0-1 0,-1 0 0,-5-1 0,9 1 0,-1 0 0,0 0 0,1-1 0,-1 1 0,1 0 0,-1-1 0,0 0 0,1 1 0,-1-1 0,1 0 0,-1 0 0,1 0 0,0 0 0,-1 0 0,1 0 0,0 0 0,0 0 0,0-1 0,0 1 0,0 0 0,-1-2 0,1 1 0,0-1 0,0 1 0,1-1 0,-1 1 0,1 0 0,0-1 0,-1 1 0,1-1 0,0 1 0,1-1 0,-1 1 0,1-5 0,1-1 0,1 0 0,-1 0 0,1 0 0,1 0 0,0 1 0,0-1 0,6-8 0,8-5-195,1 0 0,1 1 0,0 1 0,1 1 0,1 1 0,48-28 0,-33 24-6631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46.44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0 212 24575,'2'0'0,"-1"0"0,1 1 0,-1-1 0,1 0 0,-1 1 0,0 0 0,1-1 0,-1 1 0,1 0 0,-1 0 0,0 0 0,0 0 0,0 0 0,1 0 0,0 2 0,18 21 0,-13-15 0,19 28 0,38 71 0,9 12 0,-72-118 0,1 0 0,-1 0 0,0 0 0,1 0 0,0-1 0,-1 1 0,1 0 0,0-1 0,0 0 0,0 1 0,0-1 0,0 0 0,3 1 0,-4-1 0,-1-1 0,1 0 0,0 0 0,-1 0 0,1 0 0,0 0 0,-1 0 0,1 0 0,-1 0 0,1-1 0,0 1 0,-1 0 0,1 0 0,-1 0 0,1-1 0,-1 1 0,1 0 0,-1-1 0,1 1 0,0-1 0,0 0 0,1-1 0,-1 1 0,0-1 0,0 1 0,-1-1 0,1 0 0,0 1 0,0-1 0,-1 0 0,1-2 0,20-81 0,10-33 0,-17 76 0,38-73 0,-41 97 0,0-1 0,1 1 0,0 1 0,2 0 0,29-28 0,-39 41 69,1-1-1,1 1 0,-1 1 0,8-5 1,-12 7-135,0 1 0,1-1 1,-1 1-1,0-1 0,0 1 1,1-1-1,-1 1 0,1 0 1,-1 0-1,0-1 1,1 1-1,-1 0 0,1 0 1,-1 1-1,0-1 0,1 0 1,-1 0-1,1 1 0,-1-1 1,0 1-1,1-1 1,-1 1-1,0-1 0,0 1 1,2 1-1,9 11-6760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47.33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0 153 24575,'12'-13'0,"-1"0"0,-1-1 0,13-22 0,-15 21 0,1 1 0,1 0 0,13-14 0,-23 28 0,0-1 0,1 1 0,-1 0 0,0-1 0,1 1 0,-1 0 0,0-1 0,1 1 0,-1 0 0,1-1 0,-1 1 0,0 0 0,1 0 0,-1-1 0,1 1 0,-1 0 0,1 0 0,-1 0 0,1 0 0,-1 0 0,1 0 0,-1 0 0,1 0 0,-1 0 0,1 0 0,-1 0 0,1 0 0,-1 0 0,0 0 0,2 0 0,-2 1 0,1 0 0,0 0 0,0-1 0,-1 1 0,1 0 0,0 0 0,-1 0 0,1 0 0,-1 0 0,1 0 0,-1 0 0,1 0 0,-1 1 0,9 44 0,-8-36 0,62 357 0,-21-130 0,-31-151-1365,-8-52-5461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48.03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28 484 24575,'-3'-29'0,"3"29"0,0 0 0,0 0 0,0 0 0,0 0 0,0-1 0,0 1 0,0 0 0,0 0 0,0 0 0,0 0 0,0 0 0,0-1 0,0 1 0,0 0 0,0 0 0,0 0 0,0 0 0,0 0 0,0 0 0,-1 0 0,1-1 0,0 1 0,0 0 0,0 0 0,0 0 0,0 0 0,0 0 0,-1 0 0,1 0 0,0 0 0,0 0 0,0 0 0,0 0 0,0 0 0,0 0 0,-1 0 0,1 0 0,0 0 0,0 0 0,0 0 0,0 0 0,0 0 0,-1 0 0,1 0 0,0 0 0,0 0 0,-8 15 0,6-8 0,-7 19 0,9-25 0,-1 0 0,1 0 0,0 0 0,0 0 0,0 0 0,-1 0 0,1 1 0,0-1 0,0 0 0,1 0 0,-1 0 0,0 0 0,0 0 0,0 1 0,1-1 0,0 1 0,0-2 0,0-1 0,0 0 0,0 1 0,0-1 0,0 0 0,0 0 0,0 0 0,0 0 0,0 0 0,-1 0 0,1 0 0,0 0 0,-1 0 0,2-2 0,71-141 0,0-2 0,-61 126 0,53-82 0,-57 92 0,0 0 0,1 0 0,0 1 0,0 0 0,1 0 0,21-14 0,-28 21 0,0 1 0,0-1 0,0 1 0,0-1 0,0 1 0,0 0 0,0 0 0,0 1 0,1-1 0,-1 1 0,0-1 0,1 1 0,-1 0 0,0 0 0,0 1 0,1-1 0,5 2 0,-5-1 0,0 1 0,0 0 0,0 0 0,0 1 0,-1-1 0,1 1 0,0 0 0,-1 0 0,0 0 0,0 0 0,5 6 0,3 8 0,-1 0 0,0 0 0,-1 1 0,10 31 0,-18-47 0,97 328-1365,-80-253-5461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48.90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100 1 24575,'4'5'0,"0"1"0,-1 0 0,1 0 0,-1 0 0,0 0 0,-1 1 0,1-1 0,-1 1 0,-1 0 0,2 9 0,0-5 0,14 85 0,9 179 0,-25-246 0,4 80 0,-17 193 0,4-229 0,-4 0 0,-3-1 0,-39 111 0,44-157 0,-2-1 0,-1-1 0,0 0 0,-18 22 0,31-45 0,-1-1 0,1 0 0,0 0 0,-1 1 0,1-1 0,0 0 0,0 1 0,-1-1 0,1 1 0,0-1 0,0 0 0,0 1 0,0-1 0,-1 0 0,1 1 0,0-1 0,0 1 0,0-1 0,0 1 0,0-1 0,0 0 0,0 1 0,0-1 0,0 1 0,0-1 0,0 0 0,0 1 0,1-1 0,-1 1 0,0-1 0,0 0 0,0 1 0,1-1 0,-1 1 0,0-1 0,0 0 0,1 1 0,-1-1 0,0 0 0,0 0 0,1 1 0,-1-1 0,0 0 0,1 0 0,-1 1 0,1-1 0,-1 0 0,0 0 0,1 0 0,-1 0 0,0 0 0,1 1 0,-1-1 0,1 0 0,-1 0 0,1 0 0,-1 0 0,0 0 0,1 0 0,0 0 0,30-2 0,584-68-1470,4 36-434,-476 27 1801,643-23-358,247-14-235,-927 38 103,-31 1-2371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49.55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11 24575,'60'-5'0,"-49"2"0,1 2 0,0 0 0,-1 0 0,1 1 0,13 2 0,-24-2 0,0 0 0,0 1 0,0-1 0,1 0 0,-1 1 0,0-1 0,0 1 0,0-1 0,0 1 0,0 0 0,0-1 0,0 1 0,0 0 0,0 0 0,0 0 0,-1-1 0,1 1 0,0 0 0,0 0 0,-1 0 0,1 0 0,-1 1 0,1-1 0,-1 0 0,1 0 0,-1 0 0,0 0 0,1 0 0,-1 1 0,0-1 0,0 0 0,0 0 0,0 1 0,0-1 0,0 0 0,0 0 0,-1 0 0,1 2 0,-2 6 0,-1 1 0,0-1 0,-7 19 0,2-9 0,-1 12 0,0 1 0,3 0 0,0 0 0,2 0 0,0 34 0,5-18 0,2 1 0,16 82 0,104 339 0,-97-382 0,26 174 0,-51-255 0,-1-1 0,1 0 0,-1 0 0,0 1 0,-1-1 0,1 0 0,-4 12 0,4-16 0,-1 0 0,0-1 0,0 1 0,0 0 0,0-1 0,0 1 0,0-1 0,0 1 0,0-1 0,0 0 0,-1 1 0,1-1 0,-1 0 0,1 0 0,-1 0 0,1 0 0,-1 0 0,0 0 0,1-1 0,-1 1 0,0 0 0,0-1 0,1 0 0,-1 1 0,0-1 0,0 0 0,0 0 0,0 0 0,1 0 0,-4 0 0,-8-2-170,1 0-1,0-1 0,1-1 1,-1 1-1,1-2 0,-1 0 1,-17-10-1,13 7-6655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50.02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0 148 24575,'1417'-54'-1490,"-1239"40"1551,658-63-1401,-814 75-4082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50.35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24575,'19'209'0,"-7"-105"0,32 850-1365,-45-917-5461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50.65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0 100 24575,'2009'-37'-3226,"-1925"35"3180,398-28-695,-463 28 789,-12 1-130,0 1-1,1-1 0,-1-1 0,0 1 1,0-1-1,0 0 0,0-1 0,10-5 1,-10-1-3400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51.19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100 237 24575,'-7'-2'0,"1"0"0,-1-1 0,0 0 0,1-1 0,0 1 0,0-1 0,0-1 0,0 1 0,0-1 0,1 0 0,0 0 0,0 0 0,0-1 0,-7-11 0,12 15 0,-1 1 0,0-1 0,1 1 0,-1 0 0,1-1 0,0 1 0,-1-1 0,1 0 0,0 1 0,0-1 0,0 1 0,0-1 0,0 1 0,0-1 0,0 1 0,1-1 0,-1 1 0,1-1 0,-1 1 0,1-1 0,1-1 0,-1 0 0,1 1 0,0 0 0,0 0 0,0 0 0,0 0 0,1 0 0,-1 0 0,1 0 0,-1 1 0,5-3 0,6-1 0,0 0 0,1 0 0,25-4 0,64-5-383,204-2-1,-199 14 106,948-14-2044,382-13 1467,-1417 27 1121,-13 1-71,0 1 1,1 0 0,-1 0-1,11 2 1,-18-2-161,-1 0-1,0 0 1,0 0-1,0 0 1,1 0-1,-1 1 0,0-1 1,0 0-1,0 0 1,0 0-1,1 0 1,-1 0-1,0 0 1,0 0-1,0 1 1,0-1-1,0 0 1,0 0-1,0 0 1,1 0-1,-1 0 1,0 1-1,0-1 1,0 0-1,0 0 1,0 0-1,0 0 1,0 1-1,0-1 1,0 0-1,0 0 0,0 0 1,0 1-1,0-1 1,0 0-1,0 0 1,0 0-1,0 1 1,0-1-1,0 0 1,0 0-1,0 0 1,0 0-1,0 1 1,-1-1-1,1 0 1,0 0-1,0 0 1,0 0-1,0 0 1,0 1-1,0-1 1,-1 0-1,1 0 1,0 0-1,0 0 1,0 0-1,0 0 0,0 0 1,-1 0-1,-11 11 296,8-8 27,0 2-344,-1 0 0,1 0 0,1 0 0,-1 0 0,1 1 0,0 0 0,0 0 0,0 0 0,1 0 0,0 0 0,0 0 0,0 1 0,1-1 0,0 0 0,1 1 0,-1-1 1,2 14-1,1 8-28,1 0 1,14 50-1,-12-59 12,156 583 3,-97-367 0,-51-171 0,9 111 0,-21-170-227,-1 0-1,0 0 1,0 0-1,-1 0 1,-1 9-1,-3-3-6598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51.75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24575,'2'20'0,"8"34"0,1 4 0,34 457 0,-38 4 0,-8-504 0,2 33 0,-1-44 0,1 0 0,-1-1 0,1 1 0,0-1 0,0 1 0,0-1 0,0 1 0,1-1 0,3 7 0,-3-9 0,-1 0 0,0 1 0,1-1 0,-1 0 0,0 0 0,1 0 0,0 0 0,-1 0 0,1 0 0,0-1 0,-1 1 0,1 0 0,0-1 0,0 1 0,-1-1 0,4 0 0,33 1 0,-25-2 0,799 3-1005,-1 28-824,-65-3 950,-124-7 282,-597-19 578,-17 0 46,1 0 1,-1-1-1,1 0 1,-1 0-1,0-1 1,1-1-1,14-3 1,-23 5-16,0 0 1,0 0-1,1 0 1,-1 0-1,0 0 1,0 0-1,0-1 1,0 1 0,1 0-1,-1 0 1,0 0-1,0 0 1,0 0-1,0-1 1,1 1-1,-1 0 1,0 0-1,0 0 1,0 0 0,0-1-1,0 1 1,0 0-1,0 0 1,1-1-1,-1 1 1,0 0-1,0 0 1,0 0 0,0-1-1,0 1 1,0 0-1,0 0 1,0 0-1,0-1 1,0 1-1,0 0 1,-1 0-1,1-1 1,0 1 0,0 0-1,0 0 1,0 0-1,0-1 1,0 1-1,0 0 1,0 0-1,-1 0 1,1 0-1,0-1 1,0 1 0,0 0-1,0 0 1,-1 0-1,1 0 1,0 0-1,0 0 1,0-1-1,-1 1 1,1 0-1,0 0 1,0 0 0,0 0-1,-1 0 1,-30-13-660,-13-1-3591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52.31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99 112 24575,'-28'-7'0,"23"6"0,0 0 0,0 0 0,0 0 0,0-1 0,0 0 0,0 0 0,0 0 0,1 0 0,-1-1 0,1 0 0,0 0 0,-6-4 0,10 6 0,-1 1 0,1-1 0,0 0 0,-1 1 0,1-1 0,0 1 0,-1-1 0,1 0 0,0 1 0,0-1 0,0 1 0,0-1 0,0 0 0,0 1 0,0-1 0,0 0 0,0 1 0,0-1 0,0 0 0,0 1 0,0-1 0,0 0 0,0 1 0,1-1 0,-1 1 0,0-1 0,1 0 0,-1 1 0,0-1 0,1 1 0,-1-1 0,0 1 0,1-1 0,-1 1 0,1-1 0,-1 1 0,1 0 0,-1-1 0,1 1 0,0-1 0,-1 1 0,1 0 0,-1 0 0,1-1 0,0 1 0,0 0 0,35-12 0,-35 11 0,64-11 0,0 3 0,0 2 0,68 3 0,-108 3 0,1171-2-2854,-1040 4 2745,1478 52-492,-1595-53 609,-26 0 168,-1 0-1,1 0 1,0 1 0,20 5-1,-32-5-135,0-1 0,0 1 0,1-1 0,-1 1 0,0-1 0,0 1 0,0-1 0,-1 1 0,1 0 0,0 0 0,0-1 0,0 1 0,0 0 0,-1 0 0,1 0-1,0 0 1,-1 0 0,1 0 0,-1 0 0,1 0 0,-1 0 0,0 0 0,1 0 0,-1 0 0,0 3 0,-1 31 1281,0-16-1003,4 36-318,14 74 0,2 20 0,-18-52 0,-5 1 0,-17 113 0,8-109 0,1 178 0,14-253-455,0 0 0,12 46 0,-8-48-6371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53.22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19 104 24575,'-8'-30'0,"1"7"0,7 18 0,-1 2 0,0-1 0,1 0 0,-1 0 0,1 0 0,0 0 0,0 0 0,0 0 0,1 0 0,0-4 0,3 5 0,0 10 0,3 13 0,8 58 0,8 99 0,-8 84 0,-10-33 0,-36 336 0,28-544 0,2-14 0,0 1 0,0-1 0,0 0 0,1 0 0,0 1 0,0-1 0,1 0 0,1 7 0,-2-12 0,0-1 0,1 1 0,-1 0 0,1-1 0,-1 1 0,1-1 0,-1 1 0,1 0 0,-1-1 0,1 1 0,-1-1 0,1 1 0,0-1 0,-1 0 0,1 1 0,0-1 0,-1 0 0,1 1 0,0-1 0,-1 0 0,1 0 0,0 0 0,0 1 0,-1-1 0,1 0 0,0 0 0,0 0 0,1 0 0,26-5 0,-21 4 0,90-15-174,133-5 0,101 17-547,-214 4 468,1892 17-2893,-1986-16 3097,97-3-523,-91-1-2530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53.90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 77 24575,'0'0'0,"-1"0"0,1 0 0,0 0 0,-1 0 0,1 0 0,-1 0 0,1 0 0,0 0 0,-1 1 0,1-1 0,-1 0 0,1-1 0,0 1 0,-1 0 0,1 0 0,-1 0 0,1 0 0,0 0 0,-1 0 0,1 0 0,0-1 0,-1 1 0,1 0 0,0 0 0,-1 0 0,1-1 0,0 1 0,-1 0 0,1 0 0,0-1 0,0 1 0,-1 0 0,1-1 0,0 1 0,0 0 0,0-1 0,0 1 0,-1-1 0,1 1 0,0 0 0,0-1 0,0 1 0,0 0 0,0-1 0,0 1 0,0-1 0,0 1 0,0 0 0,0-1 0,0 1 0,0-1 0,0 1 0,0 0 0,0-1 0,1 1 0,0-2 0,-1 1 0,1-1 0,0 1 0,0 0 0,1 0 0,-1-1 0,0 1 0,0 0 0,1 0 0,-1 0 0,0 0 0,1 0 0,2 0 0,13-6 0,1 2 0,1 0 0,-1 1 0,21-2 0,81-2 0,-84 6 0,770-9-3060,-598 12 2683,2457 1 1095,-2681-2-525,-1 1 1,1 0-1,0 2 1,0-1-1,0 2 0,0 0 1,0 1-1,-24 12 0,32-13-141,1 0-1,0 0 1,0 1-1,0 0 1,0 1 0,1-1-1,-1 1 1,2 1-1,-1-1 1,1 1-1,0 0 1,0 0-1,1 0 1,-1 1-1,2-1 1,-1 1-1,1 0 1,-3 14-1,2-2-51,1 0 0,1 1 0,1-1 0,1 1 0,1 0 0,4 31 0,35 124 0,-18-88 0,26 147 0,24 358 0,-65-508 0,5 115 0,-15-185 0,3-14 0,-1-1 0,1 0 0,0 0 0,0 0 0,-1 1 0,1-1 0,0 0 0,-1 0 0,1 0 0,0 0 0,-1 0 0,1 1 0,0-1 0,-1 0 0,1 0 0,0 0 0,-1 0 0,1 0 0,0 0 0,-1 0 0,1 0 0,-1 0 0,1-1 0,0 1 0,-1 0 0,1 0 0,-26-18 0,16 10 0,-33-23-341,-1 2 0,-2 2-1,-62-27 1,48 29-6485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56.59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2560 402 24575,'-5'-23'0,"0"19"0,1 15 0,1 17 0,2 0 0,1 0 0,1 0 0,6 38 0,-2-18 0,-4-42 0,35 435 0,-33 1 0,-14-319 0,8-103 0,0-1 0,-2 0 0,0 0 0,-10 22 0,14-37 0,0-1 0,-1 0 0,1 0 0,-1 0 0,0 0 0,0 0 0,0 0 0,-1-1 0,1 1 0,-1-1 0,1 1 0,-1-1 0,0 0 0,0 0 0,0 0 0,0-1 0,0 1 0,0-1 0,-7 3 0,2-3 0,1 0 0,-1 0 0,0-1 0,0 0 0,1-1 0,-1 1 0,0-1 0,-7-3 0,-92-13-100,1 4 0,-2 5 0,-169 9 0,-320 70-299,148 25 400,4 22-15,285-75-9,137-36 33,15-4 4,0 0 0,0-1-1,-1 0 1,1-1 0,-1 0-1,0 0 1,1-1 0,-10 0-1,17 0 3,0-1 0,0 1 0,0 0-1,0-1 1,0 1 0,-1-1-1,1 0 1,0 1 0,0-1-1,0 0 1,0 0 0,1 1-1,-1-1 1,0 0 0,0 0-1,0 0 1,1 0 0,-1 0-1,0 0 1,1-1 0,-1 1 0,0-2-1,-6-31 278,4 19-245,-2-16-48,0-1 0,2 1 0,2-55 0,16-97 0,-2 47 0,-9 19 0,-5 1 0,-21-148 0,7 138 0,1-166 0,15 269 0,1-1 0,2 1 0,0-1 0,12-35 0,0 14 0,27-53 0,-25 52 0,-15 35 0,1 1 0,1-1 0,-1 1 0,11-17 0,-13 26 0,-1 0 0,0 0 0,0 0 0,0 0 0,0 0 0,1 0 0,-1 1 0,0-1 0,1 0 0,-1 1 0,1-1 0,-1 1 0,1-1 0,-1 1 0,1 0 0,-1 0 0,1-1 0,-1 1 0,1 0 0,-1 0 0,1 1 0,0-1 0,-1 0 0,3 1 0,43 16 0,-25-9 0,29 6 11,0-3-1,1-2 1,0-3-1,83 1 1,212-26-274,1047-154-2516,-951 112 2366,-356 48 600,-87 13-160,0-1-1,0 1 1,0 0 0,0 0-1,0 0 1,0 0 0,0 0-1,0 0 1,0 0 0,0 0-1,0 0 1,0 0 0,0 0 0,0 0-1,0 0 1,0 0 0,0 0-1,0 0 1,0 0 0,0 0-1,0 0 1,0 0 0,0-1 0,0 1-1,0 0 1,0 0 0,0 0-1,0 0 1,0 0 0,0 0-1,0 0 1,0 0 0,0 0-1,-11-1 531,-17 2 377,-11 6-1919,0 2-5404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57.97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222 278 24575,'10'-21'0,"-1"0"0,0 0 0,8-37 0,-14 46 0,-1-1 0,0 0 0,-1 1 0,0-1 0,-1 0 0,0 1 0,-1-1 0,-3-13 0,4 24 0,-1 0 0,1 0 0,-1 0 0,0 0 0,0-1 0,1 1 0,-1 1 0,0-1 0,-1 0 0,1 0 0,-3-3 0,4 5 0,0 0 0,-1-1 0,1 1 0,-1 0 0,1 0 0,0-1 0,-1 1 0,1 0 0,-1 0 0,1 0 0,-1 0 0,1 0 0,0 0 0,-1 0 0,1 0 0,-1 0 0,1 0 0,-1 0 0,1 0 0,-1 0 0,1 0 0,-1 0 0,-13 11 0,4 5 0,1 0 0,0 1 0,1 0 0,1 0 0,-5 20 0,-2 1 0,-18 52 0,3 1 0,4 1 0,5 1 0,3 1 0,-7 155 0,24-233 51,0 12-523,-2 0 0,-6 34 0,1-33-6354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58.28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8 165 24575,'2'-2'0,"-1"-1"0,1 1 0,-1-1 0,1 1 0,-1-1 0,0 1 0,0-1 0,0 0 0,-1 0 0,1 0 0,0-5 0,2-36 0,-3 31 0,0-5 0,0 13 0,0-1 0,0 1 0,0-1 0,1 1 0,0-1 0,2-6 0,-3 11 0,0 1 0,0 0 0,0-1 0,0 1 0,0 0 0,0-1 0,0 1 0,0 0 0,0 0 0,1-1 0,-1 1 0,0 0 0,0 0 0,0-1 0,0 1 0,0 0 0,1 0 0,-1-1 0,0 1 0,0 0 0,1 0 0,-1 0 0,0-1 0,0 1 0,1 0 0,-1 0 0,0 0 0,0 0 0,1 0 0,-1-1 0,0 1 0,0 0 0,1 0 0,-1 0 0,0 0 0,1 0 0,-1 0 0,0 0 0,1 0 0,-1 0 0,0 0 0,0 0 0,1 0 0,-1 0 0,0 1 0,1-1 0,-1 0 0,0 0 0,0 0 0,1 0 0,-1 0 0,0 1 0,0-1 0,1 0 0,-1 0 0,0 0 0,0 1 0,1-1 0,7 18 0,-5-2 0,-1 0 0,-1 0 0,0 0 0,-2 1 0,0-1 0,0 0 0,-6 21 0,4-14 0,-31 167-1365,24-134-5461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58.67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167 160 24575,'7'-17'0,"0"1"0,6-21 0,-11 31 0,0 0 0,-1-1 0,0 1 0,0 0 0,-1-1 0,1 1 0,-1-1 0,-1 1 0,0-9 0,0 14 0,1 0 0,0 0 0,0 0 0,-1 0 0,1 0 0,-1 1 0,1-1 0,-1 0 0,1 0 0,-1 0 0,1 1 0,-1-1 0,0 0 0,1 1 0,-1-1 0,0 0 0,1 1 0,-1-1 0,0 1 0,0-1 0,0 1 0,0 0 0,0-1 0,1 1 0,-1 0 0,0 0 0,0-1 0,0 1 0,0 0 0,0 0 0,0 0 0,0 0 0,0 0 0,0 0 0,0 0 0,0 1 0,0-1 0,0 0 0,1 1 0,-1-1 0,0 0 0,0 1 0,0-1 0,-1 1 0,-4 2 0,1 0 0,-1 1 0,1-1 0,0 1 0,-7 6 0,3-1 0,0 2 0,1-1 0,0 1 0,0 1 0,1 0 0,1-1 0,0 2 0,0-1 0,1 1 0,-5 25 0,-1 12 0,-7 77 0,16-112 0,-11 440-1090,13-439 815,1 26-6551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58.84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1 206 24575,'0'-6'0,"0"-9"0,3-4 0,4-2 0,5-4 0,5-1 0,10 1 0,10 2 0,7 4 0,9 6 0,5 5 0,5 4 0,4 3 0,-10 1-8191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59.17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113 194 24575,'-3'-7'0,"-1"0"0,1 0 0,0-1 0,0 1 0,1-1 0,0 0 0,0 1 0,0-9 0,2 12 0,0 0 0,0 1 0,1-1 0,0 0 0,0 1 0,0-1 0,0 1 0,0-1 0,1 1 0,-1-1 0,1 1 0,0 0 0,0 0 0,0 0 0,1 0 0,-1 0 0,1 0 0,-1 1 0,5-4 0,0 0 0,1 1 0,0-1 0,0 2 0,0-1 0,1 1 0,0 0 0,-1 1 0,1 0 0,0 0 0,1 1 0,-1 0 0,0 1 0,1 0 0,17 0 0,-21 1 0,0 1 0,0-1 0,0 1 0,1 0 0,-1 1 0,0 0 0,-1 0 0,1 0 0,0 0 0,0 1 0,-1 0 0,0 0 0,1 1 0,-1-1 0,0 1 0,-1 0 0,1 1 0,-1-1 0,0 1 0,0 0 0,0 0 0,-1 0 0,5 8 0,-6-8 0,0 1 0,-1 0 0,1 0 0,-1-1 0,0 1 0,-1 0 0,1 0 0,-1 0 0,0 0 0,-1 0 0,1 0 0,-1 0 0,0 0 0,-1 0 0,0-1 0,0 1 0,0-1 0,0 1 0,-1-1 0,-4 8 0,-4 4 0,-1 0 0,0-1 0,-1 0 0,-25 23 0,-3-4 0,-68 47 0,-9 5 0,114-83 0,-1 0 0,1 0 0,0 0 0,-6 8 0,10-11 0,-1-1 0,1 1 0,0 0 0,-1-1 0,1 1 0,0 0 0,-1-1 0,1 1 0,0 0 0,0-1 0,-1 1 0,1 0 0,0 0 0,0-1 0,0 1 0,0 0 0,0-1 0,0 1 0,0 0 0,0 0 0,0-1 0,0 1 0,1 0 0,-1 0 0,0-1 0,0 1 0,1 0 0,-1-1 0,1 1 0,-1-1 0,0 1 0,1 0 0,-1-1 0,1 1 0,-1-1 0,1 1 0,-1-1 0,1 1 0,0-1 0,-1 0 0,1 1 0,0-1 0,-1 0 0,1 1 0,0-1 0,-1 0 0,2 1 0,6 1 45,1 0 0,-1 0 0,0-1 0,1 0 0,-1 0 0,13-1 0,53-6-650,-45 3-470,48-6-5751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59.56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182 303 24575,'1'-65'0,"1"38"0,-1-1 0,-2 1 0,0-1 0,-2 0 0,-11-42 0,14 69 0,0-1 0,-1 0 0,1 1 0,-1-1 0,1 1 0,-1-1 0,0 1 0,0-1 0,0 1 0,0-1 0,0 1 0,0 0 0,0 0 0,0 0 0,0-1 0,-1 1 0,1 0 0,0 0 0,-1 1 0,1-1 0,-1 0 0,-1 0 0,2 1 0,-1 0 0,1 0 0,-1 0 0,1 0 0,-1 1 0,1-1 0,-1 1 0,1-1 0,-1 1 0,1-1 0,0 1 0,-1 0 0,1 0 0,0 0 0,0 0 0,0 0 0,0 0 0,0 0 0,0 0 0,0 0 0,0 0 0,0 0 0,0 1 0,0-1 0,0 2 0,-11 18 0,0 1 0,2 0 0,0 1 0,-11 45 0,8-15 0,-6 62 0,11-36 0,3 0 0,4 1 0,3 0 0,4-1 0,3 0 0,4 0 0,3-1 0,42 125 0,-40-154-1365,-5-12-5461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2:59.69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96 24575,'6'-7'0,"8"-7"0,9-6 0,9-1 0,8 2 0,-2 5-8191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3:00.09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91 201 24575,'0'-11'0,"1"1"0,0-1 0,1 1 0,-1-1 0,2 1 0,0 0 0,0 0 0,1 0 0,0 0 0,8-14 0,-8 18 0,0 1 0,0 0 0,0 0 0,0 0 0,1 0 0,0 0 0,0 1 0,0 0 0,0 0 0,1 1 0,-1-1 0,1 1 0,0 1 0,0-1 0,0 1 0,0 0 0,1 0 0,7-1 0,-11 2 0,0 1 0,1 0 0,-1-1 0,0 1 0,0 0 0,1 1 0,-1-1 0,0 0 0,0 1 0,0 0 0,1 0 0,-1 0 0,0 0 0,0 0 0,0 1 0,0-1 0,-1 1 0,1 0 0,0 0 0,-1 0 0,1 0 0,-1 0 0,0 1 0,0-1 0,3 5 0,-2-4 0,-2 1 0,1 0 0,0 0 0,-1 0 0,1 0 0,-1 1 0,0-1 0,-1 0 0,1 1 0,-1-1 0,0 0 0,0 1 0,0-1 0,0 0 0,-1 1 0,0-1 0,0 0 0,-2 8 0,-3 1 0,0 1 0,-1-1 0,0-1 0,-1 1 0,0-1 0,-1-1 0,0 0 0,-15 13 0,5-5 0,-2-2 0,0-1 0,-38 22 0,57-36 0,-1-1 0,0 1 0,1 0 0,0-1 0,-1 1 0,1 0 0,0 0 0,0 1 0,-4 3 0,6-5 0,0-1 0,0 1 0,0-1 0,0 0 0,-1 1 0,1-1 0,0 1 0,0-1 0,0 0 0,0 1 0,0-1 0,0 1 0,0-1 0,0 1 0,0-1 0,1 1 0,-1-1 0,0 0 0,0 1 0,0-1 0,0 1 0,0-1 0,1 0 0,-1 1 0,0-1 0,1 1 0,0 0 0,0 0 0,1 0 0,-1 0 0,1 0 0,-1 0 0,1 0 0,-1-1 0,1 1 0,-1 0 0,3 0 0,100 26 0,41 14 0,-125-34 0,0 2 0,0 0 0,-1 1 0,-1 0 0,18 14 0,-32-21 0,0 0 0,0 1 0,-1-1 0,1 1 0,-1-1 0,0 1 0,0 0 0,0 0 0,-1 0 0,0 1 0,3 4 0,-4-7 0,-1 1 0,1-1 0,-1 0 0,1 0 0,-1 1 0,0-1 0,0 0 0,0 1 0,0-1 0,0 0 0,-1 1 0,1-1 0,-1 0 0,1 0 0,-1 0 0,0 1 0,0-1 0,0 0 0,0 0 0,0 0 0,-1 0 0,1 0 0,0-1 0,-1 1 0,-2 2 0,-2 1 0,1 0 0,-1-1 0,0 0 0,0 0 0,-1-1 0,1 0 0,-1 0 0,0 0 0,-7 2 0,-11 1 0,-32 4 0,54-9 0,-64 6-455,0-3 0,-69-5 0,47-2-6371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3:00.63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0 528 24575,'25'-60'0,"-2"0"0,-4-2 0,15-76 0,-21 72 0,-6 29 0,16-53 0,-16 76 0,-7 14 0,0 0 0,1 0 0,-1 0 0,0 0 0,0 0 0,0 0 0,0 0 0,0 0 0,1 0 0,-1 0 0,0 0 0,0 0 0,0 0 0,0 0 0,0 0 0,1 0 0,-1 0 0,0 0 0,0 0 0,0 0 0,0 0 0,0 0 0,1 0 0,-1 0 0,0 0 0,0 0 0,0 0 0,0 0 0,0 1 0,1-1 0,-1 0 0,0 0 0,0 0 0,0 0 0,0 0 0,0 0 0,0 0 0,0 1 0,0-1 0,0 0 0,0 0 0,1 0 0,-1 0 0,5 28 0,-2 60 0,-19 177 0,8-184 0,-73 749-1365,77-786-5461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3:01.08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1 372 24575,'0'-5'0,"0"-2"0,0 0 0,0 0 0,1 0 0,0 0 0,2-8 0,-2 13 0,-1 0 0,1 0 0,0 0 0,0 0 0,0 0 0,0 1 0,1-1 0,-1 0 0,0 1 0,1-1 0,-1 1 0,1 0 0,-1-1 0,1 1 0,0 0 0,-1 0 0,1 0 0,0 0 0,0 0 0,0 0 0,0 0 0,3 0 0,9-1 0,-1 1 0,1 0 0,0 1 0,0 1 0,-1 0 0,1 0 0,18 6 0,8-1 0,21 3 0,110 12 0,-128-18 0,85-5 0,-116 1 0,0 0 0,0-1 0,0-1 0,0 0 0,0 0 0,-1-1 0,18-9 0,-25 10 0,1 1 0,0-1 0,-1-1 0,0 1 0,0-1 0,0 0 0,0 0 0,0 0 0,-1 0 0,0 0 0,0-1 0,0 0 0,0 0 0,-1 1 0,0-1 0,0-1 0,0 1 0,-1 0 0,2-6 0,0-8 0,-1-1 0,-1 0 0,0 0 0,-1 1 0,-2-1 0,-6-36 0,8 54 0,-1-1 0,0 1 0,1 0 0,-1 0 0,0 0 0,0 0 0,0-1 0,0 1 0,0 1 0,-1-1 0,1 0 0,-4-3 0,5 5 0,0-1 0,-1 1 0,1 0 0,-1 0 0,1-1 0,-1 1 0,1 0 0,-1 0 0,1 0 0,-1 0 0,1 0 0,-1 0 0,1 0 0,-1 0 0,1 0 0,-1 0 0,1 0 0,-1 0 0,1 0 0,0 0 0,-1 0 0,0 1 0,-13 13 0,4 2 0,2 0 0,0 1 0,1 0 0,-9 30 0,-10 75 0,22-102 0,2 1 0,0 0 0,2-1 0,0 1 0,1 0 0,4 21 0,-3-35 0,0 0 0,0 0 0,0-1 0,0 1 0,1-1 0,0 0 0,1 0 0,-1 0 0,8 9 0,-8-12 0,0 0 0,0 0 0,1 0 0,0 0 0,-1-1 0,1 1 0,0-1 0,0 0 0,0 0 0,0 0 0,1-1 0,-1 1 0,0-1 0,1 0 0,-1 0 0,6-1 0,-3 1 0,0-2 0,0 1 0,0-1 0,1 0 0,-1-1 0,0 0 0,0 0 0,-1 0 0,1-1 0,0 0 0,-1 0 0,0-1 0,1 0 0,-1 0 0,-1 0 0,8-8 0,9-9 0,0-1 0,27-38 0,-36 44 0,-7 7 0,0 2 0,-1 0 0,1 0 0,1 0 0,12-11 0,-18 18 0,0-1 0,0 0 0,0 0 0,0 1 0,0-1 0,0 0 0,1 1 0,-1-1 0,0 1 0,0 0 0,0-1 0,1 1 0,-1 0 0,0 0 0,0 0 0,1 0 0,-1 0 0,0 0 0,1 0 0,-1 0 0,0 0 0,0 0 0,1 1 0,-1-1 0,0 1 0,0-1 0,0 1 0,0-1 0,1 1 0,-1 0 0,0-1 0,0 1 0,0 0 0,0 0 0,-1 0 0,1 0 0,0 0 0,0 0 0,0 0 0,-1 0 0,1 0 0,0 2 0,9 18-22,-1 1 0,-1-1 0,-1 1 0,-1 1 0,4 24 0,-2-7-1211,6 21-5593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3:01.70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82 24575,'16'-9'0,"0"-1"0,-1-1 0,0 0 0,19-18 0,-33 28 0,0 0 0,0 0 0,0 0 0,0 0 0,0 0 0,1 0 0,-1 0 0,0 1 0,1-1 0,-1 1 0,0-1 0,4 0 0,-5 1 0,0 0 0,1 0 0,-1 0 0,1 0 0,-1 0 0,0 0 0,1 0 0,-1 1 0,0-1 0,1 0 0,-1 0 0,0 0 0,1 1 0,-1-1 0,0 0 0,0 0 0,1 1 0,-1-1 0,0 0 0,0 1 0,1-1 0,-1 0 0,0 1 0,0-1 0,0 0 0,0 1 0,1-1 0,-1 0 0,0 1 0,0 0 0,1 5 0,-1 0 0,0 0 0,0 0 0,0 0 0,-2 6 0,1-1 0,-4 62 0,2 1 0,12 115 0,-4-149 0,2 0 0,2-1 0,1 0 0,2-1 0,2 0 0,25 49 0,-32-74 58,-3-6-5,0 0 0,-1 0 0,0 0 0,5 14 0,-8-19-106,0-1 0,1 0 0,-1 1 1,0-1-1,0 1 0,0-1 0,0 1 1,0-1-1,0 1 0,-1-1 0,1 1 1,0-1-1,-1 0 0,1 1 0,-1-1 1,0 0-1,1 1 0,-1-1 1,0 0-1,0 0 0,1 1 0,-1-1 1,0 0-1,0 0 0,-1 0 0,1 0 1,0 0-1,0 0 0,0-1 0,-1 1 1,0 0-1,-17 7-6773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3:01.86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0 136 24575,'3'-6'0,"4"-5"0,8-4 0,6-3 0,7 3 0,10-1 0,9 4 0,9 3 0,6 4 0,6-1 0,4 0 0,-2 2 0,1 1 0,-3 2 0,-7-3 0,-14-1-8191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3:02.17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126 107 24575,'-3'-4'0,"0"0"0,1 0 0,-1-1 0,1 1 0,0-1 0,0 1 0,0-1 0,1 0 0,-1 0 0,1 1 0,0-7 0,-11-27 0,12 37 0,0 1 0,0-1 0,0 1 0,-1-1 0,1 1 0,0-1 0,0 1 0,-1 0 0,1-1 0,0 1 0,-1 0 0,1-1 0,0 1 0,-1 0 0,1-1 0,-1 1 0,1 0 0,0 0 0,-1-1 0,1 1 0,-1 0 0,1 0 0,-1 0 0,1 0 0,-1 0 0,1-1 0,-1 1 0,1 0 0,-1 0 0,1 0 0,-1 0 0,1 1 0,-1-1 0,1 0 0,0 0 0,-1 0 0,1 0 0,-1 0 0,1 1 0,-1-1 0,1 0 0,-1 0 0,1 1 0,0-1 0,-1 0 0,1 0 0,0 1 0,-1-1 0,1 1 0,0-1 0,-1 0 0,1 1 0,0-1 0,0 1 0,-1-1 0,1 0 0,0 2 0,-16 27 0,4 10 0,1 1 0,2 0 0,1 0 0,2 1 0,0 60 0,5-79 0,1 0 0,2 1 0,6 39 0,-6-55 0,-1 0 0,1 0 0,0 0 0,1-1 0,0 1 0,0-1 0,0 1 0,0-1 0,1 0 0,0 0 0,1-1 0,-1 1 0,1-1 0,0 0 0,11 8 0,-13-11 0,0 0 0,1-1 0,-1 1 0,1-1 0,-1 0 0,0 0 0,1 0 0,0-1 0,-1 1 0,1-1 0,-1 0 0,1 0 0,0 0 0,-1 0 0,1-1 0,-1 1 0,1-1 0,-1 0 0,1 0 0,-1 0 0,7-3 0,5-4 0,-1-1 0,0 0 0,22-18 0,-24 17 0,1 0 0,15-8 0,-27 18 0,-1-1 0,1 1 0,-1-1 0,1 1 0,-1 0 0,1-1 0,-1 1 0,1 0 0,-1 0 0,1-1 0,0 1 0,-1 0 0,1 0 0,0 0 0,-1 0 0,1 0 0,-1 0 0,1 0 0,0 0 0,-1 0 0,1 0 0,0 0 0,-1 1 0,2-1 0,-2 1 0,0-1 0,0 1 0,0-1 0,0 1 0,0 0 0,0-1 0,0 1 0,0 0 0,0-1 0,0 1 0,0 0 0,0-1 0,0 1 0,-1-1 0,1 1 0,0 0 0,0-1 0,-1 1 0,1 0 0,-23 35 0,21-32 0,-16 21-1365,2-1-5461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3:02.34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0 512 24575,'6'-13'0,"6"-16"0,6-16 0,10-12 0,7-6 0,8-5 0,8 3 0,7 6 0,6 11 0,4 12 0,4 14 0,2 15 0,-3 13 0,-4 12 0,-13 2-8191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3:05.13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0 148 24575,'3'0'0,"5"0"0,0-3 0,2-4 0,6-1 0,6-5 0,9-7 0,11-3 0,18-1 0,13-2 0,-5 3-8191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3:06.86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659 185 24575,'3'-3'0,"0"1"0,-1-1 0,0 0 0,1-1 0,-1 1 0,0 0 0,-1-1 0,1 1 0,-1-1 0,1 1 0,-1-1 0,0 0 0,0 1 0,-1-1 0,1 0 0,-1-4 0,0 6 0,0-1 0,0 1 0,-1 0 0,1-1 0,-1 1 0,0 0 0,1 0 0,-1-1 0,0 1 0,0 0 0,-1 0 0,1 0 0,0 0 0,-1 0 0,1 1 0,-1-1 0,1 0 0,-1 1 0,0-1 0,0 1 0,0-1 0,0 1 0,0 0 0,0 0 0,0 0 0,0 0 0,-4-1 0,-2 0 0,0 1 0,0-1 0,0 1 0,0 1 0,0 0 0,-1 0 0,1 0 0,0 1 0,0 0 0,0 1 0,-9 2 0,-14 6 0,-42 18 0,27-7 0,1 1 0,2 3 0,-51 36 0,71-44 0,1 1 0,1 1 0,0 0 0,1 2 0,2 0 0,0 1 0,-18 30 0,32-44 0,0-1 0,0 1 0,1 0 0,0-1 0,0 1 0,1 1 0,0-1 0,1 0 0,0 0 0,0 1 0,0 13 0,2-16 0,0-1 0,0 0 0,0 0 0,0 0 0,1 0 0,0 0 0,0 0 0,0-1 0,0 1 0,1-1 0,0 1 0,0-1 0,0 0 0,0 0 0,1 0 0,0 0 0,-1-1 0,1 0 0,9 6 0,1-1 0,0-1 0,0-1 0,0-1 0,1 0 0,-1 0 0,1-2 0,1 1 0,-1-2 0,17 1 0,9-2 0,1-1 0,48-6 0,-41-1 0,-1-1 0,0-2 0,75-28 0,-88 25 0,0-2 0,-1-2 0,-1-1 0,-1-1 0,39-31 0,-57 39 0,0-1 0,-2-1 0,1 0 0,-2 0 0,0-1 0,0 0 0,-1-1 0,11-24 0,-17 31 0,-1 1 0,0-1 0,-1 0 0,1 0 0,-2 0 0,1 0 0,-1 0 0,0-1 0,-1 1 0,0 0 0,0 0 0,-1-1 0,0 1 0,0 0 0,-1 0 0,0 0 0,0 0 0,-1 0 0,0 0 0,-6-9 0,2 7 0,0-1 0,-1 2 0,0-1 0,-1 1 0,0 0 0,0 1 0,-1 0 0,0 0 0,-1 1 0,1 0 0,-1 1 0,-1 1 0,1 0 0,-21-7 0,1 3 0,1 2 0,-1 0 0,0 2 0,-56-1 0,56 5-136,1 1-1,0 2 1,0 1-1,0 1 1,0 1-1,0 2 1,1 1-1,1 2 0,-43 19 1,21 0-6690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3:07.34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871 286 24575,'0'-6'0,"-1"1"0,0 0 0,0 0 0,0-1 0,-1 1 0,1 0 0,-1 0 0,0 0 0,-1 0 0,1 1 0,-1-1 0,0 1 0,0-1 0,-1 1 0,1 0 0,-1 0 0,0 1 0,0-1 0,-5-3 0,1 1 0,0 1 0,-1 0 0,0 0 0,1 0 0,-2 1 0,1 1 0,0 0 0,-1 0 0,-15-2 0,-2 2 0,0 2 0,-1 1 0,0 1 0,1 2 0,0 0 0,0 2 0,0 1 0,-32 11 0,18-3 0,1 3 0,1 1 0,0 1 0,-54 38 0,70-41 0,0 1 0,1 2 0,-37 39 0,52-49 0,0 0 0,0 1 0,1 0 0,0 0 0,-6 14 0,10-18 0,0 0 0,0 0 0,0 0 0,1 1 0,0-1 0,0 0 0,0 1 0,1-1 0,0 1 0,2 8 0,-2-10 0,1 0 0,1 0 0,-1 0 0,1-1 0,0 1 0,0-1 0,0 1 0,0-1 0,1 0 0,0 0 0,0 0 0,0 0 0,5 5 0,-2-4 0,1 0 0,-1-1 0,1 1 0,0-1 0,0 0 0,0-1 0,12 5 0,4-2 0,0 0 0,0-2 0,0-1 0,39 1 0,-7-4 0,0-3 0,0-3 0,-1-2 0,0-2 0,0-2 0,-1-3 0,-1-2 0,0-3 0,-2-1 0,51-31 0,-76 39 0,-2-2 0,1 0 0,-2-2 0,0-1 0,-1 0 0,21-25 0,-36 36 0,0-1 0,-1 0 0,0 0 0,0 0 0,-1-1 0,0 1 0,0-1 0,-1 0 0,3-13 0,-5 15 0,0 0 0,-1 0 0,1 1 0,-2-1 0,1 0 0,-1 0 0,0 0 0,0 0 0,-1 1 0,1-1 0,-2 1 0,1-1 0,-1 1 0,-5-9 0,1 4 34,0 0 1,-1 1-1,0 0 0,-1 0 0,0 1 0,-1 0 0,1 1 0,-2 0 0,-11-7 1,0 1-462,-1 2 0,0 1 1,-38-13-1,-5 4-6399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3:07.78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838 346 24575,'-90'-64'0,"-111"-68"0,177 119 0,1 1 0,-2 1 0,1 1 0,-2 2 0,1 0 0,-51-7 0,62 14 0,0 0 0,0 1 0,0 1 0,0 0 0,0 1 0,0 0 0,0 1 0,1 1 0,-1 0 0,1 1 0,0 0 0,-15 9 0,19-9 0,-1 1 0,1 1 0,0-1 0,0 1 0,1 1 0,0 0 0,0 0 0,1 1 0,0 0 0,0 0 0,1 0 0,1 1 0,-1 0 0,1 0 0,-5 18 0,8-23 0,1 0 0,-1 1 0,1-1 0,1 0 0,-1 1 0,1-1 0,0 1 0,0-1 0,0 1 0,1-1 0,0 0 0,0 1 0,1-1 0,-1 0 0,1 1 0,0-1 0,0 0 0,1-1 0,0 1 0,-1 0 0,2-1 0,-1 1 0,0-1 0,1 0 0,0 0 0,0 0 0,0-1 0,0 1 0,10 4 0,0 1 0,2-1 0,-1-1 0,1 0 0,0-1 0,1-1 0,0-1 0,-1 0 0,26 2 0,-7-3 0,1-1 0,-1-3 0,1 0 0,-1-2 0,0-2 0,0-1 0,0-2 0,-1-2 0,0 0 0,-1-3 0,0 0 0,-1-2 0,0-2 0,33-23 0,-53 32 0,-1-1 0,-1 0 0,0 0 0,0-1 0,-1-1 0,0 0 0,9-15 0,-15 22 0,-1 0 0,0 0 0,0 0 0,0 0 0,0-1 0,-1 1 0,0-1 0,0 1 0,0-1 0,0 1 0,-1-1 0,0 0 0,0 1 0,0-1 0,0 0 0,-1 1 0,0-1 0,0 1 0,0-1 0,0 1 0,-1 0 0,0-1 0,0 1 0,0 0 0,-4-6 0,0 3 31,0 0 0,0 0 0,-1 0 0,0 1 0,0 0 0,-1 0 0,0 1 0,0 0 1,0 0-1,-17-6 0,1 2-600,-1 1 0,-42-9 0,3 6-6257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3:08.22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798 444 24575,'-7'-18'0,"-1"1"0,0 0 0,-1 1 0,-1 0 0,-1 1 0,0 0 0,-1 0 0,0 1 0,-17-14 0,19 20 0,0-1 0,-1 1 0,0 1 0,-1 0 0,1 1 0,-1 0 0,-1 1 0,-21-7 0,16 7 0,-1 1 0,0 1 0,1 1 0,-1 1 0,-31 1 0,19 3 0,0 1 0,1 2 0,0 1 0,0 1 0,0 1 0,1 2 0,-38 20 0,52-23 0,1 0 0,-1 1 0,1 1 0,1 0 0,-21 21 0,31-27 0,0-1 0,0 1 0,0 0 0,0 0 0,0 1 0,1-1 0,0 1 0,0-1 0,0 1 0,-1 7 0,2-9 0,1 0 0,0 0 0,0 0 0,0 0 0,0 0 0,0 1 0,1-1 0,0 0 0,-1 0 0,1 0 0,0-1 0,0 1 0,1 0 0,-1 0 0,1 0 0,-1-1 0,1 1 0,3 3 0,0 0 0,1-1 0,0 1 0,0-1 0,1 0 0,0-1 0,0 1 0,0-2 0,0 1 0,0-1 0,1 0 0,0 0 0,13 3 0,11 0 0,59 5 0,-91-11 0,84 5 0,0-3 0,116-13 0,-140 4 0,-1-4 0,1-1 0,-2-3 0,61-25 0,-99 32 0,-1 0 0,-1-2 0,1 0 0,-1-1 0,-1-1 0,0 0 0,19-19 0,-31 26 0,0-1 0,-1 0 0,1 1 0,-1-2 0,0 1 0,-1 0 0,1-1 0,-1 1 0,0-1 0,2-10 0,-4 11 0,0 1 0,-1-1 0,1 0 0,-1 1 0,0-1 0,-1 1 0,0-1 0,1 1 0,-2-1 0,1 1 0,-1-1 0,0 1 0,0 0 0,0 0 0,-4-7 0,-1 2 27,0 0-1,0 1 0,-1 0 0,0 0 1,-1 0-1,0 1 0,0 1 0,-1-1 1,0 2-1,0-1 0,-1 1 0,-17-7 1,-1 1-454,-1 2 0,0 1 1,-50-9-1,14 9-6399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3:08.69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452 236 24575,'18'-47'0,"-13"39"0,-1-1 0,0 0 0,-1-1 0,0 1 0,-1-1 0,0 1 0,1-14 0,-3 21 0,0 0 0,0 1 0,0-1 0,0 0 0,0 0 0,-1 1 0,1-1 0,-1 0 0,1 0 0,-1 1 0,0-1 0,0 1 0,1-1 0,-1 0 0,0 1 0,0 0 0,-1-1 0,1 1 0,-3-3 0,2 2 0,-1 1 0,0-1 0,0 1 0,0-1 0,0 1 0,0 0 0,0 0 0,0 0 0,0 1 0,-5-1 0,-5 0 0,-1 1 0,0 0 0,0 2 0,-14 2 0,-1 1 0,0 1 0,0 2 0,1 1 0,-30 14 0,41-15 0,0 0 0,1 2 0,0 0 0,0 0 0,1 1 0,0 1 0,-20 23 0,30-31 0,1 1 0,0 1 0,1-1 0,-1 0 0,1 1 0,0 0 0,0-1 0,1 1 0,0 0 0,0 1 0,0-1 0,1 0 0,0 0 0,0 1 0,0 12 0,2-13 0,0 0 0,0 0 0,0 0 0,1 0 0,0 0 0,0-1 0,1 1 0,0 0 0,-1-1 0,2 0 0,-1 0 0,1 0 0,-1 0 0,2 0 0,-1-1 0,9 8 0,7 3 0,1 0 0,0-2 0,1 0 0,1-1 0,0-2 0,0 0 0,42 11 0,-4-6 0,121 14 0,-79-20-171,197-7-1,-240-6 103,0-3 1,0-3-1,-1-2 1,95-33-1,-132 37 69,0-1 0,-1-1 0,0-1 0,-1-1 0,-1-1 0,22-17 0,-34 24 0,0-1 0,-1 0 0,1 0 0,-2-1 0,1 1 0,-1-1 0,8-15 0,-11 17 0,1-1 0,-1 1 0,0-1 0,-1 1 0,0-1 0,0 1 0,0-1 0,-1 0 0,0 0 0,0 1 0,-1-1 0,-1-7 0,0 4 33,-1 0 1,0 0-1,-1 0 1,-1 0-1,1 1 1,-1 0-1,-1 0 1,0 0-1,0 0 1,0 1-1,-1 0 1,-1 1-1,1-1 1,-17-11-1,6 6-230,-2 1 0,1 0 1,-2 1-1,1 1 0,-40-12 0,-5 3-6629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3:09.21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719 272 24575,'32'-7'0,"0"-1"0,51-22 0,-68 24 0,0-2 0,0 1 0,-1-2 0,0 0 0,-1 0 0,0-2 0,13-12 0,-24 21 0,-1 1 0,1-1 0,-1 1 0,0-1 0,0 0 0,1 0 0,-1 0 0,0 0 0,0 0 0,-1 0 0,1 0 0,0 0 0,-1 0 0,1 0 0,-1-3 0,0 3 0,0 1 0,0-1 0,0 1 0,-1-1 0,1 1 0,-1-1 0,1 1 0,-1-1 0,1 1 0,-1-1 0,0 1 0,0 0 0,0-1 0,0 1 0,0 0 0,-2-2 0,-2-1 0,0 0 0,0 1 0,0 0 0,0 0 0,-1 0 0,0 1 0,1 0 0,-1 0 0,-11-2 0,-10-1 0,-1 1 0,1 2 0,-1 1 0,-53 4 0,-111 28 0,122-15 0,-87 32 0,120-34 0,0 2 0,1 2 0,-63 40 0,88-50 0,1 0 0,-1 0 0,1 1 0,1 1 0,-1 0 0,2 0 0,-1 1 0,-7 13 0,13-19 0,1-1 0,0 0 0,0 1 0,0-1 0,1 1 0,-1 0 0,1 0 0,1 0 0,-1-1 0,0 1 0,1 0 0,0 0 0,0 0 0,1 0 0,-1 0 0,1-1 0,0 1 0,1 0 0,-1 0 0,1-1 0,0 1 0,0-1 0,0 1 0,0-1 0,5 5 0,1 2 0,1 0 0,1-2 0,0 1 0,0-1 0,1 0 0,0-1 0,0-1 0,23 13 0,8-1 0,58 19 0,-6-10-154,1-4-1,1-4 1,1-5 0,0-3-1,179-3 1,-208-11 154,101-15 0,-146 13 0,0 0 0,-1-2 0,0-1 0,0 0 0,0-2 0,-1 0 0,-1-2 0,23-14 0,-36 20 0,0-1 0,0 1 0,-1-1 0,1-1 0,-2 1 0,1-1 0,-1 0 0,0 0 0,0-1 0,5-11 0,-7 12 0,-1 1 0,0-1 0,0 1 0,-1-1 0,0 0 0,0 1 0,0-1 0,-1 0 0,0 0 0,0 0 0,-1 1 0,0-1 0,0 0 0,-3-6 0,0-1 0,-2 0 0,0 0 0,0 1 0,-2 0 0,1 0 0,-1 0 0,-1 1 0,-15-16 0,0 4 0,-1 0 0,-47-33 0,17 20-404,-2 3 1,-86-39-1,13 16-5650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3:09.91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50 218 24575,'1'-16'0,"0"-1"0,5-18 0,1-2 0,-4 13 0,-1 1 0,11-43 0,-17 123 0,-24 170 208,-22 344-1781,50-510-5253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3:10.22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104 133 24575,'4'-9'0,"0"1"0,0-1 0,-1 1 0,0-1 0,-1 0 0,1-1 0,-2 1 0,1-13 0,-1 22 0,-1 0 0,0-1 0,0 1 0,0 0 0,0-1 0,0 1 0,0-1 0,0 1 0,0 0 0,0-1 0,0 1 0,0 0 0,0-1 0,0 1 0,-1 0 0,1-1 0,0 1 0,0 0 0,0 0 0,0-1 0,0 1 0,-1 0 0,1-1 0,0 1 0,0 0 0,-1 0 0,1-1 0,0 1 0,0 0 0,-1 0 0,1 0 0,0-1 0,-1 1 0,1 0 0,0 0 0,-1 0 0,1 0 0,0 0 0,-1 0 0,1 0 0,0 0 0,-1 0 0,1 0 0,0 0 0,-1 0 0,1 0 0,0 0 0,-1 0 0,1 0 0,0 0 0,-1 0 0,1 0 0,0 0 0,-1 0 0,1 1 0,0-1 0,-1 0 0,1 0 0,0 0 0,0 1 0,-1-1 0,1 0 0,0 0 0,0 1 0,-1-1 0,-17 19 0,7-2 0,1 0 0,0 0 0,2 1 0,0 0 0,-6 22 0,4-6 0,1 1 0,-3 35 0,9-45 0,1-1 0,2 1 0,0-1 0,1 1 0,2-1 0,9 45 0,-9-59 0,1 0 0,0 1 0,0-1 0,1 0 0,0-1 0,0 1 0,13 14 0,-14-18 0,1-1 0,0-1 0,0 1 0,1-1 0,-1 0 0,1 0 0,0 0 0,0-1 0,0 0 0,1 0 0,-1 0 0,1-1 0,8 2 0,-10-3 0,1 0 0,0 0 0,-1-1 0,1 0 0,0 0 0,-1 0 0,1 0 0,0-1 0,-1 0 0,1-1 0,0 1 0,-1-1 0,10-4 0,-8 2 0,1-1 0,-1 1 0,0-2 0,-1 1 0,1-1 0,-1 0 0,0 0 0,7-10 0,-2 0 0,-1 0 0,0 0 0,-2-1 0,0 0 0,0-1 0,-2 1 0,8-32 0,-9 23 0,-2 0 0,0 0 0,-1 0 0,-2 0 0,0 0 0,-5-27 0,2 37 0,0 0 0,0 0 0,-2 1 0,0 0 0,0-1 0,-2 2 0,0-1 0,0 1 0,-1 0 0,-1 1 0,-11-13 0,17 22-42,0 0-1,-1 0 0,0 0 1,0 0-1,0 1 0,0 0 1,0 0-1,-1 0 0,1 1 1,-1-1-1,0 1 0,0 0 1,0 0-1,0 1 0,0 0 1,0-1-1,0 2 0,0-1 1,-1 1-1,1-1 0,0 1 1,-1 1-1,1-1 0,0 1 1,0 0-1,0 0 0,0 1 1,0-1-1,0 1 0,0 0 1,-9 5-1,-17 15-6783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3:10.44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1 132 24575,'3'-6'0,"1"-9"0,0-4 0,-1-6 0,-1-1 0,-1 1 0,0 10 0,-1 14 0,0 14 0,0 14 0,-3 14 0,-1 10 0,0 9 0,1 3 0,4 1 0,1-5 0,4-6 0,1-12-8191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3:10.58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19 170 24575,'0'-12'0,"0"-14"0,0-8 0,0-2 0,-3 5 0,-4 9 0,-1 13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3:10.83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1 208 24575,'2'0'0,"0"-1"0,0 0 0,0 0 0,-1 1 0,1-1 0,0 0 0,0 0 0,0-1 0,-1 1 0,1 0 0,-1-1 0,3-1 0,4-4 0,24-15 0,1 1 0,1 2 0,1 1 0,1 1 0,0 2 0,1 2 0,1 2 0,55-11 0,5 9-341,1 3 0,1 5-1,148 11 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3:11.03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0 24575,'0'3'0,"0"7"0,0 6 0,0 5 0,3 6 0,1 8 0,-1 6 0,4 4 0,-1 3 0,-1-1 0,3 1 0,-2-1 0,0-5 0,-2-5 0,1-4 0,0-9-8191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3:11.18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1 403 24575,'3'-18'0,"1"-23"0,3-19 0,4-12 0,-1 1 0,2 5 0,-2 17 0,-2 24 0,-3 24 0,-2 14-8191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3:12.09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0 283 24575,'1'2'0,"0"0"0,-1 0 0,1 0 0,0 0 0,0 0 0,0 0 0,0-1 0,0 1 0,0 0 0,0 0 0,1-1 0,-1 1 0,3 2 0,22 17 0,-21-17 0,-1 0 0,1-1 0,0 1 0,0-1 0,0 0 0,1-1 0,5 3 0,-9-4 0,0-1 0,1 1 0,-1-1 0,0 0 0,1 0 0,-1 0 0,0 0 0,1-1 0,-1 1 0,0 0 0,0-1 0,1 0 0,-1 1 0,0-1 0,0 0 0,0 0 0,0 0 0,0-1 0,3-1 0,27-22 0,-1-1 0,35-37 0,-38 35 0,0 1 0,50-35 0,-76 60 0,1 0 0,0 0 0,0 1 0,0-1 0,0 1 0,0 0 0,0 0 0,0 0 0,6-1 0,-8 2 0,0 0 0,0 0 0,0 0 0,0 1 0,0-1 0,0 0 0,0 1 0,0-1 0,-1 0 0,1 1 0,0-1 0,0 1 0,0-1 0,0 1 0,0 0 0,-1-1 0,1 1 0,0 0 0,0 0 0,-1-1 0,1 1 0,-1 0 0,1 0 0,-1 0 0,1 0 0,-1 0 0,1 0 0,-1 0 0,0 0 0,0 0 0,1 0 0,-1 0 0,0 1 0,3 20 0,-1 0 0,0 0 0,-2 0 0,-2 25 0,0-17 0,4 41 0,-2-66 0,2 17 0,9 36 0,-10-54 0,0 1 0,0 0 0,1-1 0,0 1 0,-1-1 0,2 1 0,-1-1 0,1 0 0,-1 0 0,1 0 0,0 0 0,0 0 0,1-1 0,3 4 0,-5-6 0,0-1 0,0 1 0,0 0 0,0 0 0,0-1 0,0 1 0,0-1 0,0 0 0,0 0 0,0 0 0,0 0 0,0 0 0,0 0 0,0 0 0,0-1 0,0 1 0,0-1 0,0 1 0,0-1 0,0 0 0,0 0 0,0 0 0,0 0 0,2-2 0,6-4 0,-1 0 0,1 0 0,7-10 0,-11 11 0,54-59 0,-47 48 0,0 1 0,2 0 0,0 2 0,27-21 0,-39 33 0,0 0 0,0 0 0,0 0 0,0 1 0,0 0 0,0-1 0,1 1 0,-1 0 0,6 0 0,-7 1 0,-1 0 0,0 0 0,0 0 0,0 0 0,0 0 0,0 1 0,0-1 0,0 0 0,1 1 0,-1-1 0,0 1 0,0-1 0,0 1 0,-1 0 0,1-1 0,0 1 0,0 0 0,0 0 0,0 0 0,-1 0 0,1-1 0,0 1 0,-1 0 0,1 0 0,0 0 0,-1 0 0,0 0 0,1 1 0,-1-1 0,0 0 0,1 2 0,2 12 0,-1 0 0,0 0 0,-1 0 0,-1 0 0,-2 22 0,1-17 0,0-1 0,4 33 0,-2-49 0,-1-1 0,0 1 0,1-1 0,0 1 0,-1-1 0,1 1 0,0-1 0,0 1 0,0-1 0,1 0 0,-1 1 0,1-1 0,-1 0 0,1 0 0,0 0 0,-1 0 0,1-1 0,0 1 0,3 2 0,-2-3 0,0 0 0,0 0 0,0 0 0,0 0 0,0-1 0,0 1 0,0-1 0,0 1 0,0-1 0,0 0 0,0-1 0,0 1 0,0 0 0,4-2 0,6-2 0,0 0 0,0-1 0,0-1 0,-1 0 0,0 0 0,13-10 0,11-10 0,-1-2 0,-1-1 0,52-58 0,-42 35 0,66-102 0,-102 143 0,-1 0 0,0-1 0,-1 0 0,0 0 0,-1-1 0,0 1 0,5-24 0,-10 35 0,0 0 0,1 0 0,-1 1 0,0-1 0,0 0 0,0 0 0,0 1 0,0-1 0,0 0 0,0 0 0,0 1 0,0-1 0,-1 0 0,1 0 0,0 1 0,0-1 0,-1 0 0,1 1 0,0-1 0,-1 0 0,1 1 0,-1-1 0,1 1 0,-1-1 0,1 0 0,-1 1 0,1-1 0,-2 0 0,1 1 0,0 0 0,0 0 0,-1-1 0,1 1 0,0 0 0,-1 0 0,1 0 0,0 0 0,-1 1 0,1-1 0,0 0 0,0 1 0,-1-1 0,-1 1 0,-6 4 0,0-1 0,0 1 0,-9 7 0,-6 6 0,1 1 0,1 1 0,0 1 0,2 0 0,-21 29 0,28-32 0,0 1 0,1 0 0,2 0 0,0 2 0,1-1 0,0 1 0,-7 33 0,14-45 0,0 0 0,1 1 0,0-1 0,1 1 0,0-1 0,0 1 0,1-1 0,1 0 0,-1 1 0,6 15 0,-6-22 0,0 0 0,1 1 0,-1-1 0,1 0 0,0 0 0,0 0 0,0 0 0,0 0 0,1-1 0,-1 1 0,1-1 0,-1 1 0,1-1 0,0 0 0,0 0 0,0 0 0,0-1 0,0 1 0,1-1 0,-1 1 0,0-1 0,1 0 0,-1-1 0,1 1 0,-1 0 0,1-1 0,-1 0 0,1 0 0,-1 0 0,1 0 0,3-1 0,5-1 0,0-1 0,0 0 0,-1-1 0,1 0 0,-1 0 0,0-1 0,0-1 0,-1 0 0,11-7 0,13-13 0,35-33 0,-68 58 0,89-90 0,13-12 0,-102 102 0,4-4 0,1 1 0,0-1 0,1 1 0,10-6 0,-16 9 0,-1 1 0,1 0 0,0-1 0,0 1 0,0-1 0,0 1 0,0 0 0,0 0 0,0-1 0,0 1 0,0 0 0,0 0 0,0 0 0,0 0 0,0 0 0,0 0 0,0 1 0,0-1 0,0 0 0,0 0 0,0 1 0,0-1 0,0 1 0,0-1 0,-1 1 0,1-1 0,0 1 0,0-1 0,0 1 0,-1 0 0,1-1 0,0 1 0,-1 0 0,1 0 0,0-1 0,-1 1 0,1 0 0,-1 0 0,0 0 0,1 0 0,-1 0 0,1 0 0,-1 0 0,0 1 0,4 20 0,-1-1 0,-1 1 0,-1 0 0,-1 0 0,-3 27 0,1-15 0,0 1-151,-1 0-1,-2 0 0,-1 0 0,-2-1 1,-1 0-1,-2 0 0,-1-1 1,-24 46-1,2-22-6674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3:12.32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667 150 24575,'-213'5'0,"-144"-5"0,284-9 0,53 1 0,19 8 0,1 0 0,0 0 0,0 0 0,0 0 0,-1-1 0,1 1 0,0 0 0,0 0 0,0 0 0,0 0 0,0 0 0,-1-1 0,1 1 0,0 0 0,0 0 0,0 0 0,0-1 0,0 1 0,0 0 0,0 0 0,0 0 0,0-1 0,0 1 0,0 0 0,0 0 0,0 0 0,0-1 0,0 1 0,0 0 0,0 0 0,0 0 0,0-1 0,0 1 0,0 0 0,0 0 0,0 0 0,0-1 0,0 1 0,1 0 0,-1 0 0,0-1 0,3 0 0,0-1 0,0 0 0,0 1 0,0-1 0,0 1 0,0 0 0,0 0 0,0 0 0,4 0 0,57-11 0,104-4 0,-149 14 0,195-10-493,691-15-4336,8 20 3707,197-3-725,-1053 9 1738,398-20-681,-379 13 1789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3:16.47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30 24575,'0'-3'0,"0"-4"0,0-5 0,0 4 0,0 9 0,0 11 0,0 12 0,0 12 0,3 12 0,1 7 0,3 6 0,0 3 0,-1 0 0,-1-11-8191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3:16.66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89 224 24575,'0'-12'0,"-3"-14"0,-4-12 0,-4-5 0,-1 1 0,0 9 0,-2 12 0,2 12 0,2 16 0,4 11 0,5 9 0,6 10 0,3-2-8191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3:16.86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11 24575,'2'-2'0,"1"1"0,0-1 0,0 1 0,0 0 0,0 0 0,0 1 0,0-1 0,0 0 0,0 1 0,0 0 0,1 0 0,-1 0 0,0 0 0,0 0 0,0 1 0,0-1 0,5 3 0,-3-1 0,-1 0 0,0 0 0,0 0 0,0 1 0,-1 0 0,1 0 0,0 0 0,-1 0 0,0 0 0,5 8 0,3 4 0,-2 1 0,0 1 0,-1 0 0,11 32 0,-5-13-195,-3 1 0,-1 1 0,-1 0 0,-2 0 0,-2 0 0,0 40 0,-5-55-6631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3:17.30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67 455 24575,'59'-150'0,"-56"131"0,-3 18 0,0 1 0,-1 0 0,1-1 0,0 1 0,0 0 0,0 0 0,0-1 0,0 1 0,0 0 0,0 0 0,-1-1 0,1 1 0,0 0 0,0 0 0,0 0 0,0-1 0,-1 1 0,1 0 0,0 0 0,0 0 0,-1 0 0,1-1 0,0 1 0,0 0 0,-1 0 0,1 0 0,0 0 0,0 0 0,-1 0 0,1 0 0,0 0 0,-1 0 0,-1 0 0,0 1 0,0 0 0,0-1 0,0 1 0,0 0 0,1 0 0,-1 0 0,0 1 0,1-1 0,-1 0 0,1 0 0,-1 1 0,1-1 0,-2 3 0,-8 10 0,0 0 0,2 1 0,-1 0 0,2 0 0,0 1 0,-11 31 0,15-33 0,0-1 0,0 1 0,2 0 0,0 0 0,0 0 0,1 1 0,1-1 0,1 0 0,1 15 0,0-21 0,0 0 0,1 0 0,0-1 0,0 1 0,0-1 0,1 0 0,0 0 0,1 0 0,-1 0 0,1-1 0,1 1 0,-1-1 0,1-1 0,0 1 0,0-1 0,1 0 0,0 0 0,0-1 0,0 0 0,0 0 0,0-1 0,1 0 0,9 3 0,-9-3 0,0-1 0,1 0 0,0 0 0,-1-1 0,1 0 0,0-1 0,-1 0 0,1 0 0,0-1 0,0 0 0,-1 0 0,1-1 0,-1 0 0,1-1 0,-1 0 0,0 0 0,0 0 0,0-1 0,0-1 0,-1 1 0,10-9 0,-13 9 0,1 0 0,-2 0 0,1 0 0,0-1 0,-1 1 0,0-1 0,0 0 0,0 0 0,-1 0 0,1 0 0,-1-1 0,0 1 0,-1-1 0,2-8 0,-2 5 0,-1 0 0,1 0 0,-2 0 0,1-1 0,-2 1 0,1 0 0,-1 0 0,-4-11 0,-4-6 0,0 1 0,-3 0 0,0 0 0,-1 2 0,-17-23 0,-42-43 0,46 57 0,-37-53 0,62 80 0,-1 1 0,0-1 0,1 1 0,0-1 0,0 0 0,1 0 0,-1 0 0,-1-8 0,3 10 0,0 1 0,0 0 0,0-1 0,1 1 0,-1 0 0,1 0 0,-1-1 0,1 1 0,0 0 0,-1 0 0,1-1 0,0 1 0,1 0 0,-1 0 0,0 0 0,1 1 0,-1-1 0,1 0 0,-1 0 0,1 1 0,2-3 0,5-2 0,0 0 0,0 1 0,0 0 0,1 0 0,0 1 0,0 0 0,0 1 0,0 0 0,1 1 0,-1 0 0,1 0 0,0 1 0,-1 1 0,1 0 0,12 1 0,-11 0 0,-1 0 0,1 1 0,0 0 0,-1 1 0,0 1 0,0-1 0,0 2 0,0-1 0,-1 2 0,1-1 0,-1 1 0,-1 1 0,17 13 0,-21-15 0,0 1 0,0 0 0,0 0 0,-1 1 0,0-1 0,0 1 0,0 0 0,-1 0 0,0 0 0,0 0 0,-1 0 0,0 1 0,1 11 0,-2-8 0,0 0 0,-1 0 0,-1-1 0,0 1 0,0 0 0,-1 0 0,-1-1 0,-6 19 0,0-8 0,0-1 0,-1 0 0,-2-1 0,0 0 0,0-1 0,-2 0 0,0-1 0,-30 27 0,4-12-1365,4-6-5461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3:17.67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1990 0 24575,'-85'3'-498,"0"3"0,1 3 0,-104 26 0,71-4-499,-183 73 1,197-59 741,1 3 0,3 5 0,-137 98 0,174-105 108,3 2-1,2 2 1,2 3 0,2 3 0,3 2 0,-45 68-1,71-90 144,2 1-1,2 1 1,1 1 0,-24 76-1,34-86 4,2 2-1,1-1 1,2 0-1,1 1 1,1 0-1,1 0 1,6 45-1,0-42 8,1 0-1,2 0 1,2-1-1,1 0 1,1-1-1,2 0 1,18 30-1,-9-22 4,3-2 0,1-1 0,2-1 0,58 58-1,-31-45-71,2-3 1,1-1-1,3-4 0,1-2 0,2-3 0,102 40 1,-85-45-44,2-4 0,1-4 1,1-3-1,0-4 1,2-4-1,-1-4 0,1-4 1,0-3-1,0-5 1,0-3-1,127-27 0,-133 15 19,-1-3-1,-1-4 1,-1-4-1,-1-3 1,75-44 0,-90 39 56,-1-2 0,-3-2 1,-1-4-1,-3-1 0,-1-3 1,50-62-1,-66 65 76,-2-1 1,-3-1 0,-1-2-1,-3-2 1,-3 0-1,-1-2 1,-3-1-1,-3 0 1,21-97-1,-33 108 7,-1 0 1,-2-1-1,-2 1 0,-3-1 0,-8-69 0,3 77-34,-2 1 0,-1 1 0,-2-1 0,-2 2-1,-1-1 1,-1 2 0,-24-39 0,21 46-18,-1 0 0,-1 1 0,-1 1 0,-1 1 0,-2 1 0,0 0 0,-1 2 0,-1 2 0,-1 0 0,-57-29 0,50 32 0,0 2 0,0 1 0,-1 2 0,-1 1 0,0 2 0,0 2 0,0 1 0,-1 1 0,-57 3 0,50 4-56,-70 14-1,-23 18-504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3:18.06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98 454 24575,'-10'9'0,"0"1"0,1 1 0,0-1 0,1 2 0,0-1 0,0 1 0,1 0 0,-5 15 0,8-17 0,1 0 0,0 0 0,1 0 0,0 0 0,1 0 0,0 0 0,1 1 0,0-1 0,0 0 0,1 1 0,4 15 0,0-8 0,0 0 0,1 0 0,2-1 0,-1 0 0,2-1 0,0 1 0,1-2 0,1 1 0,0-2 0,1 1 0,1-2 0,0 1 0,15 11 0,5 1 0,1-2 0,1-1 0,1-1 0,67 29 0,-36-24-72,1-3-1,2-3 1,0-3 0,0-3-1,2-4 1,118 5-1,-96-15-28,0-4-1,-1-4 1,1-4 0,150-39-1,-177 32 104,-2-3-1,0-3 1,-2-3-1,-1-2 1,-1-3 0,103-73-1,-128 77-4,-1-2-1,-2-1 0,-1-1 1,44-59-1,-55 62-13,-1-2 1,-2 0-1,-1-1 0,-2 0 1,-1-2-1,14-47 0,-22 58 18,-1-1 0,-1 0 0,-1 0 0,-1 0 0,-1 0 0,-1 0 0,-6-42 0,4 55-6,0 0 1,-1 1 0,0 0-1,-1-1 1,0 1 0,-1 1-1,0-1 1,-9-13 0,9 17-20,1 1 1,-1-1 0,-1 1-1,1 0 1,-1 0 0,0 1 0,0-1-1,0 1 1,0 1 0,-1-1-1,0 1 1,0 0 0,-10-2-1,-18-2-6671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3:18.47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0 212 24575,'0'4'0,"0"-1"0,1 1 0,-1-1 0,0 1 0,1-1 0,0 0 0,1 4 0,-2-6 0,0-1 0,1 1 0,-1-1 0,0 0 0,0 1 0,1-1 0,-1 1 0,0-1 0,1 0 0,-1 1 0,0-1 0,1 0 0,-1 1 0,1-1 0,-1 0 0,1 0 0,-1 1 0,0-1 0,1 0 0,-1 0 0,1 0 0,0 1 0,0-2 0,0 1 0,0 0 0,0 0 0,0 0 0,0-1 0,0 1 0,0 0 0,0-1 0,0 1 0,0-1 0,0 1 0,-1-1 0,1 1 0,0-1 0,1-1 0,22-19 0,38-46 0,4-4 0,-57 63 0,7-7 0,30-23 0,-43 36 0,1-1 0,0 1 0,0-1 0,0 1 0,1 0 0,-1 0 0,0 1 0,1 0 0,-1-1 0,1 1 0,-1 1 0,1-1 0,0 1 0,5 0 0,-7 0 0,0 1 0,0 0 0,-1 0 0,1 0 0,-1 0 0,1 1 0,-1-1 0,1 1 0,-1-1 0,0 1 0,0 0 0,0 0 0,0 0 0,0 0 0,0 0 0,0 1 0,-1-1 0,1 1 0,-1-1 0,1 1 0,-1-1 0,1 4 0,3 8 0,-1 1 0,0-1 0,2 16 0,-4-18 0,28 139-1365,-22-103-5461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3:20.26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82 24575,'6'-6'0,"-2"0"0,1 0 0,-1-1 0,5-7 0,-6 8 0,0 0 0,0 1 0,1 0 0,0 0 0,7-8 0,-11 13 0,0 0 0,1-1 0,-1 1 0,0 0 0,0 0 0,1 0 0,-1-1 0,0 1 0,1 0 0,-1 0 0,0 0 0,0 0 0,1 0 0,-1 0 0,0 0 0,1 0 0,-1 0 0,0 0 0,1 0 0,-1 0 0,0 0 0,1 0 0,-1 0 0,0 0 0,1 0 0,-1 0 0,0 0 0,1 0 0,-1 0 0,0 0 0,0 1 0,1-1 0,-1 0 0,0 0 0,0 0 0,1 0 0,-1 1 0,0-1 0,0 0 0,0 0 0,1 1 0,-1-1 0,0 0 0,0 1 0,0-1 0,0 0 0,1 0 0,-1 1 0,0-1 0,0 0 0,0 1 0,0-1 0,0 0 0,0 1 0,4 21 0,-3-18 0,30 401 254,-18-173-1873,-9-181-5207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3:20.63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859 116 24575,'-7'-7'0,"-1"1"0,1 0 0,-1 0 0,0 1 0,-1 0 0,1 0 0,-1 1 0,0 0 0,0 0 0,0 1 0,-1 1 0,1-1 0,-1 1 0,0 1 0,1 0 0,-1 0 0,0 1 0,0 0 0,1 1 0,-1 0 0,0 1 0,-11 3 0,-2 1 0,0 2 0,0 1 0,1 0 0,0 2 0,1 1 0,1 0 0,-39 30 0,21-9-44,2 1 0,1 2 0,2 1 0,1 2 0,2 1 0,2 1 0,2 1 0,-25 54 0,30-50-6,2 1 1,1 1-1,3 0 1,2 2-1,2-1 1,3 2-1,-5 100 0,13-119 50,2 0 0,1 0 0,1-1 0,1 1 0,3-1 0,0 0 0,2-1 0,14 32 0,-14-41 0,2 1 0,0-1 0,1-1 0,1 0 0,1-1 0,1-1 0,1 0 0,0-1 0,1-1 0,1-1 0,25 17 0,-12-14 0,1-1 0,0-2 0,1-1 0,1-2 0,0-1 0,0-2 0,1-1 0,1-2 0,-1-1 0,1-2 0,62-3 0,-45-3 0,-1-3 0,1-2 0,-1-2 0,-1-3 0,0-1 0,-1-4 0,67-31 0,-77 29 0,-1-2 0,-1-2 0,-2-2 0,0-1 0,-2-2 0,0-1 0,-3-2 0,0-1 0,-2-2 0,26-40 0,-37 46 0,-1 0 0,-2-2 0,-1 0 0,-1-1 0,-2 0 0,-1-1 0,-1 0 0,-2-1 0,-2 1 0,-1-2 0,-1 1 0,-2-1 0,-5-64 0,-1 64 0,-1 0 0,-2 1 0,-2 0 0,-1 0 0,-1 1 0,-2 1 0,-2-1 0,0 2 0,-2 0 0,-2 2 0,0 0 0,-2 0 0,-2 2 0,0 1 0,-1 1 0,-2 1 0,0 1 0,-2 1 0,0 1 0,-2 2 0,0 1 0,-1 1 0,-60-23 0,50 27-154,-1 2 0,-1 2 0,0 2 0,0 1 0,0 2 0,0 3-1,-80 6 1,6 10-6011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3:21.55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1102 340 24575,'0'-1'0,"1"1"0,-1 0 0,1 0 0,-1 0 0,1 0 0,-1 0 0,1 0 0,-1 0 0,0 0 0,1 0 0,-1 0 0,1 0 0,-1 0 0,1 0 0,-1 1 0,1-1 0,-1 0 0,1 0 0,-1 0 0,0 1 0,1-1 0,-1 0 0,1 0 0,-1 1 0,0-1 0,1 0 0,-1 1 0,0-1 0,1 0 0,-1 1 0,0 0 0,-8 11 0,-25 9 0,4-6 0,-2-2 0,1-1 0,-2-1 0,0-2 0,0-1 0,0-1 0,-1-2 0,0-1 0,0-2 0,0-1 0,-38-4 0,59 2 0,1-1 0,0 0 0,1-1 0,-1 0 0,0 0 0,1-1 0,0-1 0,0 0 0,-15-9 0,21 11 0,0 0 0,0 0 0,1-1 0,-1 1 0,1-1 0,0 0 0,0 0 0,0 0 0,0 0 0,1-1 0,0 1 0,-1-1 0,2 1 0,-1-1 0,0 0 0,1 0 0,0 0 0,0 1 0,1-1 0,-1 0 0,1 0 0,0 0 0,1-7 0,2-2 0,-1 0 0,2 0 0,0 0 0,1 0 0,0 1 0,1 0 0,1 0 0,0 1 0,0 0 0,11-12 0,-6 8 0,0 1 0,2 1 0,-1 0 0,2 1 0,0 1 0,32-21 0,-38 28 0,1 0 0,0 0 0,0 1 0,0 0 0,0 1 0,1 0 0,-1 1 0,1 0 0,21-1 0,-26 3 0,0 0 0,-1 1 0,1 0 0,-1 0 0,1 0 0,-1 0 0,1 1 0,-1 0 0,0 0 0,0 0 0,0 1 0,0 0 0,0 0 0,0 0 0,-1 1 0,0-1 0,1 1 0,-2 0 0,1 0 0,6 9 0,-5-4 0,0 0 0,0 1 0,-1 0 0,0 0 0,-1 0 0,0 0 0,-1 0 0,0 1 0,-1-1 0,0 1 0,0-1 0,-1 1 0,-1 0 0,1-1 0,-6 21 0,0-4 0,-1 0 0,-1-1 0,-1 0 0,-25 48 0,11-33 0,-2-2 0,-1-1 0,-2-1 0,-2-2 0,-1-1 0,-46 40 0,39-41 0,-3-2 0,0-2 0,-2-1 0,-1-3 0,-73 32 0,87-45 0,-1-1 0,-34 7 0,55-16 0,0 0 0,0 0 0,0-1 0,-1-1 0,1 1 0,0-2 0,0 1 0,0-2 0,0 1 0,-17-6 0,24 6 0,-1 0 0,1-1 0,0 1 0,0-1 0,-1 0 0,1 0 0,1 0 0,-1-1 0,0 1 0,0 0 0,1-1 0,-1 0 0,1 0 0,0 0 0,0 0 0,0 0 0,0 0 0,1 0 0,-1-1 0,1 1 0,0 0 0,0-1 0,0 0 0,0 1 0,1-1 0,-1 1 0,1-1 0,0 0 0,0 1 0,0-1 0,2-5 0,-1 0 0,1 1 0,0-1 0,1 1 0,0-1 0,1 1 0,-1 0 0,2 0 0,-1 1 0,1-1 0,0 1 0,0 0 0,7-7 0,-3 6 0,-1 1 0,1-1 0,0 2 0,1-1 0,0 1 0,0 0 0,0 1 0,1 0 0,0 1 0,0 0 0,0 1 0,0 0 0,0 1 0,1 0 0,-1 1 0,1 0 0,-1 1 0,1 0 0,-1 1 0,1 0 0,-1 0 0,13 5 0,4 1 0,-1 2 0,-1 1 0,0 0 0,-1 3 0,0 0 0,0 1 0,-1 1 0,21 19 0,15 16 260,-32-26-802,1-1 1,32 20-1,-24-23-6284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3:21.94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1081 309 24575,'-9'-12'0,"0"1"0,-1 1 0,0 0 0,-1 0 0,0 1 0,-1 0 0,1 1 0,-2 1 0,1 0 0,-1 0 0,0 1 0,0 1 0,-1 0 0,0 1 0,0 0 0,0 1 0,0 1 0,0 0 0,-22 0 0,12 3 0,0 1 0,-1 0 0,1 2 0,0 1 0,1 1 0,-1 1 0,1 1 0,1 0 0,-1 2 0,-35 22 0,23-9 0,1 2 0,2 2 0,0 0 0,2 2 0,1 2 0,2 0 0,0 2 0,3 1 0,-40 71 0,33-44 0,3 1 0,3 1 0,2 1 0,3 1 0,-15 93 0,24-96 0,4 0 0,2 0 0,4 74 0,2-107 0,2 0 0,1 0 0,1 0 0,2 0 0,0-1 0,2 0 0,1 0 0,26 49 0,-27-64 0,-1 1 0,1-2 0,1 1 0,1-1 0,-1-1 0,2 0 0,0-1 0,0 0 0,0 0 0,1-1 0,1-1 0,0-1 0,0 1 0,0-2 0,1 0 0,0-1 0,0-1 0,0 0 0,0-1 0,1 0 0,0-1 0,-1-1 0,32-2 0,-15-2 0,-1-2 0,1-1 0,-1-1 0,0-2 0,-1-1 0,0-2 0,0 0 0,49-31 0,-29 12 0,-3-3 0,0-1 0,82-83 0,-89 76-32,-3-2 0,-1-2 0,-2-2 0,-2 0 0,-2-3 1,-3 0-1,-1-1 0,-3-2 0,25-88 0,-38 100-5,-1 0 0,-3 0 1,-1-1-1,-2 0 1,-4-76-1,-2 85 24,-2-1 1,-2 1 0,-1 0-1,-1 0 1,-2 1-1,-1 1 1,-28-53-1,25 59-50,-1 2 0,-1-1 0,-2 2 0,0 0 0,-1 2 0,-1 0 1,-2 1-1,0 1 0,0 1 0,-2 1 0,0 1 0,-1 2 0,-1 0 0,0 2 0,0 1 0,-1 1 0,-1 1 0,0 2 0,-48-7 0,-6 6-6230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3:55.17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24575,'3'0'0,"17"0"0,17 0 0,21 7 0,19 1 0,19 0 0,-1-2 0,-5-2 0,-14-1 0,-17-1 0,-18-2-8191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5:33:55.51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57 24575,'6'0'0,"18"0"0,27-3 0,16-4 0,16-1 0,0-2 0,2 0 0,-5 2 0,-13 3 0,-14 2 0,-13 1 0,-14 1-8191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2:51.63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514 610 24575,'2'-2'0,"1"0"0,-1 1 0,1-1 0,-1 1 0,1 0 0,0 0 0,-1 0 0,1 0 0,0 0 0,0 0 0,0 1 0,-1 0 0,1-1 0,0 1 0,0 0 0,6 1 0,-7-1 0,-1 0 0,1 0 0,0 1 0,0-1 0,-1 0 0,1 1 0,0 0 0,-1-1 0,1 1 0,-1 0 0,1 0 0,-1 0 0,1 0 0,-1 0 0,0 0 0,1 0 0,-1 0 0,0 1 0,0-1 0,0 0 0,0 1 0,0-1 0,0 1 0,0-1 0,0 1 0,-1 0 0,1-1 0,0 4 0,-1 5 0,0 0 0,-1 0 0,0 0 0,-1-1 0,0 1 0,-1 0 0,0-1 0,-6 15 0,-2 8 0,-127 385 0,-43 149 0,176-550 0,-1 3 0,1 0 0,1 0 0,0 0 0,1 0 0,1 1 0,1 27 0,1-45 0,0 1 0,1 0 0,-1-1 0,1 1 0,0 0 0,0-1 0,0 1 0,0-1 0,0 1 0,0-1 0,1 0 0,-1 1 0,1-1 0,0 0 0,-1 0 0,1 0 0,0 0 0,0 0 0,3 1 0,-1-1 0,-1 0 0,1 0 0,0-1 0,0 1 0,1-1 0,-1 0 0,0 0 0,0 0 0,1-1 0,7 1 0,7-3 0,0 0 0,-1 0 0,0-2 0,26-8 0,-1-2 0,-1-2 0,0-2 0,65-38 0,-53 22 0,-1-2 0,49-45 0,-101 80 0,4-4 0,0 1 0,0 0 0,1 1 0,7-5 0,-12 8 0,-1-1 0,1 1 0,0 0 0,-1-1 0,1 1 0,0 0 0,-1 0 0,1 0 0,0 0 0,0 0 0,-1 0 0,1 0 0,0 0 0,-1 0 0,1 0 0,0 0 0,-1 0 0,1 0 0,0 1 0,0-1 0,0 1 0,0 0 0,-1-1 0,1 1 0,-1 0 0,1 0 0,-1 0 0,1-1 0,-1 1 0,0 0 0,1 0 0,-1 0 0,0 0 0,0 0 0,1 0 0,-1 0 0,0 0 0,0 0 0,0-1 0,0 1 0,-1 2 0,-1 18 0,-1 0 0,-1 0 0,-1 0 0,-11 30 0,0 0 0,-277 756 0,-49 35 0,329-808 0,-112 299 0,90-228 0,-24 131 0,57-226 0,1-5 0,0 1 0,0 0 0,0 0 0,1 0 0,0 10 0,0-16 0,0 0 0,0 0 0,0 0 0,0 0 0,0 0 0,0 0 0,0 0 0,0 0 0,0 1 0,0-1 0,0 0 0,0 0 0,0 0 0,0 0 0,0 0 0,1 0 0,-1 0 0,0 0 0,0 0 0,0 0 0,0 0 0,0 0 0,0 0 0,0 0 0,0 0 0,0 0 0,0 0 0,0 0 0,0 0 0,1 0 0,-1 0 0,0 1 0,0-1 0,0 0 0,0 0 0,0-1 0,0 1 0,0 0 0,0 0 0,0 0 0,0 0 0,1 0 0,-1 0 0,0 0 0,0 0 0,0 0 0,0 0 0,0 0 0,0 0 0,0 0 0,0 0 0,0 0 0,0 0 0,0 0 0,0 0 0,0 0 0,0 0 0,0 0 0,1-1 0,5-6 0,7-10 0,73-115 0,133-219 0,-50 52-128,281-464-414,-146 331 515,65-100 166,-332 472 68,58-87 144,-74 119-351,-17 25 0,0-1 0,-1 0 0,0-1 0,1 1 0,-1-1 0,-1 1 0,1-1 0,-1 0 0,0 0 0,0 0 0,0 0 0,-1-1 0,0 1 0,0 0 0,1-6 0,-2 3 0,1 0 0,-1 0 0,-1 0 0,0 0 0,0 0 0,-3-12 0,3 18 0,0-1 0,0 0 0,-1 1 0,1 0 0,-1-1 0,1 1 0,-1 0 0,0-1 0,0 1 0,0 0 0,0 1 0,0-1 0,-1 0 0,1 0 0,-1 1 0,1 0 0,-1-1 0,1 1 0,-1 0 0,0 0 0,-4-1 0,-19-4 0,0 1 0,0 1 0,-1 2 0,1 0 0,-28 2 0,-135 19 0,2-1 0,152-16 0,18-1 0,0 0 0,-1-1 0,1 0 0,-33-7 0,50 7 0,-1 0 0,1 0 0,-1 0 0,1 0 0,-1 0 0,1-1 0,-1 1 0,1 0 0,-1 0 0,1-1 0,-1 1 0,1 0 0,-1-1 0,1 1 0,-1 0 0,1-1 0,0 1 0,-1-1 0,1 1 0,0-1 0,-1 1 0,1-1 0,0 1 0,0-1 0,-1 1 0,1-1 0,0 1 0,0-1 0,0 1 0,0-1 0,0 1 0,0-1 0,0 1 0,0-1 0,0 0 0,0 1 0,0-1 0,0 1 0,0-1 0,0 1 0,0-1 0,0 1 0,1-1 0,-1 1 0,0-1 0,1 1 0,-1-1 0,20-25 0,-15 20 0,53-65 0,-4-3 0,54-98 0,74-172 0,-67 120 0,32-54 0,-119 233 0,-19 33 0,-1 0 0,-1 0 0,0-1 0,-1 0 0,5-15 0,-11 28 0,0 0 0,-1 1 0,1-1 0,0 0 0,0 0 0,0 0 0,0 0 0,-1 0 0,1 0 0,0 0 0,0 0 0,0 0 0,-1 0 0,1 0 0,0 0 0,0 0 0,0 0 0,0 0 0,-1 0 0,1 0 0,0 0 0,0 0 0,0 0 0,-1 0 0,1 0 0,0 0 0,0 0 0,0-1 0,0 1 0,-1 0 0,1 0 0,0 0 0,0 0 0,0 0 0,0 0 0,0-1 0,-1 1 0,1 0 0,0 0 0,0 0 0,0 0 0,0-1 0,0 1 0,0 0 0,0 0 0,0 0 0,0-1 0,0 1 0,0 0 0,0 0 0,0 0 0,0 0 0,0-1 0,0 1 0,0 0 0,0 0 0,0 0 0,0-1 0,0 1 0,0 0 0,0 0 0,0-1 0,-18 15 0,11-8 0,-35 20 0,-1-2 0,-1-1 0,-1-3 0,-51 16 0,-195 42 0,-214 13 0,116-24 0,385-66 0,-2 0 0,0 0 0,1 0 0,-1 1 0,1 0 0,-10 4 0,13-1 0,9-2 0,10-1 0,-4-2 0,1 0 0,0-2 0,21-3 0,25-3 0,-59 8 0,0 0 0,1 0 0,-1 0 0,0 0 0,1 0 0,-1 0 0,0 0 0,1 0 0,-1 1 0,0-1 0,1 1 0,-1-1 0,0 1 0,0-1 0,1 1 0,-1 0 0,0 0 0,0-1 0,0 1 0,0 0 0,0 0 0,0 0 0,0 0 0,0 0 0,0 1 0,-1-1 0,1 0 0,0 0 0,-1 0 0,1 1 0,-1-1 0,1 0 0,-1 1 0,0-1 0,0 0 0,1 1 0,-1-1 0,0 0 0,0 2 0,-1 7 0,1 0 0,-2-1 0,1 0 0,-5 17 0,2-12 0,-62 315-1365,61-291-5461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2:59.47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0 343 24575,'1607'-37'-4810,"1317"-130"-180,-1837 102 3885,-965 58 1199,517-41 2436,-621 46-1915,-10 2-267,0-1 1,-1 0-1,1 0 0,0-1 1,12-4-1,-14 0-2963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2:59.72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29 166 24575,'-3'-4'0,"0"0"0,0 0 0,1 0 0,-1 0 0,1 0 0,0-1 0,0 1 0,0-1 0,1 1 0,-1-1 0,1 0 0,0 1 0,1-1 0,-1-6 0,1 7 0,0 0 0,0 0 0,0 0 0,0 0 0,1 0 0,-1 0 0,1 1 0,0-1 0,1 0 0,-1 0 0,0 1 0,1-1 0,0 1 0,0-1 0,0 1 0,0 0 0,5-5 0,-4 5 0,1 1 0,0-1 0,0 1 0,1 0 0,-1 0 0,0 0 0,1 1 0,-1-1 0,1 1 0,-1 0 0,1 0 0,0 1 0,-1-1 0,1 1 0,0 0 0,0 1 0,7 0 0,10 3 0,1 1 0,28 9 0,-34-9 0,52 17 0,99 45 0,-128-48 0,-1 2 0,-1 2 0,60 47 0,-86-60 0,0 1 0,-1 0 0,-1 0 0,0 1 0,0 0 0,-1 1 0,12 23 0,-17-29 0,-1 0 0,0 1 0,-1-1 0,1 1 0,-2-1 0,1 1 0,-1 0 0,0 0 0,0 0 0,-1 0 0,0 0 0,-1-1 0,0 1 0,0 0 0,-1 0 0,-4 14 0,1-10 49,-1 0 0,0-1 0,0 0-1,-1 0 1,0-1 0,-15 16 0,-3 0-903,-29 23 1,-8 3-5973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3:00.87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744 550 24575,'-10'-6'0,"0"1"0,0 1 0,-1 0 0,0 0 0,0 1 0,0 0 0,0 1 0,-19-1 0,28 3 0,0 0 0,0 0 0,0 0 0,1 1 0,-1-1 0,0 1 0,0 0 0,0-1 0,1 1 0,-1 0 0,0 0 0,1 0 0,-1 0 0,1 0 0,-1 0 0,1 0 0,-1 1 0,1-1 0,0 1 0,0-1 0,0 1 0,0-1 0,0 1 0,0-1 0,0 1 0,0 0 0,1 0 0,-2 2 0,0 6 0,-1 0 0,1 0 0,1 1 0,0 11 0,0-19 0,-3 241 40,4-69-258,-15 124-950,-108 588 0,47-553 736,-177 482 1,226-744 441,6-21 39,2 2 0,-17 80 0,35-128 22,1-1 1,-1 1 0,1-1 0,0 1 0,0 0-1,0-1 1,0 1 0,1 0 0,0-1-1,2 8 1,-1-9 5,-1-1-1,0 1 1,1-1-1,0 1 1,-1-1-1,1 0 1,0 1 0,0-1-1,1 0 1,-1 0-1,0 0 1,1-1-1,-1 1 1,1-1-1,-1 1 1,1-1 0,4 2-1,5 1 32,1 0-1,-1-1 1,1-1-1,0 0 1,16 1-1,68-4 271,-64-1-348,336-15-871,114-3-831,1026 63-1077,-4 90 2673,-1183-101-580,-313-31 705,381 25 3861,-382-26-3813,-3 0 91,0 0 0,0 0 0,0 0 0,0-1 0,6-1 1,-10 2-162,0 0 0,0-1 0,1 1 1,-1-1-1,0 0 0,0 1 1,0-1-1,0 1 0,-1-1 0,1 0 1,0 0-1,0 0 0,0 0 0,-1 0 1,1 1-1,0-1 0,-1 0 1,1-1-1,0 1 0,-1 0 0,0 0 1,1 0-1,-1 0 0,0 0 1,1 0-1,-1 0 0,0-2 0,1-22-8,-1 1-1,-3-28 0,-1-5-27,0-837-1563,12 541 1593,67-439-1,-42 591-153,9 2-1,9 1 1,123-310-1,-124 395 405,33-84 836,-70 159-935,-1 0 0,-2 0-1,6-51 1,-15 83-172,0 1 0,-1-1 0,0 0 0,0 1 0,0-1 0,-1 0 0,0 1 0,0-1 0,-4-9 0,4 11 0,-1 1 0,0-1 0,0 1 0,-1 0 0,1 0 0,0 0 0,-1 0 0,0 1 0,0-1 0,0 1 0,0-1 0,0 1 0,0 0 0,-1 0 0,-4-2 0,-8-2 0,0 0 0,-1 1 0,1 1 0,-1 0 0,0 2 0,-21-2 0,-109 4 0,132 0 0,-796 69-2361,522-38 1494,-863 74-1348,207-22 1689,115 35-649,683-84 128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3:01.76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1605 252 24575,'0'0'0,"0"0"0,0 0 0,1 0 0,-1 0 0,0 0 0,0 0 0,1 0 0,-1 0 0,0 0 0,0 0 0,1 0 0,-1 0 0,0 1 0,0-1 0,0 0 0,1 0 0,-1 0 0,0 0 0,0 0 0,1 0 0,-1 0 0,0 1 0,0-1 0,0 0 0,0 0 0,1 0 0,-1 0 0,0 1 0,0-1 0,0 0 0,0 0 0,0 1 0,0-1 0,1 0 0,-1 0 0,0 0 0,0 1 0,0-1 0,-5 12 0,-13 11 0,17-22 0,-530 567-740,-399 503 592,889-1024 148,-28 37 0,67-82 28,1 0 0,-1 0-1,1 0 1,-1 0 0,1 0 0,0 1-1,0-1 1,0 0 0,0 1 0,0-1-1,1 0 1,-1 1 0,1-1 0,-1 1-1,1 2 1,0-4-12,0 0 0,0 0 0,1-1 0,-1 1 1,0 0-1,1 0 0,-1-1 0,1 1 0,-1 0 0,1-1 0,-1 1 0,1-1 0,-1 1 0,1-1 0,-1 1 0,1-1 0,0 1 0,1 0 1,22 5 121,17-5-138,0-1 0,0-3 0,55-9 0,-36 3 0,937-80-1213,5 45-1150,196-13 713,-12-87 1939,-1181 143-196,11-2 490,-1 0 1,29-10-1,-44 13-563,0 0-1,1 0 1,-1 0-1,0 0 1,1 0 0,-1 0-1,0 0 1,0 0-1,1-1 1,-1 1-1,0 0 1,0 0-1,0 0 1,1 0 0,-1 0-1,0 0 1,0-1-1,0 1 1,1 0-1,-1 0 1,0 0-1,0-1 1,0 1 0,0 0-1,1 0 1,-1-1-1,0 1 1,0 0-1,0 0 1,0-1-1,0 1 1,0 0 0,0 0-1,0-1 1,0 1-1,0 0 1,0 0-1,0-1 1,0 1 0,0 0-1,0 0 1,0-1-1,0 1 1,0 0-1,0 0 1,0-1-1,0 1 1,-1 0 0,1 0-1,0-1 1,0 1-1,0 0 1,0 0-1,-1 0 1,1 0-1,0-1 1,0 1 0,0 0-1,-1 0 1,1 0-1,0 0 1,0 0-1,-1-1 1,1 1-1,0 0 1,0 0 0,-1 0-1,-24-11 1368,11 6-1010,13 4-377,0 0 0,0 1 0,0-1 0,0 0 0,0 0 0,0 1 0,0-1 0,0 0 0,0 0 0,0 0 0,0 0 0,1 0 0,-1 0 0,0-1 0,1 1 0,-1 0 0,1 0 0,-1 0 0,1-1 0,0 1 0,0 0 0,-1-1 0,1 1 0,0 0 0,0 0 0,0-1 0,0 1 0,0 0 0,1-1 0,-1 1 0,0 0 0,1-2 0,1-3 0,1 0 0,0 0 0,0 1 0,1-1 0,5-6 0,-2 2 0,609-908 0,-395 583 0,22-25-1365,-234 346-5461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3:03.53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307 165 24575,'0'-13'0,"-1"1"0,0-1 0,-1 1 0,0-1 0,-1 1 0,0 0 0,-1 0 0,-1 0 0,0 1 0,-9-17 0,13 27 0,1 0 0,-1 0 0,0 0 0,0 0 0,1 0 0,-1 0 0,0 0 0,0 1 0,0-1 0,0 0 0,0 0 0,0 1 0,0-1 0,0 1 0,-1-1 0,1 1 0,0-1 0,0 1 0,0 0 0,-1-1 0,1 1 0,0 0 0,0 0 0,0 0 0,-3 0 0,2 1 0,0 0 0,0 0 0,0 0 0,1 0 0,-1 0 0,0 0 0,0 1 0,1-1 0,-1 0 0,1 1 0,-1-1 0,1 1 0,-2 3 0,-4 6 0,1 0 0,0 0 0,-8 24 0,-16 63 0,-18 105 0,25-99 0,-7 28 0,-17 183 0,46-299 0,0 1 0,1-1 0,1 0 0,1 1 0,5 24 0,-6-36 0,1 1 0,-1 0 0,1-1 0,1 0 0,-1 1 0,1-1 0,0 0 0,0 0 0,1-1 0,-1 1 0,1-1 0,0 1 0,0-1 0,1-1 0,-1 1 0,1 0 0,0-1 0,9 5 0,-3-4 0,-1-1 0,1 0 0,0 0 0,0-1 0,-1-1 0,1 1 0,0-2 0,1 0 0,-1 0 0,0-1 0,17-4 0,9-2 0,-1-3 0,37-15 0,-5 0 0,-2-4 0,-1-3 0,-1-2 0,-2-3 0,88-70 0,-143 102 0,0-1 0,-1 0 0,1 0 0,-2-1 0,1 0 0,6-9 0,-10 11 0,1 0 0,-1 0 0,0 0 0,-1 0 0,1 0 0,-1-1 0,0 1 0,0-1 0,-1 1 0,1 0 0,-1-8 0,-1-14 0,-1 0 0,-2-1 0,0 1 0,-16-51 0,19 76 0,0 0 0,1 0 0,-1 0 0,0 1 0,0-1 0,0 0 0,0 0 0,0 1 0,0-1 0,0 1 0,-1-1 0,1 1 0,0 0 0,-1-1 0,1 1 0,-1 0 0,0 0 0,1 0 0,-1 0 0,0 0 0,0 0 0,1 1 0,-1-1 0,0 0 0,0 1 0,0 0 0,0-1 0,0 1 0,0 0 0,0 0 0,0 0 0,0 0 0,0 1 0,0-1 0,0 0 0,0 1 0,1-1 0,-1 1 0,0 0 0,-3 1 0,-7 4 0,1 0 0,0 1 0,0 0 0,-19 16 0,5-1 0,1 0 0,0 2 0,-33 44 0,48-56 0,0 1 0,1 0 0,1 1 0,0 0 0,0 0 0,2 0 0,0 1 0,0-1 0,2 1 0,-3 18 0,5-28 0,1 0 0,0 0 0,0 0 0,0 0 0,0 0 0,1 0 0,0-1 0,0 1 0,0 0 0,1 0 0,0-1 0,-1 1 0,2-1 0,-1 1 0,0-1 0,1 0 0,0 0 0,6 7 0,-5-7 0,1-1 0,-1 0 0,1 0 0,-1 0 0,1-1 0,0 1 0,0-1 0,0-1 0,0 1 0,0 0 0,0-1 0,1 0 0,-1-1 0,0 1 0,1-1 0,-1 0 0,7-1 0,0 0 0,0 0 0,-1-1 0,1-1 0,-1 0 0,0 0 0,0-1 0,0-1 0,0 0 0,-1 0 0,0-1 0,0 0 0,0-1 0,-1 0 0,0-1 0,0 0 0,8-10 0,-6 4 0,0 0 0,-1-1 0,0 0 0,-2 0 0,1-1 0,-2 0 0,0-1 0,-1 0 0,7-34 0,-6 19 0,-6 29 0,0 4 0,-3 18 0,2-17 0,-4 27 0,1 0 0,2 1 0,2 40 0,0-61 0,1 0 0,0 0 0,0 0 0,1 0 0,0-1 0,6 15 0,-6-19 0,0 1 0,0-1 0,0 0 0,0 0 0,1 0 0,0 0 0,-1 0 0,1-1 0,1 1 0,-1-1 0,0 0 0,8 3 0,-9-4 0,1 0 0,0-1 0,-1 0 0,1 0 0,0 0 0,-1 0 0,1 0 0,0-1 0,0 0 0,0 1 0,-1-1 0,1-1 0,0 1 0,0-1 0,0 1 0,6-3 0,-4 0 0,-1 1 0,0-1 0,1 0 0,-1 0 0,-1-1 0,1 0 0,0 0 0,-1 0 0,8-8 0,0-6 0,1 0 0,-2-1 0,-1 0 0,15-37 0,5-40 0,-10 29 0,-20 67 0,0 0 0,0 0 0,0 0 0,0 0 0,0 0 0,0 0 0,0 0 0,0 0 0,0 0 0,0 1 0,0-1 0,0 0 0,0 0 0,0 0 0,0 0 0,0 0 0,0 0 0,0 0 0,0 0 0,0 0 0,0 0 0,0 0 0,0 0 0,0 0 0,1 0 0,-1 0 0,0 0 0,0 0 0,0 0 0,0 0 0,0 0 0,0 0 0,0 0 0,0 0 0,0 0 0,0 0 0,0 0 0,0 0 0,1 0 0,-1 0 0,0 0 0,0 0 0,0 0 0,0 0 0,0 0 0,0 0 0,0 0 0,2 16 0,0 21 0,-3 37 0,3 171 0,2-187 0,2 0 0,16 68 0,-15-102 0,-2-17 0,-4-7 0,-1 0 0,0 0 0,0-1 0,1 1 0,-1 0 0,0 0 0,0 0 0,0 0 0,1-1 0,-1 1 0,0 0 0,0 0 0,0 0 0,1-1 0,-1 1 0,0 0 0,0 0 0,0-1 0,0 1 0,0 0 0,0 0 0,1-1 0,-1 1 0,0 0 0,0 0 0,0-1 0,0 1 0,0 0 0,0 0 0,0-1 0,0 0 0,2-20 0,0-2 0,-2 1 0,0 0 0,-4-24 0,1 6 0,-8-208 0,11 175 0,13-102 0,-11 154 0,2 1 0,1-1 0,0 1 0,16-38 0,-18 53 0,0-1 0,0 1 0,1-1 0,-1 1 0,1 0 0,0 0 0,1 1 0,-1-1 0,7-3 0,-8 5 0,0 1 0,1 0 0,-1 1 0,1-1 0,-1 1 0,1-1 0,0 1 0,0 0 0,-1 0 0,1 1 0,0-1 0,0 1 0,0 0 0,0 0 0,0 0 0,4 1 0,2 1 0,1 1 0,-1 1 0,1-1 0,-1 1 0,-1 1 0,1 0 0,0 0 0,-1 1 0,0 1 0,-1-1 0,1 1 0,-1 0 0,12 15 0,-9-9 0,0 0 0,-1 1 0,-1 1 0,0-1 0,-1 2 0,0-1 0,-2 1 0,6 17 0,-9-24 0,-1 0 0,0 0 0,-1 1 0,0-1 0,0 0 0,-1 1 0,0-1 0,-1 0 0,0 1 0,0-1 0,-1 0 0,0 0 0,-1 0 0,0 0 0,-1 0 0,1 0 0,-2-1 0,1 0 0,-1 0 0,0 0 0,-1 0 0,0-1 0,0 0 0,0 0 0,-1-1 0,0 1 0,-1-2 0,1 1 0,-1-1 0,0 0 0,-17 7 0,13-6-170,-1-2-1,1 1 0,-1-2 1,0 1-1,0-2 0,-1 0 1,-23 1-1,4-5-6655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3:03.74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53 24575,'3'-6'0,"0"1"0,1 0 0,-1 0 0,1 1 0,1-1 0,-1 1 0,7-6 0,-11 9 0,1 1 0,0-1 0,0 0 0,0 1 0,-1-1 0,1 0 0,0 1 0,0-1 0,0 1 0,0-1 0,0 1 0,0 0 0,0-1 0,0 1 0,0 0 0,0 0 0,0 0 0,0 0 0,0 0 0,1 0 0,-1 0 0,0 0 0,0 0 0,0 0 0,0 1 0,0-1 0,0 0 0,0 1 0,0-1 0,0 0 0,0 1 0,0 0 0,-1-1 0,1 1 0,0-1 0,0 1 0,0 0 0,-1 0 0,1-1 0,0 1 0,-1 0 0,1 0 0,-1 0 0,1 0 0,-1 0 0,1 0 0,-1 0 0,1 0 0,-1 1 0,4 15 0,0-1 0,-1 1 0,-1-1 0,-1 1 0,0 0 0,-2 18 0,1-3 0,1 150-682,-28 220-1,16-329-6143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3:04.86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61 616 24575,'-27'-57'0,"22"48"0,0-1 0,0 1 0,0-1 0,2-1 0,-1 1 0,-2-15 0,6 24 0,0 0 0,0 0 0,0 0 0,0 0 0,1 0 0,-1 0 0,0-1 0,1 1 0,-1 0 0,1 0 0,-1 0 0,1 0 0,-1 0 0,1 0 0,0 0 0,-1 1 0,1-1 0,0 0 0,0 0 0,0 0 0,0 1 0,0-1 0,0 0 0,0 1 0,0-1 0,0 1 0,0-1 0,0 1 0,0 0 0,0-1 0,0 1 0,0 0 0,0 0 0,0 0 0,2 0 0,7-2 0,0 2 0,0-1 0,11 2 0,-11-1 0,-5 0 0,116-4 0,-109 3 0,0-1 0,0 0 0,0-1 0,0 0 0,0-1 0,-1 0 0,21-11 0,-27 12 0,-1 0 0,0-1 0,0 0 0,0 1 0,0-1 0,5-7 0,-9 10 0,1 0 0,0 0 0,0 0 0,0 0 0,-1 0 0,1 0 0,0-1 0,-1 1 0,1 0 0,-1 0 0,0 0 0,1-1 0,-1 1 0,0 0 0,0-1 0,0 1 0,0 0 0,0 0 0,0-1 0,0 1 0,0 0 0,0-1 0,0 1 0,-1 0 0,1 0 0,-1-1 0,1 1 0,-1 0 0,1 0 0,-1 0 0,0 0 0,-1-2 0,1 3 0,0-1 0,0 0 0,0 1 0,-1-1 0,1 1 0,0-1 0,-1 1 0,1 0 0,0-1 0,-1 1 0,1 0 0,0 0 0,-1 0 0,1 0 0,-1 0 0,1 0 0,0 0 0,-1 1 0,1-1 0,0 0 0,-1 1 0,1-1 0,0 1 0,0 0 0,-1-1 0,1 1 0,0 0 0,-2 1 0,-3 2 0,0 1 0,0 0 0,-10 10 0,3 0 0,1 1 0,1 0 0,0 1 0,1 0 0,1 0 0,1 1 0,0 0 0,-8 30 0,11-27 0,0 0 0,1 1 0,1-1 0,1 0 0,1 1 0,1 0 0,5 36 0,-4-48 0,1 0 0,1 0 0,0 0 0,0-1 0,1 1 0,0-1 0,0 0 0,12 17 0,-14-23 0,1 0 0,0 1 0,0-1 0,0-1 0,0 1 0,0 0 0,0-1 0,1 1 0,-1-1 0,1 0 0,0 0 0,0 0 0,-1-1 0,1 0 0,0 1 0,0-1 0,1 0 0,-1-1 0,0 1 0,0-1 0,0 0 0,0 0 0,1 0 0,4-1 0,0-2 0,1 1 0,-1-1 0,1-1 0,-1 0 0,0 0 0,0 0 0,-1-1 0,1-1 0,-1 0 0,9-8 0,-1 0 0,-1 0 0,-1-2 0,23-31 0,-25 29 0,0-2 0,-1 1 0,-2-2 0,0 1 0,-1-1 0,6-25 0,-9 29 0,-2-1 0,0 1 0,-1 0 0,-1-1 0,-1 1 0,0-1 0,-1 0 0,-4-23 0,3 34 0,0 1 0,0-1 0,0 1 0,0 0 0,-1 0 0,0 0 0,-1 0 0,1 0 0,-1 1 0,0-1 0,0 1 0,-1 0 0,0 0 0,1 0 0,-2 1 0,1 0 0,0 0 0,-1 0 0,0 1 0,-8-4 0,5 3 0,0 1 0,-1 0 0,1 1 0,-1 0 0,0 1 0,1 0 0,-1 0 0,0 1 0,0 0 0,1 1 0,-1 0 0,0 0 0,-13 5 0,20-6 0,0 1 0,0 0 0,1 0 0,-1 0 0,0 0 0,1 1 0,-1-1 0,1 1 0,0 0 0,-1-1 0,1 1 0,0 0 0,0 0 0,0 1 0,0-1 0,0 0 0,1 1 0,-1-1 0,-1 4 0,3-4 0,-1-1 0,1 0 0,0 0 0,0 1 0,-1-1 0,1 0 0,0 0 0,0 1 0,0-1 0,1 0 0,-1 1 0,0-1 0,0 0 0,1 0 0,-1 1 0,1-1 0,0 2 0,1-1 0,-1 0 0,0 0 0,1-1 0,0 1 0,-1 0 0,1-1 0,0 0 0,0 1 0,0-1 0,0 0 0,0 0 0,0 0 0,2 1 0,0-1 0,1 1 0,-1-1 0,0 0 0,1-1 0,-1 1 0,1-1 0,-1 0 0,1 0 0,-1 0 0,1-1 0,-1 0 0,7-1 0,7-4 0,29-12 0,-22 8 0,78-33 0,25-10 0,-127 53 0,1 0 0,-1 0 0,0 0 0,0 0 0,1 0 0,-1 0 0,0 0 0,0 0 0,1 0 0,-1 0 0,0 1 0,0-1 0,0 1 0,1-1 0,-1 1 0,0-1 0,0 1 0,0 0 0,0-1 0,0 1 0,0 0 0,0 0 0,0 0 0,-1 0 0,1 0 0,0 0 0,0 0 0,0 2 0,20 36 0,-19-32 0,3 5 0,-1 0 0,0 1 0,-1-1 0,-1 1 0,2 19 0,-2 69 0,-3-63 0,-18 321 0,-1-39 0,23-298 0,-3-22 0,1-1 0,-1 1 0,1 0 0,-1 0 0,0-1 0,1 1 0,-1 0 0,1 0 0,-1-1 0,0 1 0,0 0 0,1-1 0,-1 1 0,0 0 0,0-1 0,1 1 0,-1 0 0,0-1 0,0 1 0,0-1 0,1 1 0,-1-1 0,0 1 0,0 0 0,0-1 0,13-45 0,28-235 0,-23-7 0,-12 168 0,-3 57 0,2-41 0,24-139 0,-27 234 0,0 1 0,0 0 0,1 0 0,0 0 0,6-13 0,-8 20 0,0-1 0,0 1 0,0-1 0,0 1 0,0-1 0,1 1 0,-1 0 0,0 0 0,1-1 0,-1 1 0,0 0 0,1 0 0,0 0 0,-1 1 0,1-1 0,-1 0 0,1 1 0,0-1 0,0 1 0,-1-1 0,1 1 0,0 0 0,0 0 0,-1 0 0,1 0 0,0 0 0,0 0 0,0 0 0,-1 1 0,1-1 0,0 0 0,2 2 0,6 2 0,0 1 0,0 1 0,-1-1 0,0 1 0,0 1 0,0 0 0,-1 0 0,0 1 0,0 0 0,6 9 0,6 8 0,-1 1 0,17 35 0,-19-32 0,-2 2 0,-1 0 0,-2 0 0,11 41 0,-20-60 0,0 0 0,-1 1 0,0-1 0,-1 0 0,0 1 0,-1-1 0,-1 1 0,0-1 0,0 0 0,-1 1 0,-1-1 0,0 0 0,-1 0 0,-9 21 0,10-28 0,-1 1 0,1-1 0,-1 0 0,0 0 0,0 0 0,0-1 0,-1 1 0,1-1 0,-1 0 0,0-1 0,0 1 0,-1-1 0,1 0 0,-1 0 0,0 0 0,1-1 0,-1 0 0,0 0 0,-1-1 0,1 0 0,-11 1 0,10-1 0,0-2 0,-1 1 0,1-1 0,0 0 0,0 0 0,0-1 0,0 0 0,0 0 0,1-1 0,-1 0 0,1 0 0,-1 0 0,1-1 0,0 0 0,0 0 0,1-1 0,0 0 0,-9-9 0,3 1-151,2-1-1,0 0 0,0 0 0,2-1 1,0 0-1,0 0 0,1 0 1,-6-27-1,8 20-6674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3:05.62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542 233 24575,'2'-52'0,"-1"25"0,-1-1 0,-6-48 0,5 74 0,1 0 0,0 0 0,0-1 0,-1 1 0,0 0 0,1 0 0,-1 0 0,0 0 0,0 0 0,0 0 0,0 0 0,0 0 0,-1 0 0,1 0 0,0 1 0,-1-1 0,0 1 0,1-1 0,-1 1 0,0-1 0,0 1 0,0 0 0,1 0 0,-1 0 0,0 0 0,-1 0 0,1 0 0,0 1 0,0-1 0,0 1 0,0-1 0,-1 1 0,1 0 0,0 0 0,0 0 0,-1 0 0,1 0 0,0 0 0,0 1 0,0-1 0,-1 1 0,1 0 0,0-1 0,-2 3 0,-10 2 0,1 2 0,0-1 0,1 2 0,-1 0 0,1 0 0,1 1 0,-12 12 0,-4 6 0,-38 49 0,29-29 0,3 3 0,1 1 0,3 1 0,2 1 0,-22 62 0,37-82 0,2 0 0,1 1 0,1 0 0,2 1 0,2-1 0,0 1 0,3 0 0,1 0 0,1 0 0,7 37 0,-4-54 0,0-1 0,1 0 0,0 0 0,2 0 0,0-1 0,1 0 0,0 0 0,20 25 0,-23-34 0,1 0 0,0 0 0,0-1 0,1 0 0,-1 0 0,2 0 0,-1-1 0,0 0 0,1-1 0,0 1 0,0-2 0,1 1 0,-1-1 0,1 0 0,-1-1 0,1 0 0,0 0 0,0-1 0,10 0 0,-9-1 0,0 0 0,0-1 0,-1-1 0,1 1 0,0-2 0,0 1 0,-1-1 0,1-1 0,-1 0 0,0 0 0,17-11 0,-14 6 0,-1 0 0,1-1 0,-1 0 0,-1-1 0,0 0 0,-1-1 0,11-16 0,-1-5 0,-2-1 0,-1-1 0,-1-1 0,-2 0 0,12-52 0,-7 7 0,15-142 0,-32 184 0,-4 26 0,-2 22 0,-4 23 0,-1 46 0,3 0 0,3 1 0,8 89 0,-3-140-227,1-1-1,2 1 1,0-1-1,2 0 1,13 38-1,-6-36-6598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3:06.92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0 229 24575,'18'-59'0,"8"-23"0,-26 81 0,0 1 0,0 0 0,0-1 0,1 1 0,-1 0 0,0-1 0,0 1 0,0 0 0,0-1 0,0 1 0,0 0 0,0-1 0,1 1 0,-1 0 0,0 0 0,0-1 0,0 1 0,1 0 0,-1 0 0,0-1 0,0 1 0,1 0 0,-1 0 0,0 0 0,0-1 0,1 1 0,-1 0 0,0 0 0,1 0 0,-1 0 0,0 0 0,1 0 0,-1 0 0,4 11 0,-2 23 0,-2-34 0,-16 469 0,16-452 0,0-17 0,0 0 0,0 0 0,0 0 0,0 0 0,0 0 0,0 0 0,0 0 0,1 0 0,-1 0 0,0 0 0,0 1 0,0-1 0,0 0 0,0 0 0,0 0 0,0 0 0,0 0 0,0 0 0,0 0 0,1 0 0,-1 0 0,0 0 0,0 0 0,0 0 0,0 0 0,0 0 0,0 0 0,0 0 0,0 0 0,1 0 0,-1 0 0,0 0 0,0 0 0,0 0 0,0 0 0,0 0 0,0 0 0,0-1 0,0 1 0,0 0 0,0 0 0,1 0 0,-1 0 0,0 0 0,0 0 0,0 0 0,0 0 0,0 0 0,0 0 0,0 0 0,0-1 0,0 1 0,0 0 0,0 0 0,0 0 0,0 0 0,0 0 0,0 0 0,0 0 0,0 0 0,0 0 0,0-1 0,14-28 0,27-82 0,59-138 0,-96 241 0,48-96 0,-42 87 0,0 0 0,2 1 0,22-25 0,-32 39 0,-1 0 0,1 0 0,0 0 0,0 1 0,0-1 0,0 1 0,1 0 0,1-2 0,-3 3 0,0 0 0,-1 0 0,1 0 0,-1-1 0,1 1 0,0 0 0,-1 0 0,1 0 0,-1 0 0,1 0 0,0 0 0,-1 0 0,1 0 0,0 1 0,-1-1 0,1 0 0,-1 0 0,1 0 0,0 1 0,-1-1 0,1 0 0,0 1 0,0 1 0,1 0 0,-1 0 0,0 0 0,1 0 0,-1 0 0,0 1 0,0-1 0,-1 0 0,1 1 0,0-1 0,-1 1 0,1-1 0,-1 1 0,0-1 0,0 3 0,-2 211 0,0-7 0,2-208 0,0 1 0,0-1 0,0 0 0,0 0 0,0 1 0,1-1 0,-1 0 0,0 0 0,0 0 0,1 1 0,-1-1 0,1 0 0,-1 0 0,1 0 0,0 0 0,-1 0 0,1 0 0,0 0 0,0 0 0,0 0 0,0 0 0,0-1 0,0 1 0,0 0 0,0 0 0,0-1 0,0 1 0,0-1 0,0 1 0,0-1 0,0 1 0,1-1 0,-1 0 0,0 0 0,0 0 0,0 1 0,1-1 0,-1 0 0,0 0 0,0-1 0,1 1 0,-1 0 0,0 0 0,0 0 0,0-1 0,1 1 0,0-1 0,6-2 0,0 0 0,0-1 0,0 0 0,-1 0 0,11-8 0,1-2 0,-1-1 0,-1-1 0,-1-1 0,0 0 0,-1-1 0,14-22 0,67-125 0,-54 87 0,-27 58 0,-15 19 0,0 1 0,0 0 0,0 0 0,0 0 0,0 0 0,0 0 0,0 0 0,0 0 0,0 0 0,1 0 0,-1 0 0,0 0 0,0 0 0,0 0 0,0-1 0,0 1 0,0 0 0,0 0 0,1 0 0,-1 0 0,0 0 0,0 0 0,0 0 0,0 0 0,0 0 0,0 0 0,0 0 0,1 0 0,-1 0 0,0 0 0,0 0 0,0 1 0,0-1 0,0 0 0,0 0 0,0 0 0,0 0 0,1 0 0,-1 0 0,0 0 0,0 0 0,0 0 0,0 0 0,0 0 0,0 0 0,0 1 0,0-1 0,0 0 0,0 0 0,0 14 0,-10 50 0,3 1 0,3 0 0,5 90 0,-1-151 0,1 0 0,-1 0 0,1 0 0,0 0 0,-1 0 0,2 0 0,-1 0 0,0 0 0,1-1 0,0 1 0,0-1 0,0 1 0,0-1 0,0 1 0,5 3 0,-4-5 0,-1 0 0,1-1 0,-1 1 0,1-1 0,0 1 0,0-1 0,0 0 0,-1 0 0,1-1 0,0 1 0,0-1 0,0 1 0,0-1 0,0 0 0,1 0 0,-1 0 0,0-1 0,0 1 0,0-1 0,0 1 0,3-2 0,18-7 0,-1 0 0,0-2 0,-1 0 0,25-18 0,-41 26 0,16-12 0,0-1 0,-1-1 0,0 0 0,-2-2 0,22-25 0,-11 7 0,-2-2 0,25-45 0,-48 77 0,-2 2 0,1 0 0,-1-1 0,0 1 0,-1-1 0,1 0 0,-1 0 0,-1 0 0,1 0 0,1-8 0,-3 14 0,0-1 0,0 1 0,-1-1 0,1 1 0,0 0 0,0-1 0,0 1 0,0 0 0,-1-1 0,1 1 0,0 0 0,0-1 0,0 1 0,-1 0 0,1 0 0,0-1 0,-1 1 0,1 0 0,0 0 0,-1-1 0,1 1 0,0 0 0,-1 0 0,1 0 0,0 0 0,-1 0 0,1 0 0,0-1 0,-1 1 0,1 0 0,-1 0 0,1 0 0,0 0 0,-1 0 0,1 0 0,0 1 0,-1-1 0,1 0 0,-1 0 0,1 0 0,0 0 0,-1 0 0,1 0 0,0 1 0,-1-1 0,1 0 0,0 0 0,-1 0 0,1 1 0,0-1 0,-21 11 0,0 6 0,1 1 0,0 0 0,2 2 0,0 0 0,1 1 0,1 1 0,-15 26 0,22-34 0,1 1 0,0 0 0,2 0 0,-1 1 0,2-1 0,0 1 0,-4 23 0,9-34 0,-1-1 0,0 1 0,1-1 0,0 1 0,0-1 0,0 1 0,1-1 0,0 1 0,-1-1 0,2 1 0,-1-1 0,0 0 0,1 0 0,0 1 0,0-1 0,0 0 0,0 0 0,1-1 0,-1 1 0,1-1 0,0 1 0,0-1 0,1 0 0,-1 0 0,1 0 0,-1 0 0,1-1 0,0 1 0,0-1 0,0 0 0,6 2 0,-4-2 0,1 1 0,-1-2 0,1 1 0,-1-1 0,1 0 0,-1 0 0,1 0 0,0-1 0,-1 0 0,1-1 0,0 1 0,-1-1 0,1-1 0,-1 1 0,1-1 0,-1 0 0,12-6 0,-9 3 0,0-1 0,-1 0 0,1-1 0,-1 0 0,0 0 0,-1 0 0,0-1 0,0 0 0,0-1 0,7-14 0,6-14 0,-1-1 0,-2 0 0,-2-2 0,-2 0 0,-1 0 0,6-43 0,-26 118 0,-2 13 0,-6 70 0,14-104 0,2 0 0,0 0 0,0 0 0,1-1 0,1 1 0,0 0 0,1-1 0,1 0 0,0 1 0,10 21 0,-13-32 0,0-1 0,0 0 0,0 0 0,1-1 0,-1 1 0,1 0 0,-1 0 0,1-1 0,0 1 0,-1 0 0,1-1 0,0 0 0,0 0 0,0 1 0,0-1 0,4 1 0,-4-2 0,0 1 0,-1-1 0,1 0 0,0 0 0,0 0 0,0 0 0,0 0 0,-1-1 0,1 1 0,0-1 0,0 1 0,0-1 0,-1 0 0,1 1 0,0-1 0,2-2 0,3-2 0,0-1 0,0-1 0,0 1 0,-1-1 0,0 0 0,9-15 0,19-34 0,-2-1 0,33-87 0,-21 46 0,-30 72 0,-14 26 0,1 0 0,-1 0 0,0-1 0,0 1 0,0 0 0,0 0 0,0 0 0,1-1 0,-1 1 0,0 0 0,0 0 0,0 0 0,1 0 0,-1 0 0,0-1 0,0 1 0,1 0 0,-1 0 0,0 0 0,0 0 0,0 0 0,1 0 0,-1 0 0,0 0 0,0 0 0,1 0 0,-1 0 0,0 0 0,0 0 0,1 0 0,-1 0 0,4 14 0,-5 116 0,-1-2 0,3-111 0,0 0 0,2 0 0,0 0 0,1 0 0,7 20 0,-9-32-124,0-1 0,0 1 0,0-1 0,1 0 0,-1 1 0,1-1-1,0-1 1,1 1 0,-1 0 0,4 3 0,13 6-6702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3:07.08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171 186 24575,'0'-12'0,"-3"-11"0,-4-7 0,-4-2 0,-4 2 0,-1 5 0,-2 8 0,-1 6 0,0 5 0,3 7 0,1 6 0,4 5 0,-1 7 0,3 0-8191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3:07.30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75 6 24575,'0'0'0,"0"-1"0,0 1 0,0 0 0,0 0 0,0-1 0,1 1 0,-1 0 0,0-1 0,0 1 0,0 0 0,1 0 0,-1 0 0,0-1 0,0 1 0,0 0 0,1 0 0,-1 0 0,0-1 0,1 1 0,-1 0 0,0 0 0,0 0 0,1 0 0,-1 0 0,0 0 0,1 0 0,-1 0 0,0 0 0,1 0 0,-1 0 0,0 0 0,1 0 0,-1 0 0,0 0 0,0 0 0,1 0 0,-1 0 0,0 0 0,1 0 0,-1 0 0,0 0 0,0 1 0,1-1 0,-1 0 0,1 19 0,-15 38 0,11-45 0,-56 284 0,53-246 0,3 0 0,2 0 0,1 0 0,9 53 0,-5-78-682,11 37-1,-5-32-6143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3:08.20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405 932 24575,'67'-41'0,"-31"19"0,0-1 0,34-30 0,-60 44 0,0-1 0,-1 1 0,0-1 0,-1-1 0,0 0 0,0 0 0,-1 0 0,-1-1 0,0 0 0,8-23 0,-12 30 0,-1 0 0,0 0 0,0 0 0,0 0 0,-1 0 0,1 0 0,-1 0 0,0-1 0,-1 1 0,1 0 0,-1 0 0,-3-8 0,3 9 0,-1 1 0,1-1 0,-1 1 0,0 0 0,0 0 0,0 0 0,-1 0 0,1 0 0,-1 1 0,0-1 0,0 1 0,1-1 0,-2 1 0,1 0 0,0 0 0,0 0 0,-1 1 0,-3-2 0,-6-1 0,0 0 0,-1 1 0,1 0 0,-1 1 0,0 1 0,0 0 0,1 1 0,-1 0 0,0 2 0,0-1 0,-19 6 0,5 0 0,-1 2 0,1 0 0,1 2 0,-35 19 0,38-16 0,1 0 0,0 2 0,2 1 0,-1 0 0,2 2 0,1 0 0,0 1 0,1 1 0,1 1 0,1 0 0,-18 36 0,26-43 0,1 0 0,1 1 0,1 0 0,0 0 0,1 0 0,1 0 0,0 1 0,0 28 0,3-32 0,1 1 0,1-1 0,0 0 0,0 1 0,2-1 0,-1 0 0,2-1 0,0 1 0,0-1 0,1 0 0,14 21 0,-14-24 0,2 1 0,-1-1 0,1-1 0,0 1 0,1-1 0,0-1 0,0 1 0,0-2 0,1 1 0,0-1 0,1-1 0,-1 0 0,1 0 0,0-1 0,0-1 0,0 0 0,1 0 0,-1-1 0,12 1 0,-8-3 0,0 0 0,0 0 0,-1-2 0,1 0 0,-1 0 0,1-1 0,-1-1 0,0-1 0,0 0 0,-1 0 0,1-2 0,-1 1 0,-1-2 0,22-15 0,-13 5 0,0-1 0,-1-2 0,-1 1 0,-1-2 0,-1-1 0,-1 0 0,-1-1 0,14-30 0,-4 1 0,-3-1 0,29-110 0,-17 14 0,-8-1 0,9-176 0,-35 326 0,2-27 0,-2-44 0,-4 58 0,-2 20 0,-3 26 0,-7 91 0,5 0 0,5 0 0,14 154 0,4-128-682,41 194-1,-44-303-6143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3:08.51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0 147 24575,'6'-9'0,"0"0"0,0 0 0,1 1 0,0 0 0,0 1 0,1 0 0,0 0 0,15-10 0,-22 16 0,0 1 0,0-1 0,0 1 0,0-1 0,0 1 0,0 0 0,1 0 0,-1-1 0,0 1 0,0 0 0,0 0 0,1 0 0,-1 0 0,0 0 0,0 0 0,0 1 0,0-1 0,1 0 0,-1 1 0,0-1 0,0 1 0,2 0 0,-2 0 0,1 1 0,0-1 0,0 1 0,-1 0 0,1 0 0,-1-1 0,1 1 0,-1 0 0,0 0 0,2 4 0,1 3 0,-1 1 0,0-1 0,0 1 0,1 12 0,0 10 0,-1 1 0,-2 58 0,-2-72 0,-1 1 0,-1 0 0,-1-1 0,-1 0 0,-12 35 0,6-38 0,11-16 0,0 0 0,0 0 0,0 0 0,0 0 0,0-1 0,0 1 0,0 0 0,0 0 0,0 0 0,0 0 0,0-1 0,0 1 0,0 0 0,-1 0 0,1 0 0,0 0 0,0 0 0,0 0 0,0-1 0,0 1 0,-1 0 0,1 0 0,0 0 0,0 0 0,0 0 0,0 0 0,-1 0 0,1 0 0,0 0 0,0 0 0,0 0 0,0 0 0,-1 0 0,1 0 0,0 0 0,0 0 0,0 0 0,-1 0 0,1 0 0,0 0 0,0 0 0,0 0 0,0 0 0,-1 0 0,1 0 0,0 0 0,0 0 0,0 1 0,0-1 0,3-18 0,1 1 0,1 0 0,0 0 0,1 0 0,11-19 0,-6 12 0,6-18 0,3 0 0,1 2 0,3 1 0,0 0 0,41-46 0,-62 81-151,1 0-1,-1 1 0,1-1 0,1 1 1,-1-1-1,0 1 0,1 1 1,5-4-1,3 3-6674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3:08.97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291 307 24575,'3'-4'0,"15"-23"0,26-50 0,-40 68 0,0 0 0,0 0 0,-1-1 0,-1 1 0,0-1 0,0 1 0,-1-1 0,0 0 0,0 0 0,-2-12 0,1 18 0,0 1 0,-1-1 0,0 0 0,1 1 0,-1-1 0,-1 1 0,1-1 0,0 1 0,-1 0 0,0 0 0,0 0 0,0 0 0,0 0 0,0 0 0,0 0 0,-1 0 0,1 1 0,-1-1 0,0 1 0,0 0 0,0 0 0,0 0 0,0 0 0,-1 1 0,1-1 0,0 1 0,-1 0 0,1 0 0,-6-1 0,2 1 0,0 0 0,-1 1 0,1 0 0,-1 0 0,1 0 0,-1 1 0,1 0 0,-1 1 0,1 0 0,0 0 0,0 0 0,0 1 0,-9 5 0,0 2 0,2 0 0,-1 1 0,1 1 0,1 0 0,0 1 0,1 0 0,0 1 0,1 0 0,1 1 0,0 0 0,1 1 0,1 0 0,0 0 0,1 1 0,1 0 0,0 0 0,1 0 0,-2 21 0,6-31 0,1 1 0,0-1 0,0 0 0,0 1 0,1-1 0,1 0 0,-1 1 0,1-1 0,0 0 0,0 0 0,1 0 0,0-1 0,0 1 0,9 11 0,-10-15 0,0 0 0,0 0 0,1 0 0,-1-1 0,1 1 0,0-1 0,0 0 0,-1 0 0,2 0 0,-1 0 0,0 0 0,0 0 0,0-1 0,1 0 0,-1 0 0,1 0 0,-1 0 0,1 0 0,-1-1 0,1 1 0,0-1 0,-1 0 0,1 0 0,0 0 0,-1-1 0,1 1 0,-1-1 0,1 0 0,-1 0 0,1 0 0,5-3 0,-2 0 0,0 0 0,0 0 0,0-1 0,0 0 0,-1 0 0,0 0 0,0-1 0,6-7 0,3-7 0,17-28 0,-18 27 0,17-22 0,-31 43 0,0-1 0,0 1 0,1-1 0,-1 1 0,0 0 0,1-1 0,-1 1 0,0 0 0,1-1 0,-1 1 0,0 0 0,1 0 0,-1-1 0,0 1 0,1 0 0,-1 0 0,1 0 0,-1 0 0,1-1 0,-1 1 0,1 0 0,-1 0 0,1 0 0,3 8 0,-5 15 0,-6 12 0,4-23 0,1 1 0,0 0 0,0 0 0,2 1 0,-1-1 0,4 24 0,-3-36-41,1 1 0,-1 0-1,1 0 1,0 0-1,0 0 1,-1 0 0,1-1-1,0 1 1,1 0 0,-1-1-1,0 1 1,0-1-1,1 1 1,-1-1 0,1 0-1,-1 1 1,1-1 0,0 0-1,-1 0 1,1 0-1,0-1 1,0 1 0,0 0-1,0 0 1,0-1 0,0 1-1,-1-1 1,1 0-1,0 0 1,0 0 0,0 0-1,4 0 1,13-2-6785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3:09.22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404 235 24575,'1'-32'0,"-1"2"0,-3-39 0,2 62 0,0 0 0,0 0 0,-1-1 0,0 1 0,0 0 0,-1 1 0,1-1 0,-2 0 0,1 1 0,-7-10 0,8 14 0,1 1 0,-1-1 0,1 1 0,-1-1 0,0 1 0,1 0 0,-1 0 0,0-1 0,0 1 0,0 1 0,0-1 0,0 0 0,0 0 0,0 1 0,0-1 0,0 1 0,0 0 0,-1 0 0,1-1 0,0 1 0,0 1 0,0-1 0,0 0 0,0 0 0,-1 1 0,1-1 0,0 1 0,0 0 0,0 0 0,0 0 0,-2 1 0,-5 3 0,0 1 0,0 0 0,0 0 0,1 1 0,-9 9 0,-4 6 0,0 2 0,2 1 0,0 0 0,2 2 0,1 0 0,1 0 0,1 2 0,-9 30 0,5-7 0,2 0 0,3 1 0,-12 100 0,20-79 0,3 0 0,11 117 0,38 143 0,-37-271 0,-4-29 47,14 103 233,-18-110-844,-1 0 0,-4 54 0,-1-58-6262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3:09.38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99 24575,'0'-3'0,"3"-5"0,4 0 0,8 1 0,3-1 0,6 0 0,4-1 0,7-3 0,7-1 0,3 0 0,-7 3-8191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3:09.61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34 28 24575,'0'-14'0,"1"0"0,-5 25 0,-7 40 0,2 0 0,3 0 0,2 1 0,3 85 0,4-96 171,10 62 0,-9-87-415,0 0 0,0 0 0,2 0 0,0-1 1,1 0-1,14 24 0,-5-17-6582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3:09.75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 38 24575,'-3'-3'0,"-1"-4"0,3-1 0,5 1 0,5 2 0,7 1 0,7 2 0,6 1 0,-2 1-8191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3:10.12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40 247 24575,'-9'0'0,"7"1"0,0-1 0,0 0 0,0 0 0,0 0 0,0 0 0,0 0 0,0 0 0,0 0 0,0-1 0,0 1 0,0-1 0,0 0 0,-2 0 0,5 0 0,1 0 0,0 0 0,-1 0 0,1 0 0,0 1 0,0-1 0,0 0 0,0 1 0,0 0 0,0-1 0,3 1 0,468-29-310,-263 19 99,1407-119-2311,-1566 123 2371,-8 3 25,-1-3-1,-1-1 1,51-16-1,-65 10-622,-18 3-2993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3:11.40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93 3 24575,'0'0'0,"0"0"0,0 0 0,0 0 0,0 0 0,0-1 0,0 1 0,0 0 0,0 0 0,0 0 0,1 0 0,-1 0 0,0 0 0,0 0 0,0 0 0,0-1 0,0 1 0,0 0 0,0 0 0,0 0 0,1 0 0,-1 0 0,0 0 0,0 0 0,0 0 0,0 0 0,0 0 0,0 0 0,1 0 0,-1 0 0,0 0 0,0 0 0,0 0 0,0 0 0,0 0 0,0 0 0,1 0 0,-1 0 0,0 0 0,0 0 0,0 0 0,0 0 0,0 0 0,0 0 0,0 0 0,1 0 0,-1 1 0,0-1 0,0 0 0,0 0 0,0 0 0,0 0 0,0 0 0,0 0 0,0 0 0,0 0 0,0 1 0,1-1 0,-1 12 0,-5 20 0,5-30 0,-58 320 0,24 4 0,32-216-1365,3-102-5461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3:11.83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40 52 24575,'-3'0'0,"-5"0"0,-3 0 0,0 4 0,5 0 0,9 0 0,11-4 0,9-2 0,10-4 0,9 0 0,9-3 0,3 0 0,1-1 0,-3 1 0,-6 1 0,-12 3-8191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3:12.05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 26 24575,'0'3'0,"-3"4"0,-1 4 0,3 1 0,5-3 0,5-2 0,7-6 0,8-3 0,7-4 0,7-1 0,4-2 0,3 0 0,2-2 0,-4 2 0,-2 1 0,-6 0 0,-8 1-8191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3:12.23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 17 24575,'-3'3'0,"-2"4"0,4 1 0,9-1 0,8-1 0,8-6 0,10-1 0,7-5 0,7-5 0,1 1 0,2 1 0,-2 2 0,-9 3-8191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3:12.40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 50 24575,'-3'0'0,"-1"3"0,3 1 0,5 0 0,8 0 0,11-5 0,8-2 0,12-3 0,6-4 0,9-4 0,3-2 0,-8 2-8191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3:12.55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 1 24575,'-3'3'0,"2"4"0,4 1 0,11-1 0,13-4 0,13-4 0,14-4 0,9-4 0,-6-1-8191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3:15.82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556 411 24575,'14'-27'0,"1"1"0,1 1 0,2 0 0,29-31 0,90-79 0,-70 72 0,-64 61 0,2-3 0,0 0 0,0 0 0,-1 0 0,1 0 0,-1-1 0,3-6 0,-7 12 0,1 0 0,-1 0 0,0-1 0,0 1 0,0 0 0,0 0 0,0 0 0,0-1 0,1 1 0,-1 0 0,0 0 0,0-1 0,0 1 0,0 0 0,0 0 0,0-1 0,0 1 0,0 0 0,0 0 0,0-1 0,0 1 0,0 0 0,0 0 0,-1-1 0,1 1 0,0 0 0,0 0 0,0-1 0,0 1 0,0 0 0,0 0 0,-1 0 0,1-1 0,0 1 0,0 0 0,0 0 0,0 0 0,-1-1 0,1 1 0,-13 1 0,-16 9 0,-7 8 0,1 2 0,0 1 0,2 1 0,1 2 0,0 2 0,2 0 0,1 2 0,1 1 0,1 2 0,2 0 0,-42 70 0,54-76 0,1 0 0,1 0 0,1 2 0,1-1 0,1 1 0,1 0 0,-5 53 0,11-57 0,1-1 0,0 1 0,2-1 0,1 1 0,0-1 0,2 0 0,0 0 0,2-1 0,0 1 0,17 31 0,-3-16 0,38 50 0,7 14 0,-57-87 0,-2 1 0,0 0 0,-1 1 0,0-1 0,4 20 0,-9-26 0,1 0 0,-1 0 0,-1 0 0,0 0 0,0 0 0,0 0 0,-1 0 0,-1 0 0,0-1 0,0 1 0,0 0 0,-6 11 0,2-8 0,0-1 0,-1 1 0,0-1 0,-1-1 0,0 1 0,0-1 0,-18 15 0,3-7 0,0 0 0,-2-1 0,0-2 0,-1 0 0,0-2 0,-52 19 0,46-22 0,-65 13 0,81-20 0,0-1 0,0-1 0,0-1 0,0 0 0,0-1 0,-20-3 0,33 3 0,1 1 0,0-1 0,-1 1 0,1-1 0,-1 0 0,1 0 0,0 0 0,0 0 0,-1 0 0,1-1 0,0 1 0,0-1 0,0 1 0,1-1 0,-1 0 0,0 0 0,-1-2 0,2 2 0,0 0 0,1 1 0,0-1 0,-1 1 0,1-1 0,0 1 0,0-1 0,0 0 0,0 1 0,0-1 0,0 0 0,0 1 0,0-1 0,1 1 0,-1-1 0,1 1 0,-1-1 0,1 1 0,0-1 0,0 1 0,-1-1 0,1 1 0,0 0 0,0-1 0,0 1 0,0 0 0,2-2 0,6-5 0,0 0 0,0 0 0,1 1 0,0 0 0,0 1 0,0 0 0,1 1 0,0 0 0,0 0 0,0 1 0,14-3 0,-4 2 0,1 1 0,1 0 0,-1 2 0,0 1 0,25 1 0,-38 0 0,-1 0 0,1 1 0,-1 1 0,0-1 0,0 1 0,1 1 0,-1-1 0,-1 1 0,1 1 0,0 0 0,-1 0 0,0 0 0,0 1 0,0 0 0,0 0 0,-1 1 0,0-1 0,0 2 0,0-1 0,-1 0 0,0 1 0,0 0 0,-1 1 0,0-1 0,0 1 0,-1-1 0,0 1 0,0 0 0,-1 0 0,3 15 0,-1 0 0,-1 0 0,-1 0 0,-2 0 0,0 0 0,-3 25 0,-26 113 0,0 14 0,27-164 0,2 1 0,0 0 0,0-1 0,1 1 0,0-1 0,1 1 0,0-1 0,5 13 0,-5-19 0,0-1 0,0 1 0,1-1 0,-1 0 0,1 1 0,0-1 0,0-1 0,0 1 0,0 0 0,1-1 0,0 1 0,0-1 0,0 0 0,0 0 0,0-1 0,0 1 0,1-1 0,-1 0 0,1 0 0,0-1 0,7 3 0,0-2 29,1-1-1,0 0 0,0-1 1,0 0-1,0-1 1,0 0-1,-1-1 0,1-1 1,0 0-1,-1 0 1,13-7-1,20-8-794,63-37-1,-103 52 594,64-35-6653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3:16.65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352 443 24575,'-12'-38'0,"-21"-48"0,-6-15 0,33 82 0,0-1 0,1 0 0,1 0 0,1 0 0,-1-35 0,5 52 0,-1 0 0,1 1 0,-1-1 0,1 1 0,0-1 0,0 0 0,0 1 0,1 0 0,-1-1 0,0 1 0,1 0 0,0-1 0,-1 1 0,1 0 0,0 0 0,0 1 0,0-1 0,0 0 0,1 1 0,-1-1 0,0 1 0,1-1 0,-1 1 0,1 0 0,-1 0 0,1 0 0,-1 1 0,6-2 0,7-1 0,0 1 0,1 1 0,27 0 0,-30 1 0,16 0 0,0 1 0,0 2 0,54 11 0,-69-11 0,-1 1 0,-1 1 0,1-1 0,-1 2 0,0 0 0,0 0 0,0 1 0,-1 1 0,0 0 0,16 15 0,-23-18 0,1-1 0,-2 1 0,1 0 0,-1 0 0,0 0 0,0 1 0,0-1 0,0 1 0,-1-1 0,0 1 0,-1 0 0,1 0 0,-1 0 0,1 6 0,-2-3 0,0-1 0,-1 1 0,0-1 0,0 1 0,0-1 0,-1 0 0,-1 1 0,1-1 0,-5 8 0,-5 7 0,0-1 0,-2 0 0,0-1 0,-2-1 0,-31 33 0,-216 180 0,7-7 0,242-212 0,1 0 0,1 1 0,0 0 0,2 1 0,-18 33 0,25-44 0,1 0 0,0 1 0,0-1 0,0 1 0,1 0 0,0 0 0,0 0 0,0-1 0,1 1 0,0 0 0,0 0 0,0 0 0,1 0 0,0 0 0,0 0 0,1-1 0,-1 1 0,1 0 0,0-1 0,1 1 0,-1-1 0,1 0 0,4 5 0,0-1 0,1 0 0,0-1 0,1 0 0,0-1 0,0 0 0,0 0 0,1-1 0,0 0 0,0-1 0,17 7 0,5-1 0,0-1 0,45 9 0,-32-11 0,1-1 0,-1-3 0,1-1 0,0-2 0,91-11 0,-135 9 0,4 1 0,-1-1 0,0 0 0,0 0 0,0-1 0,0 1 0,0-1 0,-1 0 0,7-4 0,-11 6 0,0 0 0,1 0 0,-1 0 0,0 0 0,0 0 0,1-1 0,-1 1 0,0 0 0,0 0 0,1-1 0,-1 1 0,0 0 0,0 0 0,0-1 0,0 1 0,0 0 0,1 0 0,-1-1 0,0 1 0,0 0 0,0-1 0,0 1 0,0 0 0,0-1 0,0 1 0,0 0 0,0 0 0,0-1 0,0 1 0,0 0 0,0-1 0,0 1 0,0 0 0,-1-1 0,1 1 0,-11-8 0,-16 0 0,11 7 0,1 0 0,0 1 0,0 1 0,-1 0 0,1 1 0,0 0 0,-19 7 0,14-3 0,1 0 0,0 2 0,1 0 0,0 1 0,-18 12 0,27-15 0,1 0 0,-1 1 0,1 0 0,0 0 0,1 0 0,0 1 0,0 1 0,1-1 0,0 1 0,0 0 0,1 0 0,0 0 0,0 1 0,1 0 0,1 0 0,0 0 0,0 0 0,1 1 0,0-1 0,1 1 0,0-1 0,0 1 0,1 0 0,1-1 0,2 14 0,9 38 0,2 0 0,32 83 0,1 5 0,-19-44 0,20 149 0,-48-251 0,0 0 0,1 0 0,-1 0 0,-1 0 0,1 0 0,0 0 0,-1 0 0,0 0 0,0 0 0,-3 7 0,4-11 0,-1 1 0,1 0 0,-1 0 0,1 0 0,-1-1 0,0 1 0,1 0 0,-1 0 0,0-1 0,0 1 0,1-1 0,-1 1 0,0-1 0,0 1 0,0-1 0,0 1 0,0-1 0,0 0 0,-1 1 0,0-1 0,1 0 0,-1 0 0,0 0 0,0 0 0,0-1 0,1 1 0,-1-1 0,0 1 0,0-1 0,1 1 0,-1-1 0,0 0 0,1 0 0,-2-1 0,-7-6 0,1 0 0,0-1 0,1 0 0,-1 0 0,2-1 0,0 0 0,0 0 0,-6-13 0,-10-13 0,11 18 0,0 1 0,-2 0 0,-28-28 0,37 41 0,-1 0 0,1 0 0,-1 0 0,1 0 0,-1 1 0,0 0 0,-1 0 0,1 1 0,0 0 0,-1 0 0,1 0 0,-1 1 0,0 0 0,1 0 0,-1 1 0,-10 0 0,-17 5-1365,3 3-5461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3:21.59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37 140 24575,'-6'-3'0,"-5"-1"0,-1-3 0,5 0 0,9-3 0,9 2 0,7 1 0,11-1 0,6 1 0,7 1 0,5-1 0,1-2 0,2 0 0,-5-2 0,-3 2 0,-6-2 0,-6 2 0,-9 2-8191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3:21.84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4 24575,'3'-3'0,"2"2"0,-1 5 0,-1 4 0,-1 4 0,0 6 0,-2 6 0,1 6 0,-1 7 0,-1 3 0,1 1 0,3 0 0,1 2 0,0 0 0,-1-4 0,2-3 0,1-1 0,-2-6-8191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3:22.04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192 40 24575,'4'-12'0,"-3"-5"0,-5 8 0,-4 7 0,-4 12 0,-3 9 0,-2 8 0,-2 6 0,0 3 0,0 1 0,0 5 0,-3 1 0,-1-1 0,4-7-8191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3:22.22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9 24575,'3'-3'0,"4"-1"0,1 3 0,2 2 0,3 4 0,1 4 0,3 3 0,4 4 0,4 1 0,5 2 0,3 0 0,2 3 0,-4-2-8191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3:22.55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 32 24575,'0'-3'0,"-3"-4"0,-2-4 0,1 2 0,1 7 0,1 7 0,0 8 0,5 8 0,1 7 0,0 5 0,-1 7 0,-1 1 0,0 1 0,-1 3 0,-1-1 0,0-4 0,0-3 0,0-8-8191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3:22.73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 59 24575,'-4'-3'0,"-3"-1"0,2 0 0,5 1 0,6 1 0,4 0 0,8 2 0,6-4 0,6 0 0,7-3 0,6 0 0,2-2 0,-6 0-8191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3:22.90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415 46 24575,'0'-3'0,"0"-4"0,-3-4 0,-4 0 0,-4 1 0,-4 7 0,-5 5 0,-2 7 0,-4 4 0,0 4 0,-2 4 0,-3 6 0,-5 4 0,-3 2 0,-1 3 0,1 1 0,-1 1 0,8-7-8191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3:23.12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5 24575,'0'-3'0,"3"2"0,4 4 0,4 5 0,6 8 0,4 3 0,4 5 0,4 5 0,4 4 0,1 2 0,3-2 0,0 0 0,-3-2 0,-7-8-8191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3:23.47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47 16 24575,'0'-3'0,"-3"-4"0,-1 2 0,0 5 0,1 6 0,1 7 0,1 6 0,0 5 0,1 5 0,0 4 0,-3 2 0,-1 1 0,0 2 0,-2-1 0,0-2 0,0-8-8191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3:23.65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23 59 24575,'-4'-3'0,"-3"-1"0,-1-3 0,4 0 0,9 1 0,6 1 0,9 2 0,9 2 0,9-3 0,8-1 0,8-2 0,-5 0-8191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3:23.82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433 53 24575,'0'-3'0,"-3"-5"0,-4 0 0,-5 1 0,-2-2 0,-3 2 0,-1 1 0,-1 2 0,0 4 0,-3 6 0,-4 5 0,-4 6 0,-3 7 0,-5 6 0,-3 3 0,-3 3 0,-4 2 0,7-7-8191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3:24.03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0 24575,'3'0'0,"4"0"0,4 4 0,4 3 0,1 7 0,2 8 0,1 6 0,3 7 0,5 4 0,3 6 0,-3-7-8191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2:33.77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1942 222 24575,'1'-26'0,"7"-39"0,-4 43 0,-1 0 0,-1-35 0,-2 55 0,0 1 0,0-1 0,0 1 0,0-1 0,0 1 0,0-1 0,0 1 0,-1 0 0,1-1 0,-1 1 0,1-1 0,-1 1 0,0 0 0,1 0 0,-1-1 0,0 1 0,0 0 0,-1-2 0,1 3 0,0 0 0,0-1 0,0 1 0,1 0 0,-1 0 0,0-1 0,0 1 0,0 0 0,0 0 0,0 0 0,0 0 0,1 0 0,-1 0 0,0 1 0,0-1 0,0 0 0,0 0 0,0 0 0,1 1 0,-1-1 0,0 1 0,-1 0 0,-4 3 0,-1 1 0,0-1 0,1 2 0,0-1 0,-7 9 0,-344 417-23,274-325-115,-472 639-386,58 39 242,411-629 282,-81 202 0,137-279 0,3 1 0,4 2 0,3 0 0,-16 151 0,35-231 0,-2 80 490,3-73-431,1 0 1,0 0 0,0-1 0,0 1-1,1 0 1,1 0 0,4 11-1,-7-17-59,1-1 0,-1 0 0,1 0 0,-1 0 0,1 0 0,0 0 0,-1 0 0,1 0 0,0 0 0,0 0 0,0 0 0,0 0 0,0-1 0,0 1 0,0 0 0,0-1 0,0 1 0,0 0 0,0-1 0,0 1 0,0-1 0,1 0 0,-1 1 0,1-1 0,0 0 0,0 0 0,-1-1 0,1 1 0,0-1 0,-1 1 0,1-1 0,-1 0 0,1 1 0,-1-1 0,1 0 0,-1 0 0,0 0 0,1 0 0,-1-1 0,2 0 0,5-7 0,-1-1 0,0 0 0,11-19 0,-16 25 0,60-105 0,-60 107 0,-1 0 0,0 0 0,1 0 0,-1 0 0,1 1 0,0-1 0,-1 1 0,1-1 0,0 1 0,0-1 0,0 1 0,0 0 0,0 0 0,0 0 0,1 0 0,-1 1 0,0-1 0,4 0 0,2 0 0,1 0 0,-1 1 0,17 1 0,-7 1 0,822-14-605,-368-4 350,-194 16 255,97-2 0,-369 2-5,-2 0 24,1 0-1,-1 0 1,0-1-1,1 1 1,-1-1-1,0 0 1,6-2-1,-9 3-14,-1 0-1,0-1 1,0 1-1,0 0 1,0 0 0,0 0-1,0 0 1,0 0-1,0 0 1,0 0 0,0 0-1,0 0 1,0 0-1,0 0 1,0 0-1,0 0 1,1 0 0,-1 0-1,0 0 1,0 0-1,0 0 1,0 0 0,0 0-1,0 0 1,0-1-1,0 1 1,0 0-1,0 0 1,0 0 0,0 0-1,0 0 1,0 0-1,0 0 1,0 0 0,0 0-1,0 0 1,0 0-1,0 0 1,0 0-1,0-1 1,0 1 0,0 0-1,0 0 1,0 0-1,0 0 1,0 0 0,0 0-1,0 0 1,0 0-1,-1 0 1,1 0 0,0 0-1,0 0 1,0 0-1,0 0 1,0 0-1,0 0 1,0 0 0,0-1-1,0 1 1,0 0-1,0 0 1,0 0 0,0 0-1,-9-3 230,-8 0 18,-89-10-1616,83 10-5461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2:34.08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52 739 24575,'-2'-1'0,"0"0"0,0 0 0,0-1 0,0 1 0,0-1 0,0 1 0,1-1 0,-1 0 0,1 0 0,-1 1 0,1-1 0,-1 0 0,1 0 0,0-1 0,-2-3 0,1 1 0,-2-2 0,1-1 0,0 0 0,0 0 0,1-1 0,0 1 0,0 0 0,1-1 0,0 1 0,1-1 0,-1 0 0,2 1 0,-1-1 0,1 1 0,1-1 0,4-15 0,2-1 0,1 0 0,0 1 0,27-45 0,-17 38 0,2 1 0,1 1 0,1 1 0,1 1 0,1 1 0,2 1 0,0 2 0,2 0 0,0 2 0,2 1 0,0 2 0,1 1 0,1 1 0,0 2 0,1 1 0,0 1 0,1 3 0,1 0 0,71-6 0,-71 12 0,0 1 0,0 2 0,0 2 0,0 1 0,-1 2 0,48 12 0,-66-12 0,0 0 0,0 2 0,0 0 0,-1 0 0,0 2 0,-1 0 0,1 1 0,-2 0 0,0 1 0,0 1 0,-1 0 0,0 1 0,-1 1 0,16 22 0,-17-17 0,-1 0 0,0 1 0,-1 0 0,-1 1 0,-1 0 0,-1 0 0,-1 1 0,-1 0 0,1 23 0,0 29 0,-7 100 0,0-108 0,0-1-1365,0-9-5461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2:34.45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21 74 24575,'-2'0'0,"1"0"0,0 0 0,0 0 0,0 0 0,0-1 0,0 1 0,0 0 0,0 0 0,0-1 0,0 1 0,0 0 0,0-1 0,0 1 0,-2-2 0,3 2 0,0-1 0,-1 1 0,1 0 0,0-1 0,0 1 0,-1 0 0,1-1 0,0 1 0,0-1 0,0 1 0,0 0 0,0-1 0,0 1 0,-1-1 0,1 1 0,0 0 0,0-1 0,0 1 0,0-1 0,0 1 0,1-1 0,-1 1 0,0 0 0,0-1 0,0 0 0,1-1 0,0 1 0,0-1 0,0 0 0,0 0 0,1 1 0,-1-1 0,0 1 0,1-1 0,-1 1 0,1 0 0,0-1 0,-1 1 0,1 0 0,3-1 0,8-4 0,0 1 0,1 1 0,-1 0 0,1 0 0,24-2 0,75 1 0,-85 4 0,1237 21-964,-827-5 773,-361-13 191,-76-2 28,-3-1 46,-11-2 176,-29-7 351,16 4-399,3 1-1567,3 0-5461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2:34.74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0 113 24575,'59'-22'0,"1"2"0,0 3 0,98-15 0,-68 21 0,169 1 0,-194 12 0,0 3 0,74 16 0,-95-11 0,0 1 0,-1 3 0,81 37 0,-107-43 0,-1 2 0,1 0 0,-2 0 0,1 2 0,-2 0 0,1 1 0,-2 0 0,0 1 0,16 21 0,-22-24 0,0-1 0,-1 1 0,-1 0 0,0 0 0,0 1 0,-1 0 0,0-1 0,-1 1 0,-1 1 0,0-1 0,-1 0 0,0 1 0,0-1 0,-1 0 0,-3 18 0,-2-5-170,-2-1-1,0 0 0,-2 0 1,0-1-1,-2 0 0,0-1 1,-27 39-1,17-28-6655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2:36.27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5260 3219 24575,'-1'6'0,"1"0"0,9-6 0,68-9 0,112 2 0,80 16 0,-160-3 0,214 8-106,1050 41-903,97-8 935,-1295-39-130,65 1 37,-238-9 168,5 1 151,1-2-1,-1 1 0,1-1 0,-1 0 0,9-2 0,-16 3-147,0 0 0,0 0 0,0 0 0,0 0 0,0 0 0,0 0-1,0 0 1,1 0 0,-1 0 0,0 0 0,0 0 0,0 0 0,0 0 0,0 0-1,0 0 1,0 0 0,0 0 0,0-1 0,0 1 0,0 0 0,0 0-1,0 0 1,1 0 0,-1 0 0,0 0 0,0 0 0,0 0 0,0 0 0,0 0-1,0-1 1,0 1 0,0 0 0,0 0 0,0 0 0,0 0 0,0 0-1,0 0 1,0 0 0,0 0 0,0 0 0,0 0 0,0-1 0,0 1-1,0 0 1,0 0 0,-1 0 0,1 0 0,0 0 0,0 0 0,0 0 0,0 0-1,0 0 1,0 0 0,0 0 0,0-1 0,0 1 0,0 0 0,0 0-1,0 0 1,0 0 0,-1 0 0,1 0 0,0 0 0,0 0 0,0 0-1,-11-6 205,-14-2-19,20 7-189,0 0 0,0-1 0,0 0 0,0 0 0,0 0 0,0 0 0,0-1 0,-5-4 0,8 5 0,0 0 0,1 1 0,-1-1 0,1 0 0,-1 0 0,1-1 0,0 1 0,0 0 0,0 0 0,0 0 0,0-1 0,0 1 0,1-1 0,-1 1 0,1 0 0,0-1 0,0 1 0,0-1 0,0 1 0,0-5 0,7-36 0,1 0 0,14-43 0,-2 10 0,49-245 0,-53 224 0,5-132 0,-20 212 0,-1-1 0,-1 1 0,0-1 0,-2 1 0,-8-33 0,9 43 0,-1 0 0,0 0 0,0 0 0,0 1 0,-1-1 0,0 1 0,-1-1 0,1 2 0,-1-1 0,0 0 0,-1 1 0,1 0 0,-1 0 0,0 0 0,0 1 0,-9-5 0,-4 1 0,1 0 0,-1 2 0,0 0 0,-1 0 0,-23-2 0,-104-7 0,135 15 0,-385-14 0,189 9 0,160 3 0,-212-11 0,199 7 0,0-3 0,-74-21 0,90 19 0,29 8 0,1 0 0,-1-1 0,-22-10 0,34 13 0,1-1 0,-1 0 0,0-1 0,1 1 0,-1-1 0,1 1 0,0-1 0,0 0 0,0 0 0,0 0 0,0-1 0,1 1 0,-1-1 0,1 1 0,0-1 0,0 0 0,-2-7 0,-3-7 0,0 0 0,-1 1 0,-1 0 0,0 1 0,-13-16 0,-63-75 0,51 67 0,-291-364 0,25-19 0,172 196 0,83 142 0,-91-131 0,118 194 0,0 0 0,-2 2 0,-1 0 0,0 1 0,-1 1 0,-1 1 0,-1 1 0,0 1 0,-1 1 0,-41-16 0,25 15 0,0 2 0,-2 2 0,1 2 0,-1 1 0,0 3 0,-55-1 0,-504 31 0,338-7 0,-1093 34-1050,255-12 281,-210 64 769,1249-96-7,-705 96-404,658-84 569,1 4 1,-115 43 0,203-60-119,0 1 0,1 2 0,0 0 0,0 1 0,1 0 0,1 2-1,-19 16 1,17-9-6789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2:36.96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1464 234 24575,'7'-5'0,"0"0"0,0-1 0,-1 1 0,0-1 0,0-1 0,-1 1 0,0-1 0,0 0 0,0 0 0,-1 0 0,0-1 0,0 0 0,3-9 0,-6 13 0,1 0 0,-1-1 0,0 1 0,0-1 0,0 1 0,0-1 0,-1 0 0,0 1 0,0-1 0,0 0 0,-1 1 0,1-1 0,-1 1 0,0-1 0,-3-7 0,2 9 0,0 0 0,0-1 0,0 1 0,0 0 0,0 0 0,-1 1 0,1-1 0,-1 0 0,0 1 0,0 0 0,0 0 0,0 0 0,0 0 0,0 0 0,-1 0 0,1 1 0,-1 0 0,1-1 0,-1 1 0,-4 0 0,-7-2 0,1 2 0,-1 0 0,0 0 0,0 2 0,1-1 0,-18 5 0,-89 21 0,-23 15 0,-222 93 0,270-91 0,1 5 0,3 4 0,-94 70 0,142-89 0,-49 48 0,78-66 0,0 2 0,0-1 0,2 2 0,0 0 0,1 0 0,-10 21 0,19-33 0,1 0 0,0-1 0,-1 1 0,2 0 0,-1 0 0,1 0 0,0 1 0,0-1 0,1 0 0,-1 0 0,2 0 0,-1 1 0,1-1 0,-1 0 0,4 11 0,-1-10 0,0 0 0,1 0 0,0-1 0,0 1 0,0-1 0,1 0 0,-1 0 0,2 0 0,-1-1 0,0 0 0,1 0 0,10 7 0,24 14 0,0-1 0,74 31 0,95 22 0,-154-62-24,1-3 0,0-3 0,1-2-1,0-2 1,1-3 0,-1-2 0,87-11-1,-31-5-95,-2-6 0,199-63 0,-195 45 60,132-65 0,-190 75 62,-1-2 0,-2-3 0,-1-1-1,51-46 1,-87 65-3,0 0 0,-1-1-1,0-1 1,-2 0-1,0-1 1,16-30 0,-26 41 3,0-1-1,-1 0 1,1 0 0,-2 0 0,1 0 0,-2 0-1,1 0 1,0-12 0,-2 14 5,-1 1 1,1-1-1,-1 1 1,0 0-1,-1-1 1,1 1-1,-1 0 1,-1 0-1,1 0 0,-1 0 1,0 0-1,0 1 1,-5-6-1,-2-1 29,0 0 0,-1 1 0,0 1 0,-1 0 0,0 0 0,-1 1 0,1 1 0,-2 0 0,-17-7 0,-3 0 29,-1 2 0,-63-15-1,30 14-64,0 2 0,-2 4 0,1 3 0,-1 2 0,1 4 0,-1 3 0,-71 13 0,135-16 10,-3 0-148,0 1 1,0-1-1,1 2 1,-1-1-1,0 1 1,1 0-1,-1 1 1,1 0-1,-10 6 1,9 0-6689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2:37.66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994 221 24575,'1'0'0,"0"0"0,0-1 0,0 1 0,0 0 0,0 0 0,0-1 0,0 1 0,0-1 0,0 1 0,0-1 0,-1 1 0,1-1 0,0 1 0,0-1 0,-1 0 0,1 1 0,0-1 0,-1 0 0,1 0 0,0 1 0,-1-1 0,1 0 0,-1 0 0,1 0 0,-1 0 0,0 0 0,1 0 0,-1 0 0,0 0 0,0-1 0,1 0 0,-1 1 0,0-1 0,0 0 0,1 0 0,-1 1 0,0-1 0,-1 0 0,1 0 0,0 0 0,0 1 0,-1-1 0,1 0 0,-1 1 0,0-1 0,1 0 0,-2-1 0,0 1 0,0 0 0,0 0 0,-1 0 0,1 0 0,-1 1 0,1-1 0,-1 1 0,1-1 0,-1 1 0,0 0 0,0 0 0,1 0 0,-1 1 0,0-1 0,0 1 0,0-1 0,0 1 0,-3 0 0,-9 0 0,-1 1 0,-18 3 0,23-2 0,-106 18 0,1 6 0,-124 45 0,199-58 0,1 1 0,0 3 0,1 1 0,-64 41 0,90-50 0,0 1 0,0 1 0,1 1 0,1 0 0,0 0 0,-15 21 0,20-23 0,0 1 0,0 0 0,1 0 0,1 0 0,-1 1 0,2-1 0,0 1 0,0 0 0,-1 23 0,3-12 0,1 1 0,1 0 0,1-1 0,2 0 0,0 0 0,1 0 0,1 0 0,1 0 0,1-1 0,2-1 0,16 31 0,-12-29 0,1 0 0,1-2 0,1 0 0,0 0 0,2-2 0,0 0 0,1-1 0,1-1 0,42 25 0,-22-20 0,0-2 0,1-2 0,0-2 0,2-2 0,0-2 0,0-1 0,48 4 0,15-4 0,201-6 0,410-71-359,-8-62-1,-688 123 360,-7 3 0,-1-1 0,1 0 0,-1-1 0,0-1 0,0-1 0,27-13 0,-40 18 9,0 1 0,0-1-1,0 0 1,0 0 0,0 0 0,0 1-1,0-1 1,0 0 0,0 0-1,-1 0 1,1 0 0,0 0 0,0-1-1,-1 1 1,1 0 0,-1 0 0,1 0-1,-1-1 1,0 1 0,1 0-1,-1 0 1,0-1 0,0 1 0,0 0-1,0-1 1,0 1 0,0 0 0,0-1-1,0 1 1,-1 0 0,1 0-1,0-1 1,-1 1 0,1 0 0,-1 0-1,1 0 1,-1 0 0,-1-2 0,-2-3 53,-1-1 1,-1 1 0,1 1-1,-1-1 1,-7-5 0,11 9-61,-144-111-2,-2-2 0,90 64 0,3-1 0,1-4 0,3-1 0,3-2 0,2-3 0,-52-95 0,78 121 0,8 11 0,-2 0 0,-1 1 0,-18-23 0,27 40 0,-1 0 0,0 0 0,0 0 0,-1 1 0,1 0 0,-1 1 0,0 0 0,-1 0 0,0 0 0,1 1 0,-1 1 0,-17-6 0,-1 4-341,0 1 0,0 1-1,-37 1 1,-13 3-6485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2:38.35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1291 197 24575,'-2'-11'0,"-2"-1"0,1 1 0,-2 0 0,1 1 0,-1-1 0,-1 1 0,0 0 0,0 0 0,-1 1 0,-1 0 0,-8-9 0,8 11 0,0 0 0,-1 1 0,0 0 0,0 1 0,0 0 0,0 0 0,-1 1 0,0 0 0,0 1 0,0 0 0,0 1 0,-17-3 0,3 3 0,-1 1 0,1 2 0,0 0 0,0 1 0,0 1 0,0 2 0,0 0 0,1 1 0,-25 11 0,-1 4 0,0 1 0,1 3 0,-45 31 0,37-18-57,2 1-1,2 4 1,2 1 0,-82 92-1,104-101 26,0 2 0,2 0 0,2 2 1,2 0-1,1 2 0,3 0 0,1 1 0,-13 47 0,25-67 32,0 2 0,1-1 0,1 0 0,1 1 0,1-1 0,1 1 0,2-1 0,0 1 0,6 24 0,-4-30 0,1-1 0,1 0 0,1-1 0,0 0 0,1 0 0,1 0 0,0-1 0,1 0 0,1-1 0,0 0 0,1-1 0,22 20 0,-9-13 2,1-1 1,1-1-1,1-2 1,0-1-1,1-1 0,1-1 1,0-1-1,52 11 1,-18-9-70,0-3 0,1-3 0,86 0 1,-73-8-148,1-4 1,-1-3 0,0-4-1,-1-3 1,98-31 0,-126 29 157,-1-2 1,0-2-1,-2-2 1,0-2-1,-2-2 1,-1-2-1,-1-2 1,-2-1-1,42-43 1,-60 51 41,-2-1 0,-1 0 0,-1-2 0,-1 0 0,-1-1 0,-1-1 0,-2-1 0,0 0 1,-2 0-1,-2-1 0,10-47 0,-16 56 38,0 0 1,-1 0-1,-1 0 1,-1 0-1,0-1 0,-2 1 1,-1 0-1,0 0 1,-2 0-1,0 1 1,-1-1-1,-2 1 1,0 1-1,0-1 0,-2 2 1,-1-1-1,-23-30 1,20 32-23,-1 1 0,0 1 0,-1 0 0,-1 2 0,0 0 0,-1 0 0,-36-18 0,29 20 24,-1 0 0,-1 2 0,1 0 0,-1 2 0,-47-6 0,38 10-134,-1 1 1,1 1-1,-1 2 1,1 2-1,-1 2 1,1 0-1,0 3 1,1 1 0,-58 23-1,27-2-4799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2:38.82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1077 256 24575,'-46'-31'0,"5"2"0,-2 3 0,-61-30 0,90 50 0,0 0 0,-1 1 0,0 1 0,1 0 0,-1 1 0,-1 1 0,1 0 0,0 1 0,0 1 0,-1 0 0,1 1 0,-18 3 0,12 2 0,0 0 0,0 2 0,0 0 0,2 1 0,-1 1 0,1 1 0,0 1 0,-27 22 0,6 0 0,1 2 0,-49 59 0,55-54 0,1 1 0,2 1 0,2 2 0,2 1 0,-27 64 0,42-84 0,1 1 0,2 1 0,1-1 0,0 1 0,3 0 0,0 1 0,2-1 0,0 0 0,2 1 0,2 0 0,6 41 0,-4-55 0,-1-1 0,2 1 0,0-1 0,1 0 0,0-1 0,1 1 0,1-1 0,0 0 0,1-1 0,13 15 0,-10-14 0,2 0 0,0-1 0,0-1 0,1 0 0,0-1 0,1-1 0,28 13 0,-11-10 0,1-1 0,0-1 0,0-2 0,1-2 0,0-1 0,0-1 0,0-2 0,50-4 0,-21-3-73,0-3 1,-1-3-1,-1-3 0,0-2 0,0-3 1,-2-3-1,97-49 0,-110 46 15,-1-2 0,-2-2 0,0-2-1,-2-2 1,-2-2 0,-1-1 0,-2-2-1,-2-2 1,51-72 0,-69 85 29,-1 0 0,-2-1-1,0-1 1,-2 0 0,-1 0 0,-1-2-1,-2 1 1,-1-1 0,4-47 0,-10 62 15,0 1 0,-1-1 0,-1 0 0,-1 0 0,0 0 0,-1 1 0,0-1 0,-2 1 1,0 0-1,0 0 0,-1 0 0,-1 1 0,-1 0 0,0 0 0,0 1 0,-2 0 0,1 1 0,-2 0 0,0 0 0,-20-16 1,10 12 42,0 2 1,-2 0 0,0 2 0,0 0 0,-1 2 0,-1 0-1,1 2 1,-37-7 0,-6 2-701,-131-8 0,64 16-4698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2:40.51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276 1779 24575,'-59'320'-565,"-84"531"-1990,101-466 2889,10 584-1,33-942 106,4 65 600,-4-81-914,1 0-1,0 0 1,1 0 0,0 0-1,8 18 1,-10-26-120,1 0 0,0 0 0,0-1 0,0 1 0,0 0 0,1-1 0,-1 0 0,1 1 0,0-1 0,-1 0 0,1 0 0,0-1 0,0 1 0,0 0 0,0-1 0,0 0 0,1 0 0,-1 0 0,0 0 0,1 0 0,-1-1 0,0 0 0,1 1 0,-1-1 0,5-1 0,9 0 18,0-1 0,0-1-1,31-9 1,-24 6-17,669-117-983,8 55-313,-523 53 1207,838-56-1042,-865 67 2953,-146 2-1195,-11-1-205,-17-4-100,19 6-342,-19-5 50,1-1-1,-1-2 0,1 0 1,-39-23-1,52 27-29,1-1 1,0 0-1,0-1 0,1 0 1,0 0-1,0-1 0,1 1 1,0-2-1,0 1 0,1-1 1,0 1-1,0-1 1,1-1-1,-4-12 0,2-2-6,1 0 0,1 0 0,1 0 0,1 0 0,2-40 0,20-124 0,74-248-1032,35 5-446,206-501 1107,-30 93 444,-203 499-252,-87 274 190,-3 0 0,-2-1-1,0-84 1,-9 131 215,-2 0 0,0 0 0,-1 1 0,-1-1 0,-1 0 0,-11-30 0,12 42-140,-1-1-1,0 0 0,-1 1 0,0 0 0,0 0 0,-1 0 0,0 1 0,0 0 0,0 0 1,-1 0-1,-1 1 0,1 0 0,-1 1 0,0-1 0,-15-7 0,1 4-85,1 1 0,-1 1 0,-1 1 0,1 1 0,-1 1 0,-42-3 0,-2 6 0,-72 7 0,-118 31 36,2 21-87,117-26-97,-899 183-1912,-5-28 1014,732-138 1764,309-49-725,-4 0 155,0 1-1,0 1 1,0-1 0,0 1 0,-8 3 0,12-4-113,0-1 1,1 1-1,-1-1 0,0 1 0,1-1 1,-1 1-1,1 0 0,-1-1 1,1 1-1,0-1 0,-1 1 0,1 0 1,-1 0-1,1-1 0,0 1 1,0 0-1,0 0 0,-1-1 1,1 1-1,0 0 0,0 0 0,0 0 1,0-1-1,0 1 0,0 0 1,0 0-1,0-1 0,1 1 0,-1 0 1,0 0-1,0-1 0,1 1 1,-1 0-1,0 0 0,1-1 1,-1 1-1,1 0 0,-1-1 0,1 1 1,-1-1-1,1 1 0,-1-1 1,2 2-1,9 12-23,-1 1 0,0 1-1,-1-1 1,-1 2 0,0-1 0,-1 1 0,-1 0 0,-1 1-1,6 29 1,-2 17-12,-2 1 0,-4 116 0,-27 135 0,5-93 0,13-71 0,24 289 0,-5-335 0,5-1 0,4-1 0,56 158 0,-47-185-1365,-3-14-5461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2:40.99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105 94 24575,'21'-1'0,"21"2"0,-41-1 0,-1 0 0,0 0 0,0 1 0,0-1 0,1 0 0,-1 0 0,0 0 0,0 0 0,0 0 0,0 0 0,0 0 0,0 0 0,1 1 0,-1-1 0,0 0 0,0 0 0,0 0 0,0 0 0,0 1 0,0-1 0,0 0 0,0 0 0,0 0 0,1 0 0,-1 1 0,0-1 0,0 0 0,0 0 0,0 0 0,0 0 0,0 1 0,0-1 0,0 0 0,0 0 0,-1 0 0,1 1 0,0-1 0,0 0 0,0 0 0,0 0 0,0 0 0,0 1 0,0-1 0,0 0 0,0 0 0,0 0 0,-1 0 0,1 0 0,0 0 0,0 1 0,0-1 0,0 0 0,0 0 0,-1 0 0,1 0 0,0 0 0,0 0 0,0 0 0,-13 12 0,10-10 0,-18 18 0,0 1 0,-24 31 0,36-39 0,0-1 0,1 1 0,1 0 0,0 0 0,1 1 0,-7 21 0,11-31 0,1 0 0,0 0 0,0 0 0,1 0 0,-1 1 0,1-1 0,0 0 0,0 0 0,0 0 0,0 1 0,1-1 0,0 0 0,0 0 0,0 0 0,0 0 0,1 0 0,-1 0 0,1 0 0,0-1 0,0 1 0,1 0 0,-1-1 0,1 0 0,-1 0 0,1 1 0,0-2 0,1 1 0,-1 0 0,0-1 0,1 1 0,-1-1 0,1 0 0,0 0 0,-1 0 0,1-1 0,7 3 0,3-1 0,0 0 0,1-1 0,-1 0 0,0-1 0,1-1 0,-1 0 0,0-1 0,0-1 0,1 0 0,-1-1 0,0 0 0,-1-1 0,1-1 0,-1 0 0,24-13 0,-28 13 0,0 0 0,-1-1 0,0 0 0,0-1 0,-1 0 0,1 0 0,-2 0 0,1-1 0,-1 0 0,7-11 0,-9 12 0,-1 0 0,0 0 0,0-1 0,-1 1 0,0-1 0,0 1 0,0-1 0,-1 0 0,0 0 0,-1 1 0,0-1 0,0 0 0,-1 0 0,-2-11 0,1 9 18,-2 0 0,1 1 0,-1-1 0,-1 0 0,1 1 0,-2 0 0,1 0 0,-1 1 0,-1-1 0,1 1 0,-1 1 0,-1-1 0,1 1 0,-1 0 0,-1 1 0,1 0 0,-1 0 0,-13-5 0,6 2-174,0 2 1,0 0 0,-1 2 0,0-1 0,0 2 0,0 0 0,0 1-1,-1 1 1,1 1 0,-22 0 0,8 4-6671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2:42.11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553 123 24575,'-20'-48'0,"14"34"0,0 0 0,-14-24 0,20 37 0,-1 1 0,1-1 0,0 1 0,-1-1 0,1 1 0,-1-1 0,0 1 0,1-1 0,-1 1 0,1-1 0,-1 1 0,1 0 0,-1-1 0,0 1 0,1 0 0,-1-1 0,0 1 0,0 0 0,1 0 0,-1 0 0,0 0 0,1 0 0,-1-1 0,0 1 0,0 1 0,1-1 0,-1 0 0,0 0 0,1 0 0,-1 0 0,0 0 0,0 1 0,1-1 0,-1 0 0,0 1 0,1-1 0,-1 0 0,1 1 0,-2 0 0,-22 23 0,22-22 0,-37 49 0,1 1 0,-32 63 0,-51 120 0,4 43 0,102-230 0,1 1 0,3 0 0,-10 98 0,19-131 0,2-1 0,0 1 0,1-1 0,0 1 0,2-1 0,0 1 0,6 21 0,-7-32 0,0 0 0,0-1 0,0 1 0,1-1 0,0 1 0,-1-1 0,1 0 0,1 0 0,-1 0 0,1 0 0,-1-1 0,1 1 0,0-1 0,0 0 0,1 0 0,-1-1 0,0 1 0,1-1 0,0 0 0,-1 0 0,1-1 0,0 1 0,0-1 0,0 0 0,0 0 0,7 0 0,0-1 0,0-1 0,-1 0 0,1 0 0,-1-2 0,1 1 0,-1-1 0,0-1 0,0 0 0,0 0 0,0-1 0,14-9 0,1-3 0,-1-1 0,0-1 0,23-24 0,-17 13 0,-1-2 0,-2 0 0,26-40 0,-37 46 0,-1-1 0,-1-1 0,-1 0 0,19-57 0,-32 81 0,-2 5 0,-5 11 0,-7 25 0,4-5 86,2 1-1,1 0 0,-2 52 1,8-69-257,0 1 0,1-1 1,0 1-1,1-1 0,1 0 1,1 1-1,1-1 0,0-1 1,8 19-1,1-9-6655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2:42.64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38 214 24575,'0'-129'0,"-2"125"0,-1 15 0,-3 20 0,0 24 0,-5 42 0,2 164 0,9-256 0,1-1 0,-1 0 0,1 0 0,0 1 0,0-1 0,0 0 0,1 0 0,2 6 0,-3-10 0,-1 1 0,0-1 0,0 1 0,1-1 0,-1 0 0,0 1 0,1-1 0,-1 1 0,1-1 0,-1 0 0,0 1 0,1-1 0,-1 0 0,1 0 0,-1 1 0,1-1 0,-1 0 0,1 0 0,-1 0 0,1 1 0,0-1 0,-1 0 0,1 0 0,-1 0 0,1 0 0,0 0 0,0-1 0,1 1 0,-1-1 0,0 0 0,1 0 0,-1 0 0,0 1 0,0-1 0,0 0 0,0 0 0,0-1 0,0 1 0,0 0 0,0 0 0,-1 0 0,2-2 0,30-53 0,34-86 0,-18 37 0,-14 31 0,37-69 0,-66 136 0,-1 0 0,1 0 0,10-11 0,-14 17 0,1 0 0,-1 0 0,0 0 0,0 0 0,0 0 0,1 0 0,-1 1 0,0-1 0,1 0 0,-1 1 0,1-1 0,1 0 0,-2 1 0,0 0 0,0 0 0,-1 1 0,1-1 0,0 0 0,0 0 0,0 0 0,-1 0 0,1 1 0,0-1 0,0 0 0,-1 1 0,1-1 0,0 1 0,-1-1 0,1 1 0,-1-1 0,1 1 0,0-1 0,-1 1 0,1-1 0,-1 1 0,1 0 0,-1-1 0,1 2 0,2 5 0,1 0 0,-1 0 0,0 0 0,-1 0 0,0 0 0,0 1 0,1 14 0,2 57 0,-5-59 0,-1 29 0,0-37 0,0 0 0,1 1 0,0-1 0,1 1 0,0-1 0,1 1 0,0-1 0,5 13 0,-6-23 0,-1-1 0,1 0 0,0 0 0,-1 0 0,1 1 0,0-1 0,0 0 0,-1 0 0,1 0 0,0 0 0,0 0 0,0-1 0,0 1 0,0 0 0,1 0 0,-1-1 0,0 1 0,0 0 0,0-1 0,1 1 0,-1-1 0,0 0 0,1 1 0,-1-1 0,0 0 0,1 0 0,-1 0 0,0 0 0,1 0 0,-1 0 0,0 0 0,1 0 0,-1-1 0,0 1 0,1 0 0,-1-1 0,0 1 0,0-1 0,1 1 0,-1-1 0,0 0 0,1-1 0,7-3 0,-1-1 0,0 0 0,0-1 0,9-10 0,-12 12 0,22-24 0,-21 21 0,0 0 0,1 1 0,0 0 0,0 0 0,1 1 0,-1 0 0,1 0 0,10-5 0,-17 11 0,0 0 0,-1 0 0,1-1 0,0 1 0,-1 0 0,1 0 0,0 0 0,-1 0 0,1 0 0,-1 0 0,1 0 0,0 0 0,-1 0 0,1 1 0,0-1 0,-1 0 0,1 0 0,-1 1 0,1-1 0,0 0 0,-1 0 0,1 1 0,-1-1 0,1 1 0,-1-1 0,1 1 0,-1-1 0,1 0 0,-1 1 0,0 0 0,1-1 0,-1 1 0,0-1 0,1 1 0,-1-1 0,0 1 0,0 0 0,0-1 0,1 1 0,-1-1 0,0 2 0,4 33 0,-4-27 0,1 4 14,1 10 94,0 0 0,11 41 0,-12-58-203,0 0 1,1 0-1,0 0 0,0 0 1,1 0-1,-1-1 1,1 1-1,0-1 0,0 0 1,0 0-1,1 0 1,-1 0-1,1-1 0,0 1 1,0-1-1,0 0 1,10 5-1,3-1-6731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2:43.27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58 259 24575,'37'-91'0,"-26"67"0,0 0 0,-2-1 0,-1 0 0,7-35 0,-15 60 0,0-1 0,0 1 0,0 0 0,1-1 0,-1 1 0,0 0 0,0 0 0,0-1 0,0 1 0,0 0 0,0-1 0,0 1 0,0 0 0,0-1 0,0 1 0,0 0 0,0-1 0,0 1 0,0 0 0,-1 0 0,1-1 0,0 1 0,0 0 0,0-1 0,0 1 0,0 0 0,-1 0 0,1-1 0,0 1 0,0 0 0,-1-1 0,-7 7 0,-8 17 0,-5 15 0,-20 49 0,22-43 0,11-29 0,2 0 0,0 1 0,1-1 0,0 1 0,2 0 0,-1 0 0,2 1 0,0-1 0,2 29 0,0-43 0,0 0 0,0 0 0,0 0 0,0 0 0,1-1 0,-1 1 0,1 0 0,0 0 0,-1 0 0,1-1 0,0 1 0,0 0 0,0-1 0,0 1 0,0-1 0,1 1 0,-1-1 0,0 0 0,1 1 0,-1-1 0,4 2 0,-3-2 0,1 0 0,0 0 0,0 0 0,-1 0 0,1-1 0,0 0 0,0 1 0,0-1 0,0 0 0,0 0 0,0 0 0,-1-1 0,4 0 0,2-1 0,-1 0 0,0 0 0,0 0 0,0-1 0,0 0 0,0-1 0,-1 0 0,1 0 0,-1 0 0,8-7 0,-8 4 0,0-1 0,0 1 0,-1-1 0,0 0 0,0 0 0,-1-1 0,0 0 0,3-11 0,1-8 0,6-39 0,-4 18 0,-4 31 0,-6 18 0,0 0 0,0 0 0,0 0 0,0 0 0,0 0 0,0-1 0,0 1 0,1 0 0,-1 0 0,0 0 0,0 0 0,0 0 0,0 0 0,0 0 0,0 0 0,0 0 0,0 0 0,0 0 0,1 0 0,-1 0 0,0 0 0,0 0 0,0 0 0,0 0 0,0 0 0,0 0 0,0 0 0,0 0 0,1 0 0,-1 0 0,0 0 0,0 0 0,0 0 0,0 0 0,0 0 0,0 0 0,0 0 0,0 0 0,0 1 0,1-1 0,-1 0 0,0 0 0,0 0 0,0 0 0,0 0 0,0 0 0,0 0 0,0 0 0,0 0 0,0 0 0,0 1 0,0-1 0,0 0 0,0 0 0,0 0 0,0 0 0,0 0 0,0 0 0,0 0 0,0 0 0,0 1 0,0-1 0,0 0 0,1 4 0,-1 0 0,1 0 0,-1 0 0,0 0 0,-1 9 0,-2 10 0,0-4 0,0 1 0,1 0 0,2-1 0,2 37 0,-1-51 0,-1-1 0,1 0 0,0 0 0,0 0 0,1 0 0,-1 0 0,1-1 0,0 1 0,0 0 0,0-1 0,0 1 0,1-1 0,-1 1 0,1-1 0,0 0 0,0 0 0,0-1 0,0 1 0,1-1 0,-1 1 0,1-1 0,-1 0 0,1 0 0,0 0 0,0-1 0,0 0 0,0 1 0,0-1 0,4 0 0,-2-1 0,0 1 0,-1-2 0,1 1 0,0-1 0,-1 1 0,1-2 0,-1 1 0,1-1 0,-1 1 0,1-1 0,-1-1 0,0 1 0,0-1 0,0 0 0,0 0 0,-1-1 0,1 1 0,-1-1 0,7-7 0,-1 0 0,0-1 0,0 0 0,-1 0 0,-1-1 0,0 0 0,7-18 0,-2 1 0,-2-2 0,-1 1 0,9-58 0,-17 73 0,-4 18 0,-5 28 0,3 12 0,3 63 0,2-90 0,0 0 0,1 0 0,1 0 0,0 0 0,1-1 0,1 1 0,11 23 0,-15-34-65,1-1 0,0 0 0,-1 0 0,1 0 0,1 0 0,-1-1 0,0 1 0,1-1 0,-1 1 0,1-1 0,0 0 0,-1 0 0,1 0 0,0 0 0,0 0 0,1-1 0,-1 1 0,0-1 0,1 0 0,5 1 0,11-1-6761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2:43.46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98 0 24575,'-13'6'0,"-6"3"0,-1 2 0,0 3 0,4 1 0,7-1 0,9-3 0,7-3 0,8-4 0,3-1-8191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2:43.75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110 9 24575,'0'0'0,"1"-1"0,-1 1 0,0-1 0,0 1 0,0-1 0,1 1 0,-1-1 0,0 1 0,1 0 0,-1-1 0,0 1 0,1-1 0,-1 1 0,1 0 0,-1-1 0,0 1 0,1 0 0,-1-1 0,1 1 0,-1 0 0,1-1 0,4 9 0,-1 21 0,-4-28 0,2 49 0,-10 90 0,-19 49 0,24-169 0,-33 168 0,16-100 0,-14 174 0,34-255 0,0 1 0,0 0 0,0-1 0,1 1 0,0-1 0,1 1 0,0-1 0,5 15 0,-5-19 0,0 0 0,0 0 0,0 1 0,0-1 0,1 0 0,-1-1 0,1 1 0,0 0 0,0-1 0,0 0 0,0 1 0,0-1 0,0 0 0,1-1 0,-1 1 0,1-1 0,-1 1 0,1-1 0,6 1 0,5 1 0,1-1 0,-1-1 0,1 0 0,-1-1 0,1-1 0,19-4 0,93-22 0,-111 22 0,42-9-455,0-4 0,59-25 0,-84 26-6371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2:45.78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19 24575,'0'4'0,"3"0"0,8-3 0,13-2 0,16-1 0,17-3 0,13 0 0,11 0 0,8 1 0,3 1 0,-1 2 0,-7 0 0,-17 1-8191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2:46.00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23 89 24575,'-3'3'0,"-4"5"0,-1 3 0,4 0 0,6-1 0,11-7 0,14-5 0,14-7 0,13-4 0,12-4 0,14-1 0,12 2 0,6 0 0,5 1 0,-3 2 0,-6 3 0,-18 4-8191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2:46.20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16 38 24575,'-3'3'0,"-4"4"0,2 1 0,5-1 0,9-2 0,12-1 0,15-5 0,13-5 0,15-2 0,12-2 0,11 0 0,10-1 0,6 1 0,2 2 0,-4 3 0,-20 2-8191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2:46.40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9 126 24575,'-3'3'0,"-1"8"0,3 1 0,8-1 0,9-2 0,12-4 0,12-7 0,13-8 0,16-4 0,11-7 0,11-2 0,12-1 0,4 1 0,2 1 0,-2 1 0,-19 4-8191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2:46.88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0 201 24575,'3'0'0,"5"0"0,3-3 0,7-5 0,9-3 0,6-3 0,10-3 0,14-1 0,9-1 0,12 0 0,11 0 0,6 0 0,3 4 0,0 0 0,-4 4 0,-9 3 0,-19 3-8191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2:47.39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 50 24575,'-1'-1'0,"1"1"0,-1 0 0,1 0 0,-1 0 0,1 0 0,0 0 0,-1 0 0,1 0 0,-1 0 0,1 0 0,-1 0 0,1 0 0,0 0 0,-1 0 0,1 1 0,-1-1 0,1 0 0,0 0 0,-1 0 0,1 1 0,0-1 0,-1 0 0,1 0 0,0 1 0,-1-1 0,1 0 0,0 1 0,-1-1 0,1 0 0,0 1 0,0-1 0,-1 0 0,1 1 0,0 0 0,1 0 0,-1-1 0,1 1 0,-1-1 0,1 1 0,-1-1 0,1 1 0,-1-1 0,1 1 0,0-1 0,-1 0 0,1 1 0,-1-1 0,1 0 0,0 0 0,-1 1 0,1-1 0,0 0 0,0 0 0,-1 0 0,1 0 0,0 0 0,1 0 0,50 5 0,80-3 0,54-13 0,-159 9 0,130-8 175,307-31-1715,-426 36-5286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3:36.10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393 608 24575,'0'-20'0,"1"4"0,-1 1 0,-1-1 0,0 0 0,-1 1 0,-6-24 0,8 39 0,0 0 0,0 0 0,0 1 0,0-1 0,0 0 0,0 0 0,0 0 0,0 0 0,0 0 0,0 0 0,0 0 0,0 0 0,0 0 0,0 0 0,0 0 0,0 0 0,0 1 0,0-1 0,0 0 0,0 0 0,-1 0 0,1 0 0,0 0 0,0 0 0,0 0 0,0 0 0,0 0 0,0 0 0,0 0 0,0 0 0,0 0 0,0 0 0,0 0 0,0 0 0,0 0 0,0 0 0,-1 0 0,1 0 0,0 0 0,0 0 0,0 0 0,0 0 0,0 0 0,0 0 0,0 0 0,0 0 0,0 0 0,0 0 0,0 0 0,0 0 0,-1 0 0,1 0 0,0 0 0,0 0 0,-2 15 0,-1 19 0,-35 847-594,-89 287-2484,55-789 4886,49-291-1194,-4-1 0,-45 100 0,69-182-610,1 1 0,0-1 0,0 1 0,0-1 0,1 1 0,-1 6 0,2-11-4,0 1 0,0-1-1,0 0 1,0 0 0,0 0 0,0 1 0,1-1 0,-1 0-1,0 0 1,1 0 0,-1 0 0,1 1 0,-1-1 0,1 0 0,0 0-1,-1 0 1,1 0 0,0 0 0,0-1 0,0 1 0,0 0-1,0 0 1,0 0 0,0-1 0,0 1 0,0-1 0,0 1-1,0-1 1,0 1 0,0-1 0,0 1 0,1-1 0,-1 0 0,0 0-1,3 1 1,17 0 0,0 0 0,0-1 0,0-1 0,38-6 0,-3 0 0,1379-107-802,-814 68 577,-294 18 159,-319 27 81,28-4-46,-35 4 42,1 1 0,0-1 0,-1 1 0,1-1 0,-1 1 0,1-1 0,0 0 0,-1 0 0,1 0 0,-1 0 0,0 0 0,1 0 0,-1 0 0,0 0 0,0 0 0,2-3 0,-3 2 36,0-1 0,0 1 0,-1-1 0,1 1 0,0-1 0,-1 1 0,0-1 0,0 1 0,0 0-1,0-1 1,0 1 0,0 0 0,0 0 0,-1 0 0,1 0 0,-2-2 0,-6-11 77,2-4-124,0 0 0,2 0 0,0 0 0,1 0 0,1-1 0,-1-21 0,5-122 0,0 144 0,9-244-47,67-1194-658,-68 1356 705,17-252 0,-23 1 0,-13 242 376,8 98-322,0 1 0,-1-1-1,-1 1 1,0-1 0,0 1 0,-12-21-1,14 29-53,0 1 0,0 0 0,0-1 0,0 1 0,0 0 0,0 0 0,-1 0 0,1 0 0,-1 0 0,1 1 0,-1-1 0,0 1 0,0 0 0,1 0 0,-1 0 0,0 0 0,0 0 0,0 0 0,0 1 0,0 0 0,-6-1 0,-3 2 0,0 0 0,0 0 0,-1 2 0,-12 3 0,6-2 0,-693 165-284,-59 12-308,-5-40 266,727-135 326,24-4 0,-30 7 0,55-9 18,0 0 0,1 0-1,-1 0 1,0 0 0,0 1 0,1-1-1,-1 0 1,0 0 0,0 0 0,1 0-1,-1 0 1,0 1 0,0-1 0,0 0-1,1 0 1,-1 0 0,0 0 0,0 1-1,0-1 1,0 0 0,1 0-1,-1 1 1,0-1 0,0 0 0,0 0-1,0 1 1,0-1 0,0 0 0,0 0-1,0 1 1,0-1 0,0 0 0,0 0-1,0 1 1,0-1 0,0 0 0,0 1-1,0-1 1,0 0 0,0 0-1,0 1 1,0-1 0,0 0 0,0 0-1,0 1 1,-1-1 0,1 0 0,0 0-1,0 0 1,0 1 0,0-1 0,-1 0-1,1 0 1,0 0 0,0 0 0,-1 1-1,1-1 1,0 0 0,0 0 0,-1 0-1,1 0 1,0 0 0,0 0-1,-1 0 1,1 0 0,0 0 0,0 0-1,-1 1 1,29 14-326,-18-10-771,9 7-5747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3:36.65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61 1 24575,'5'0'0,"-1"0"0,-7 6 0,-1 0 0,-6 14 0,0 1 0,1-1 0,1 2 0,1-1 0,-6 29 0,11-39 0,0-1 0,1 0 0,0 0 0,1 1 0,0-1 0,1 0 0,0 0 0,0 1 0,1-1 0,1 0 0,-1 0 0,2 0 0,-1-1 0,6 10 0,-7-15 0,0 0 0,1 0 0,-1-1 0,1 1 0,0-1 0,0 0 0,0 0 0,0 0 0,0 0 0,1 0 0,-1-1 0,1 0 0,0 1 0,5 1 0,-6-3 0,1 0 0,-1-1 0,1 1 0,-1-1 0,1 1 0,0-1 0,-1 0 0,1-1 0,0 1 0,-1-1 0,1 1 0,-1-1 0,1 0 0,-1 0 0,1-1 0,-1 1 0,5-3 0,2-2 0,-1 0 0,1-1 0,-1 0 0,0-1 0,-1 0 0,0 0 0,0 0 0,-1-1 0,0-1 0,0 1 0,10-21 0,-13 22 0,0 0 0,-1 0 0,0-1 0,0 0 0,-1 1 0,0-1 0,0 0 0,-1 0 0,0 0 0,-1-1 0,0 1 0,0 0 0,-1 0 0,0 0 0,-4-14 0,4 19 12,0 1-1,-1 0 0,0-1 1,0 1-1,0 0 1,0 0-1,0-1 0,0 2 1,-1-1-1,0 0 0,1 0 1,-1 1-1,0 0 1,-5-3-1,2 1 8,1 1 0,-1 1 0,0-1 0,0 1 0,-1 0 0,1 1 0,0 0 0,-8-1 0,6 1-141,-1 0 0,1 1 0,0 0 0,-1 1 0,1 0 0,0 0 0,0 1 0,0 0 0,0 0 1,0 1-1,0 0 0,0 1 0,-10 6 0,2 2-6704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3:37.23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23 53 24575,'-3'0'0,"-4"0"0,-1 3 0,4 1 0,5 0 0,7-1 0,7-1 0,11-1 0,10-3 0,9-2 0,8-2 0,9-2 0,2-1 0,0 0 0,-2-2 0,-8 2 0,-7 2 0,-12 3-8191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3:37.47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 37 24575,'-3'3'0,"-1"4"0,3 1 0,5-1 0,8-1 0,5-6 0,6-2 0,9-4 0,7-1 0,7-2 0,2 0 0,2 2 0,-1-1 0,-4 0 0,-5 3 0,-7 1 0,-8 2-8191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3:37.65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 79 24575,'-7'10'0,"2"2"0,5 0 0,14-6 0,21-9 0,25-12 0,16-5 0,4-3 0,-2 0 0,-5 3 0,-16 6-8191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3:37.83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 51 24575,'-7'9'0,"2"4"0,7-2 0,10-4 0,12-5 0,12-5 0,11-5 0,11-4 0,11-4 0,6-2 0,2-1 0,-11 3-8191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3:42.41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378 810 24575,'6'-17'0,"0"-1"0,4-30 0,5-16 0,-13 91 0,-20 337 64,-28 0-384,-9-52-587,-153 491 0,186-736 907,2-7 0,3 0 0,-11 70 0,27-125 73,0 0 0,1 0-1,0 0 1,0 0 0,0 0 0,0 1 0,1-1 0,0 0 0,0 0-1,0 0 1,1 0 0,-1 0 0,5 7 0,-4-9-20,1 1 0,0-1 0,-1 0 0,1-1 0,0 1 0,0 0 0,1-1 0,-1 0 0,1 1 0,-1-1 0,1-1 0,-1 1 0,1 0 0,0-1 0,0 0 0,0 0 0,7 1 0,18 2-23,1-1-1,-1-1 0,38-3 1,94-15-44,-90 8 6,1103-83-2005,110 114 2013,-595 21-509,-675-43 483,23 1-21,-35-2 74,0 0 0,0 0-1,0 0 1,0-1-1,-1 1 1,1 0-1,0-1 1,0 0-1,0 1 1,-1-1 0,1 0-1,0 0 1,-1 0-1,3-2 1,-3 3 11,-1-1 0,0 0 1,1 1-1,-1-1 0,0 0 1,0 0-1,1 1 0,-1-1 1,0 0-1,0 1 0,0-1 0,0 0 1,0 0-1,0 1 0,0-1 1,-1 0-1,1 1 0,0-1 1,0 0-1,0 0 0,-1 1 0,1-1 1,0 0-1,-1 1 0,1-1 1,-1 0-1,-16-22 936,10 14-786,-15-26-188,2-2 0,2 1 0,1-2 0,2-1 0,1 0 0,-8-43 0,5 1 0,3-1 0,-2-88 0,12 39-199,6 0 0,6 0 0,27-143 0,118-380-947,-10 232 756,-101 323 280,3 3 1,68-104-1,-101 182 163,-6 8 80,1 0 1,-2 0-1,8-16 1,-13 26-116,0-1 1,1 1-1,-1-1 1,0 1-1,0-1 0,1 1 1,-1 0-1,0-1 0,0 1 1,0-1-1,0 1 0,0-1 1,0 1-1,0-1 1,0 1-1,0-1 0,0 1 1,0-1-1,0 1 0,0-1 1,0 1-1,0-1 1,0 1-1,0-1 0,-1 1 1,1-1-1,0 1 0,0 0 1,-1-1-1,1 1 1,0-1-1,-1 1 0,1 0 1,0-1-1,-1 1 0,1 0 1,0-1-1,-1 1 1,1 0-1,-1 0 0,1-1 1,-1 1-1,1 0 0,-1 0 1,1 0-1,-1 0 1,1 0-1,0-1 0,-1 1 1,1 0-1,-1 0 0,1 0 1,-1 0-1,1 0 1,-1 1-1,1-1 0,-1 0 1,0 0-1,-32 10 563,31-10-626,-138 56 258,-116 43 28,-23-14-1031,-321 54 0,-300 6-1570,508-86 1993,151-23 276,-582 105-524,761-129 716,2 3 0,-96 36-1,123-35-3580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3:43.09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529 40 24575,'1'17'0,"1"1"0,1-1 0,6 23 0,-6-29 0,0 1 0,-1 0 0,0 1 0,0-1 0,-1 0 0,-1 0 0,0 1 0,-4 19 0,-4-1 0,-1 0 0,-23 49 0,-37 56 0,58-114 0,-209 345 0,61-112 0,150-239 0,4-9 0,1-1 0,0 1 0,0 0 0,1 0 0,0 0 0,0 0 0,0 1 0,1-1 0,0 1 0,-1 12 0,4-19 0,-1 1 0,0 0 0,1-1 0,-1 1 0,1-1 0,-1 1 0,1-1 0,0 1 0,0-1 0,0 1 0,0-1 0,0 0 0,0 1 0,0-1 0,0 0 0,0 0 0,1 0 0,-1 0 0,0 0 0,1 0 0,-1 0 0,1 0 0,-1-1 0,1 1 0,-1-1 0,1 1 0,-1-1 0,1 1 0,0-1 0,-1 0 0,4 0 0,7 2 0,0-2 0,0 0 0,16-2 0,-21 2 0,355-49 51,-162 18-395,1098-88-1848,6 78-1049,-1135 42 2878,137-7 2056,-295 6-1113,23-3 345,-32 3-812,-1 0 0,0 0 1,1 0-1,-1-1 0,1 1 0,-1 0 0,0-1 0,1 1 0,-1-1 1,0 0-1,0 1 0,1-1 0,-1 0 0,0 0 0,0 0 1,2-2-1,-3 2-65,0 0 1,-1 0 0,1 0 0,0 0-1,0 0 1,-1 0 0,1-1-1,-1 1 1,1 0 0,-1 0-1,1 0 1,-1 0 0,0 0-1,1 1 1,-1-1 0,0 0 0,-1-1-1,-4-5 43,4 1-91,-1 0 0,1 0 0,0 0 0,1 0 0,0 0 0,0-1 0,0 1 0,0 0 0,1-1 0,0 1 0,0 0 0,1-1 0,0 1 0,0 0 0,1 0 0,2-9 0,5-10 0,1 0 0,20-35 0,-28 56 0,88-163 0,51-99 0,-23-10 0,-96 200-1365,-17 51-5461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3:43.57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38 137 24575,'-7'-3'0,"-4"-1"0,-1-3 0,5-1 0,9-1 0,15 0 0,13-1 0,17 1 0,16-1 0,13-2 0,9 1 0,5 0 0,1-2 0,-4 1 0,-16 3-8191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3:43.77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70 24575,'0'3'0,"10"4"0,8 1 0,12-1 0,9-5 0,11-5 0,9-6 0,10-4 0,6-4 0,3-1 0,0 2 0,-7 4 0,-15 4-8191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3:43.94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 57 24575,'-3'3'0,"-2"4"0,8 1 0,8-1 0,12-1 0,15-3 0,13-4 0,13-5 0,15-5 0,12-3 0,10-3 0,6-5 0,-16 2-8191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3:44.24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23 133 24575,'-3'0'0,"-5"0"0,0-3 0,4-4 0,9-1 0,10-3 0,12-1 0,10-3 0,11 2 0,8-1 0,6 0 0,1 1 0,1 1 0,-12 2-8191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3:44.41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0 24575,'0'9'0,"3"7"0,4 0 0,7-3 0,11-3 0,10-4 0,12-2 0,10-2 0,7-5 0,10-5 0,-9 0-8191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3:45.03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37 794 24575,'-5'-5'0,"1"0"0,1 0 0,-1-1 0,1 1 0,0-1 0,0 0 0,1 0 0,-1 0 0,1 0 0,1 0 0,-3-13 0,23 116 0,61 169 0,-65-222 0,-13-38 0,0 2 0,1 0 0,0 0 0,6 11 0,-8-18 0,0 1 0,-1-1 0,1 0 0,0 0 0,0 0 0,0 0 0,0 0 0,0 0 0,0 0 0,0 0 0,0 0 0,0 0 0,0-1 0,0 1 0,0 0 0,1-1 0,-1 1 0,0-1 0,1 1 0,-1-1 0,0 0 0,1 0 0,-1 1 0,0-1 0,1 0 0,-1 0 0,0 0 0,3-1 0,4-2 0,0 0 0,0-1 0,-1-1 0,1 1 0,-1-1 0,0 0 0,-1-1 0,1 1 0,8-11 0,1 1 0,250-245 0,-145 140 0,121-124-198,166-159-229,-388 384 427,-12 11 0,0 0 0,0 0 0,0 1 0,1 0 0,0 0 0,1 1 0,0 1 0,15-8 0,-24 13 0,-1 0 0,0 0 0,1 0 0,-1 0 0,0-1 0,1 1 0,-1 0-1,0 0 1,1 0 0,-1 0 0,0 0 0,1 0 0,-1 0 0,1 0 0,-1 0 0,0 1 0,1-1 0,-1 0 0,0 0 0,1 0-1,-1 0 1,0 0 0,1 1 0,-1-1 0,0 0 0,0 0 0,1 0 0,-1 1 0,0-1 0,0 0 0,1 0 0,-1 1 0,0-1-1,0 0 1,0 1 0,1-1 0,-1 0 0,0 1 0,0-1 0,0 0 0,0 1 0,0-1 0,0 0 0,0 1 0,0-1 0,0 0 0,0 1-1,0-1 1,0 1 0,0-1 0,0 0 0,0 1 0,0-1 0,0 0 0,0 1 0,0-1 0,0 0 0,-1 1 0,1-1 0,0 0-1,0 0 1,-1 1 0,-10 23 107,11-24-105,-15 27-950,-1-1-5774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3:55.80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1 122 24575,'140'0'0,"32"0"0,80 0-499,75 0-1496,76 0 1056,330 1 44,903-3-413,-1272-4 1308,-81-6-93,-193 7-140,152-29 0,-232 32 209,42-13 79,-49 14-79,0 0-1,-1 0 1,1 0 0,-1 0 0,0-1-1,1 1 1,-1-1 0,0 0 0,0 0-1,0 0 1,0 0 0,0 0 0,-1 0-1,3-3 1,-3 3-95,-1 1 0,1 0 1,-1 0-1,0-1 0,0 1 0,1 0 0,-1-1 0,0 1 1,0 0-1,0-1 0,0 1 0,0 0 0,-1-2 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03:56.46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 24575,'10'9'0,"0"0"0,0-1 0,1 0 0,16 8 0,2 3 0,279 153-546,18-16-527,-273-131 902,843 367 242,-824-363 15,-70-28-86,0 0 0,0 0 0,0 0 0,0 0 0,0 0 0,0 0 0,0 1 0,0-1 0,0 1 0,2 2 0,-4-3 0,0-1 0,0 0 0,0 1 0,0-1 0,0 0 0,0 1 0,0-1 0,0 0 0,0 0 0,0 1 0,0-1 0,0 0 0,0 1 0,-1-1 0,1 0 0,0 0 0,0 1 0,0-1 0,0 0 0,-1 0 0,1 1 0,0-1 0,0 0 0,-1 0 0,1 0 0,0 1 0,0-1 0,-1 0 0,1 0 0,0 0 0,-1 0 0,1 0 0,0 0 0,0 1 0,-1-1 0,1 0 0,0 0 0,-1 0 0,1 0 0,0 0 0,-1 0 0,-10 1 0,0 0 0,-20 0 0,30-1 0,-67 1 408,-108 15 1,150-12-307,0 1 0,0 2 0,0 1 0,1 0 0,0 2 0,1 1 0,-31 19 0,20-6-102,2 1 0,-44 43 0,-53 67 0,101-102 0,-114 131 0,-24 26 0,158-179-273,-2-1 0,1 0 0,-2-1 0,-20 14 0,8-12-6553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4:55.10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 24575,'0'0'0,"0"0"0,0 0 0,1 0 0,-1 0 0,0 0 0,0 0 0,0 0 0,0 0 0,0 0 0,0 0 0,0 0 0,0 0 0,0 0 0,1 0 0,-1 0 0,0 0 0,0 0 0,0 0 0,0-1 0,0 1 0,0 0 0,0 0 0,0 0 0,0 0 0,0 0 0,1 0 0,-1 0 0,0 0 0,0 0 0,0 0 0,6 22 0,7 35 0,28 165 0,-10 1 0,-9 2 0,-11 1 0,-22 301 0,3-410-1365,1-16-5461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4:55.39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0 24575,'2'56'0,"3"-1"0,20 93 0,16 177 0,-27 5 0,-13-288 0,3 211-1365,-4-177-5461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4:47.91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167 164 24575,'1'-31'0,"11"-53"0,-8 58 0,2 4 0,-6 22 0,0 0 0,0 0 0,0 0 0,0 0 0,1 0 0,-1 0 0,0 0 0,0 0 0,0 0 0,0 0 0,0 0 0,1 0 0,-1 0 0,0 0 0,0 0 0,0 0 0,0 0 0,0 0 0,1 0 0,-1 0 0,0 0 0,0 0 0,0 0 0,0 0 0,0 0 0,0 0 0,1 0 0,-1 0 0,0 0 0,0 0 0,0 0 0,0 0 0,0 0 0,0 0 0,1 1 0,-1-1 0,0 0 0,0 0 0,0 0 0,0 0 0,0 0 0,0 0 0,0 0 0,0 1 0,0-1 0,0 0 0,0 0 0,0 0 0,0 0 0,0 0 0,0 1 0,0-1 0,0 0 0,0 0 0,0 0 0,0 0 0,0 1 0,2 5 0,0 1 0,-1 0 0,0 0 0,0 7 0,2 502 24,-5-280-251,-7 285-394,-108 753 0,106-1194 782,2-11 380,-34 125-1,30-159-337,13-35-203,0 1 0,0-1 0,0 0 0,0 0 0,0 0 0,0 0 0,0 1 0,0-1 0,0 0 0,0 0 0,0 0 0,1 0 0,-1 1 0,0-1 0,0 0 0,0 0 0,0 0 0,0 0 0,0 0 0,1 0 0,-1 1 0,0-1 0,0 0 0,0 0 0,0 0 0,0 0 0,1 0 0,-1 0 0,0 0 0,0 0 0,0 0 0,0 0 0,1 0 0,-1 0 0,0 0 0,0 0 0,0 0 0,1 0 0,-1 0 0,0 0 0,0 0 0,0 0 0,0 0 0,1 0 0,-1 0 0,0 0 0,0 0 0,14-3 0,-11 2 0,44-4 0,0 1 0,0 2 0,62 7 0,-54-3 0,1324 35-4227,-141-5 653,520 46 1086,-847-35 1488,-37-19 936,-819-23 719,85-12-1,-134 10-510,-1 0-1,0 0 1,0 0 0,0-1-1,0 0 1,-1 0-1,6-3 1,-9 5-81,-1 0 0,1-1 0,0 1 0,-1 0 0,1-1 0,-1 1 0,0-1 0,1 1 0,-1-1 0,1 1 0,-1-1 0,0 0 0,1 1 0,-1-1 0,0 1 0,0-1 0,1 0 0,-1 1 0,0-1 0,0 0 0,0 1 0,0-1 0,0 0 0,0-1 18,-1 1 0,1 0 0,-1-1 0,1 1 0,-1 0 0,0-1 0,0 1 0,1 0 1,-1 0-1,0 0 0,0 0 0,0 0 0,0 0 0,0 0 0,-2-1 0,-15-10 691,0 1-1,0 1 1,-25-9-1,38 17-1050,-59-26-4633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4:48.78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56 356 24575,'-7'-3'0,"-1"-1"0,0 0 0,-12-8 0,19 11 0,0 1 0,0-1 0,0 0 0,0 0 0,0 0 0,0 0 0,1 0 0,-1 0 0,0 0 0,0 0 0,1 0 0,-1-1 0,1 1 0,-1-2 0,1 2 0,0 1 0,0-1 0,0 0 0,0 0 0,0 0 0,0 1 0,0-1 0,1 0 0,-1 0 0,0 1 0,1-1 0,-1 0 0,0 0 0,1 1 0,-1-1 0,1 0 0,-1 1 0,1-1 0,0 1 0,-1-1 0,1 1 0,-1-1 0,1 1 0,0-1 0,0 1 0,0-1 0,9-3 0,-1 0 0,1 0 0,0 1 0,0 0 0,0 1 0,17-2 0,-13 1 0,685-81-2223,11 38-1115,-634 42 3121,2912-100-7277,-1709 95 7491,-403-3 2451,-809 6-1428,-39 3 1204,42 1 0,-68 2-2134,-1 0-1,1 0 1,0 0-1,0 1 1,-1-1 0,1 1-1,0-1 1,-1 1-1,1-1 1,-1 1 0,1 0-1,-1 0 1,1 0 0,-1 0-1,1 0 1,-1 0-1,0 0 1,1 0 0,-1 1-1,0-1 1,0 0-1,0 1 1,0-1 0,0 1-1,-1-1 1,1 1-1,1 3 1,0 2 318,-1 1 1,1 0-1,-1 0 0,-1 0 1,0 8-1,1 8-8,6 64-385,-8 141 0,-26 87-59,10-151-75,7-51 73,-66 878-391,83 3 203,-6-984 237,29 251 802,-30-255-807,-4-8 78,-6-12-725,7 10-99,-11-15-6078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4:49.72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811 235 24575,'19'-7'0,"-1"-2"0,33-20 0,-13 7 0,-14 10 0,-2 1 0,31-21 0,-49 28 0,1 1 0,-1 0 0,0-1 0,0 0 0,0 0 0,-1 0 0,1 0 0,-1 0 0,0-1 0,0 0 0,0 1 0,3-10 0,-6 13 0,0 0 0,0 0 0,0 0 0,1 0 0,-1 0 0,0 0 0,0 0 0,0-1 0,-1 1 0,1 0 0,0 0 0,0 0 0,-1 0 0,1 0 0,0 0 0,-1 0 0,1 0 0,-1 0 0,0 0 0,1 0 0,-1 0 0,0 0 0,1 0 0,-1 0 0,0 1 0,0-1 0,0 0 0,0 1 0,0-1 0,0 0 0,0 1 0,0-1 0,0 1 0,-1-1 0,-6-2 0,1 1 0,0 0 0,-1 0 0,-7-1 0,13 3 0,-26-3 0,0 1 0,-1 1 0,1 1 0,-31 4 0,-111 27 0,121-19 0,0 2 0,-53 25 0,70-25 0,0 2 0,1 1 0,1 1 0,-31 26 0,45-31 0,1 0 0,1 1 0,0 0 0,1 1 0,1 0 0,0 2 0,1-1 0,-12 25 0,17-27 0,0 1 0,1 0 0,1 0 0,0 0 0,1 0 0,1 1 0,0-1 0,1 1 0,0 0 0,2-1 0,3 28 0,-2-30 0,1 1 0,0-1 0,1 0 0,0-1 0,1 1 0,1-1 0,0 0 0,0 0 0,1-1 0,1 0 0,15 18 0,-11-16 0,1-1 0,1 0 0,0-1 0,1-1 0,0 0 0,0-1 0,33 14 0,-12-10 0,1-1 0,0-2 0,1-2 0,0-2 0,0-1 0,1-1 0,57-4 0,-94 0 0,23 0 0,36-7 0,-55 6 0,0 0 0,-1 0 0,0 0 0,1-1 0,-1 0 0,0 0 0,0-1 0,0 1 0,0-1 0,0 0 0,-1 0 0,9-8 0,-13 10 0,1 1 0,0-1 0,-1 0 0,1 0 0,0 0 0,-1 0 0,1 1 0,-1-1 0,1 0 0,-1 0 0,0 0 0,1 0 0,-1 0 0,0 0 0,0 0 0,0 0 0,0 0 0,0-1 0,0 1 0,0 0 0,0 0 0,0 0 0,0-1 0,-1 0 0,0 1 0,0-1 0,0 1 0,0-1 0,0 1 0,0 0 0,0-1 0,-1 1 0,1 0 0,0 0 0,-1 0 0,-2-2 0,-3-1 0,0 1 0,-1-1 0,1 1 0,-1 1 0,-10-3 0,-15-1 0,-1 2 0,0 1 0,1 2 0,-1 1 0,0 1 0,1 3 0,-1 0 0,-41 11 0,41-6 0,1 2 0,0 1 0,0 1 0,1 2 0,1 1 0,0 1 0,-52 41 0,68-46 0,0 1 0,1 1 0,1 1 0,1 0 0,0 0 0,0 1 0,2 1 0,0 0 0,1 0 0,1 1 0,-8 23 0,13-32 0,0 0 0,1 1 0,0-1 0,1 1 0,0-1 0,1 1 0,-1 0 0,2 0 0,-1-1 0,2 1 0,-1-1 0,1 1 0,0-1 0,1 1 0,0-1 0,1 0 0,0 0 0,0-1 0,1 1 0,0-1 0,1 0 0,0 0 0,0-1 0,10 11 0,-4-8 0,0-1 0,1 0 0,0-1 0,0 0 0,1-1 0,0 0 0,0-1 0,0-1 0,1 0 0,29 5 0,-7-4 0,0-2 0,0-2 0,53-2 0,72-18-1365,-91 5-5461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4:50.21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765 328 24575,'12'-17'0,"-1"-1"0,-1 0 0,0 0 0,-2-1 0,0 0 0,-1-1 0,-1 0 0,0 0 0,4-40 0,-9 57 0,-1-1 0,0 0 0,0 0 0,0 0 0,0 0 0,-1 0 0,0 0 0,1 0 0,-1 0 0,-1 1 0,1-1 0,-1 0 0,1 1 0,-1-1 0,0 1 0,0 0 0,0-1 0,-4-2 0,3 3 0,0 0 0,-1 1 0,1 0 0,-1 0 0,1-1 0,-1 2 0,0-1 0,0 0 0,0 1 0,0 0 0,0 0 0,0 0 0,0 0 0,0 1 0,0 0 0,-1 0 0,-3 0 0,-8 2 0,0 0 0,0 1 0,1 1 0,-1 0 0,1 1 0,0 1 0,0 0 0,1 1 0,-26 16 0,4 2 0,0 1 0,-42 42 0,28-21 0,3 2 0,2 3 0,2 1 0,-57 94 0,78-109 0,2 1 0,1 0 0,2 1 0,2 1 0,2 0 0,1 1 0,3 1 0,-7 58 0,15-81 0,0-1 0,1 0 0,2 0 0,-1 1 0,2-1 0,1 0 0,0-1 0,1 1 0,1-1 0,13 27 0,-11-31 0,0 0 0,0-1 0,2 0 0,-1-1 0,2 0 0,0 0 0,0-1 0,1 0 0,0-1 0,1-1 0,0 0 0,0-1 0,18 9 0,-3-5 0,0-2 0,0-1 0,1-1 0,0-1 0,0-1 0,1-2 0,-1-1 0,46-2 0,-31-2 0,0-3 0,0-2 0,0-1 0,-1-3 0,45-15 0,-55 13-455,0-2 0,38-21 0,-21 5-6371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4:50.63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533 436 24575,'28'-33'0,"87"-114"0,-104 130 0,0-1 0,-1 0 0,-1 0 0,-1-1 0,0 0 0,8-37 0,-15 52 0,0 0 0,0-1 0,-1 1 0,0 0 0,0-1 0,0 1 0,0 0 0,-1 0 0,1-1 0,-1 1 0,0 0 0,-2-5 0,2 7 0,-1 0 0,1-1 0,0 2 0,-1-1 0,1 0 0,-1 0 0,1 0 0,-1 1 0,0-1 0,0 1 0,0-1 0,0 1 0,0 0 0,0 0 0,0 0 0,0 0 0,0 0 0,-1 0 0,1 1 0,0-1 0,-1 1 0,1 0 0,-5-1 0,-6 1 0,0 1 0,0 0 0,0 1 0,0 0 0,0 1 0,0 1 0,0 0 0,1 0 0,-24 13 0,-2 4 0,-60 44 0,61-37 0,1 1 0,2 2 0,1 2 0,1 1 0,2 1 0,1 1 0,-30 53 0,42-60 0,1 2 0,1 0 0,2 0 0,1 1 0,1 1 0,2 0 0,1 1 0,2-1 0,1 1 0,0 54 0,5-68 0,2 0 0,0 0 0,1 0 0,1-1 0,1 1 0,1-1 0,1 0 0,0 0 0,1-1 0,1 0 0,1-1 0,19 26 0,-15-25 0,1 0 0,1-1 0,1-1 0,0-1 0,1-1 0,1 0 0,0-1 0,1-1 0,0-1 0,36 14 0,-31-15 0,1-2 0,0-1 0,0-1 0,1-1 0,-1-2 0,1 0 0,0-2 0,47-4 0,-59 2 0,1-1 0,-1 0 0,0-2 0,-1 0 0,1 0 0,-1-1 0,1-1 0,-2-1 0,1 0 0,-1 0 0,0-2 0,0 1 0,-1-2 0,0 1 0,-1-2 0,17-19 0,-24 25-124,0 0 0,-1 0 0,0-1 0,0 1 0,0-1 0,-1 0-1,1 0 1,-1 0 0,-1 0 0,2-10 0,-2-17-6702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4:52.35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 3 24575,'0'0'0,"0"0"0,0 0 0,0 0 0,0 0 0,0-1 0,0 1 0,0 0 0,0 0 0,0 0 0,0 0 0,0 0 0,0 0 0,0 0 0,0 0 0,-1-1 0,1 1 0,0 0 0,0 0 0,0 0 0,0 0 0,0 0 0,0 0 0,0 0 0,0 0 0,0 0 0,-1 0 0,1 0 0,0 0 0,0-1 0,0 1 0,0 0 0,0 0 0,0 0 0,0 0 0,-1 0 0,1 0 0,0 0 0,0 0 0,0 0 0,0 0 0,0 0 0,0 0 0,-1 1 0,1-1 0,0 0 0,0 0 0,0 0 0,0 0 0,0 0 0,0 0 0,0 0 0,0 0 0,-1 0 0,1 0 0,0 0 0,0 0 0,0 1 0,2 8 0,7 15 0,10 22 0,-2 2 0,18 83 0,6 105 0,-29-159 0,16 139-682,-1 344-1,-27-526-6143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4:52.90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1244 256 24575,'0'-10'0,"0"1"0,-1 0 0,0 0 0,0-1 0,-1 1 0,0 0 0,0 0 0,-1 0 0,-1 1 0,1-1 0,-1 1 0,-1 0 0,1 0 0,-1 0 0,-1 0 0,0 1 0,0 0 0,0 0 0,-1 1 0,0 0 0,0 0 0,0 0 0,-1 1 0,0 0 0,0 1 0,0-1 0,-15-4 0,-6-1 0,0 1 0,-1 2 0,0 1 0,0 1 0,0 2 0,-1 0 0,-38 3 0,11 4 0,2 2 0,-112 26 0,130-22 0,0 2 0,1 1 0,1 2 0,1 2 0,0 1 0,1 1 0,-56 43 0,73-48 0,0 0 0,1 2 0,1 0 0,0 1 0,1 0 0,1 1 0,0 1 0,2 0 0,0 1 0,1 0 0,1 0 0,1 1 0,1 0 0,1 0 0,-4 25 0,8-31 0,0 0 0,2 1 0,-1-1 0,2 1 0,0-1 0,1 0 0,1 0 0,0 0 0,1 0 0,0 0 0,1 0 0,10 18 0,-6-16 0,2 0 0,-1-1 0,2 0 0,0 0 0,1-1 0,1-1 0,0 0 0,1-1 0,21 14 0,10 2-132,0-1 0,2-3-1,1-2 1,1-3 0,76 22-1,3-9-264,140 18 0,-105-29 397,275 1 0,-314-26 0,0-6 0,226-45 0,-288 40-77,0-4 0,117-49 0,-157 56 39,0 0 1,-1-2 0,0 0 0,-1-2-1,0 0 1,-1-2 0,-1 0 0,-1-1-1,0 0 1,21-30 0,-33 37 86,0 1 0,0-1 0,-1 1 0,0-1 1,-1-1-1,0 1 0,-1-1 0,0 0 0,-1 1 0,0-1 1,-1 0-1,0 0 0,-1 0 0,0-1 0,-1 1 1,-1 0-1,0 1 0,0-1 0,-1 0 0,-1 0 0,1 1 1,-2 0-1,0 0 0,0 0 0,-10-14 0,-2 1 25,-1 1 1,-1 0-1,-2 1 0,0 1 0,0 2 0,-2 0 0,-1 1 0,-34-20 1,0 5 19,-1 3 1,-104-38-1,64 37-475,-1 4 0,-1 4 0,0 5 0,-2 4 0,-112 0 0,103 12-5524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4:53.45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239 0 24575,'-1'1'0,"0"-1"0,0 0 0,1 0 0,-1 1 0,0-1 0,0 1 0,1-1 0,-1 1 0,0-1 0,1 1 0,-1 0 0,0-1 0,1 1 0,-1-1 0,1 1 0,-1 0 0,1 0 0,0-1 0,-1 1 0,1 0 0,-1 1 0,-8 21 0,8-19 0,-19 67 0,-19 139 0,28-140 0,-98 762 0,74 7 0,34-826 0,3 28 0,-2-40 0,0 0 0,0 0 0,0 0 0,1 0 0,-1 0 0,0 0 0,1 0 0,-1 0 0,0 0 0,1-1 0,-1 1 0,1 0 0,0 0 0,-1 0 0,1-1 0,0 1 0,-1 0 0,1-1 0,0 1 0,0 0 0,-1-1 0,1 1 0,0-1 0,0 1 0,0-1 0,0 0 0,0 1 0,0-1 0,0 0 0,0 0 0,0 1 0,0-1 0,1 0 0,21-2 0,-1-1 0,28-7 0,17-3 0,10 3-1365,0 2-5461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4:53.88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198 45 24575,'0'-27'0,"0"10"0,0 34 0,-19 200 0,6-112 0,-7 100 0,-80 857 0,89-816 0,7-98 0,0-126 342,4-22-389,0 1 1,0-1 0,0 1 0,-1-1 0,1 1 0,0-1 0,0 1 0,-1-1-1,1 0 1,0 1 0,-1-1 0,1 0 0,-1 1 0,1-1 0,-1 0 0,1 1-1,0-1 1,-1 0 0,1 1 0,-1-1 0,1 0 0,-1 0 0,1 0 0,-1 0-1,1 0 1,-1 0 0,0 1 0,1-1 0,-1 0 0,1 0 0,-1-1 0,1 1-1,-1 0 1,1 0 0,-1 0 0,0 0 0,-10-5-6780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4:54.21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103 1 24575,'-20'1'0,"-1"1"0,-30 8 0,41-8 0,65 2 0,1430-2-1427,-713-4 843,-726 2 548,-13 1 34,1-1 0,-1-2 1,50-8-1,-83 10 10,0-1 0,0 1-1,0 0 1,-1 0 0,1 0 0,0 0-1,0 0 1,0 0 0,0 0 0,0 0-1,0 0 1,0 0 0,0 0 0,0 0-1,0 0 1,0 0 0,0-1 0,0 1-1,0 0 1,0 0 0,0 0-1,0 0 1,0 0 0,0 0 0,1 0-1,-1 0 1,0 0 0,0 0 0,0 0-1,0 0 1,0 0 0,0 0 0,0 0-1,0 0 1,0-1 0,0 1 0,0 0-1,0 0 1,0 0 0,0 0 0,0 0-1,0 0 1,0 0 0,0 0 0,1 0-1,-1 0 1,0 0 0,0 0-1,0 0 1,0 0 0,0 0 0,0 0-1,0 0 1,0 0 0,0 0 0,0 0-1,-9-2 766,-14 0-1535,-5 1-5827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00.05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112 52 24575,'0'-11'0,"1"8"0,-1 1 0,1-1 0,-1 0 0,0 1 0,0-1 0,0 0 0,-1 0 0,1 1 0,-1-1 0,1 0 0,-1 1 0,0-1 0,-1-2 0,1 5 0,1 0 0,-1 0 0,0-1 0,1 1 0,-1 0 0,0 0 0,1 0 0,-1 0 0,0 0 0,1 0 0,-1 0 0,1 0 0,-1 1 0,0-1 0,1 0 0,-1 0 0,0 1 0,1-1 0,-1 0 0,1 0 0,-1 1 0,1-1 0,-1 1 0,1-1 0,-1 0 0,1 1 0,-1-1 0,0 2 0,-13 14 0,3 0 0,2 0 0,0 1 0,1 0 0,0 0 0,2 1 0,0-1 0,1 2 0,0-1 0,2 0 0,0 1 0,1 0 0,1 22 0,1-37 0,0 1 0,1 0 0,-1 0 0,1 0 0,0-1 0,1 1 0,-1 0 0,1-1 0,0 1 0,0-1 0,0 1 0,0-1 0,1 0 0,0 0 0,0 0 0,0-1 0,6 7 0,-7-9 0,1 1 0,0 0 0,0 0 0,0-1 0,0 0 0,0 1 0,0-1 0,0 0 0,0 0 0,0-1 0,0 1 0,0-1 0,1 0 0,-1 0 0,0 0 0,0 0 0,1 0 0,-1 0 0,0-1 0,0 0 0,0 0 0,0 0 0,0 0 0,0 0 0,0 0 0,5-4 0,-1 0 0,-1 1 0,0-1 0,0 0 0,0-1 0,0 1 0,-1-1 0,0 0 0,0-1 0,-1 1 0,0-1 0,0 0 0,-1 0 0,1 0 0,1-8 0,-3 11 0,-1 0 0,0 0 0,0 1 0,0-1 0,0 0 0,-1 0 0,1 0 0,-1 0 0,0 0 0,-1 0 0,1 0 0,-1 0 0,1 0 0,-1 0 0,0 0 0,0 0 0,-1 0 0,1 1 0,-1-1 0,0 1 0,0-1 0,0 1 0,-1-1 0,1 1 0,-1 0 0,1 0 0,-1 0 0,0 1 0,-4-3 0,4 3 0,0 0 0,0 1 0,0-1 0,0 1 0,-1 0 0,1 0 0,0 0 0,-1 1 0,1-1 0,-1 1 0,-4-1 0,6 1 0,0 0 0,1 0 0,-1 1 0,1-1 0,-1 0 0,1 0 0,-1 1 0,1-1 0,-1 1 0,1-1 0,0 1 0,-1 0 0,1 0 0,0-1 0,-1 1 0,1 0 0,0 0 0,0 0 0,0 0 0,0 0 0,0 1 0,0-1 0,0 0 0,0 0 0,0 1 0,1-1 0,-2 3 0,3 2-1365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00.46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292 30 24575,'-1'-1'0,"1"0"0,0 0 0,0-1 0,-1 1 0,1 0 0,0 0 0,-1-1 0,1 1 0,-1 0 0,0 0 0,1 0 0,-1 0 0,0 0 0,0 0 0,0 0 0,0 0 0,0 0 0,0 0 0,0 0 0,0 0 0,0 1 0,0-1 0,0 0 0,0 1 0,0-1 0,-1 1 0,1 0 0,-2-1 0,1 0 0,0 1 0,0-1 0,0 1 0,0 0 0,0 0 0,0 0 0,0 0 0,1 0 0,-1 0 0,0 0 0,0 0 0,0 1 0,0-1 0,0 1 0,0 0 0,0-1 0,1 1 0,-3 2 0,-3 3 0,0 0 0,1 0 0,0 1 0,1 0 0,0 1 0,0-1 0,-8 16 0,-22 63 0,22-52 0,-15 35 0,-32 88 0,50-127 0,1 1 0,2 0 0,-4 38 0,10-60 0,1 0 0,-1 0 0,1 1 0,1-1 0,0 0 0,0 0 0,1 0 0,0 0 0,1 0 0,0 0 0,0-1 0,1 1 0,0-1 0,0 0 0,1 0 0,0 0 0,1-1 0,0 1 0,0-2 0,0 1 0,1 0 0,0-1 0,0-1 0,0 1 0,1-1 0,0 0 0,0-1 0,0 0 0,1 0 0,15 5 0,-6-4-455,0 0 0,37 4 0,-13-5-6371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00.93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508 54 24575,'-6'-6'0,"0"1"0,0 0 0,0 1 0,0-1 0,-1 1 0,0 0 0,0 1 0,0 0 0,0 0 0,-1 0 0,1 1 0,-1 0 0,0 0 0,1 1 0,-1 0 0,0 1 0,0 0 0,-14 1 0,13 0 0,-1 1 0,0 0 0,1 1 0,0 0 0,-1 0 0,1 1 0,1 0 0,-1 1 0,0 0 0,1 0 0,0 1 0,1 0 0,-1 0 0,-11 14 0,0 3 0,1 2 0,1 0 0,1 1 0,1 1 0,1 1 0,2-1 0,-14 48 0,5-2 0,-19 141 0,31-142 0,3 0 0,2 0 0,13 141 0,-4-176 0,1 0 0,2-1 0,2 0 0,1 0 0,1-1 0,2-1 0,2 0 0,1-1 0,32 47 0,-41-69-136,0 0-1,1 0 1,1-1-1,0 0 1,0-1-1,1 0 1,0-1-1,1 0 0,21 11 1,7-2-6690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01.46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262 0 24575,'-17'18'0,"1"1"0,1 0 0,1 1 0,-19 38 0,-33 91 0,43-82 0,3 0 0,4 2 0,2 0 0,-6 90 0,14-53 0,4 1 0,14 121 0,-5-164 0,3 0 0,3-1 0,2-1 0,3 0 0,31 70 0,-34-99 0,1 0 0,1-1 0,2-1 0,1-1 0,1-1 0,2 0 0,1-2 0,1 0 0,1-2 0,48 35 0,-27-31-1365,-7-9-5461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02.99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38 26 24575,'-10'-11'0,"9"10"0,-1-1 0,1 1 0,0 0 0,0-1 0,-1 1 0,1 0 0,0 0 0,-1 0 0,1 0 0,-4-2 0,0 8 0,2 14 0,2 34 0,8 66 0,-1-21 0,0 456-478,-7-469-409,1-50-5939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03.54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201 166 24575,'-72'-44'0,"-23"-17"0,93 60 0,-24-22 0,25 22 0,1 1 0,-1 0 0,1-1 0,-1 1 0,1-1 0,0 1 0,-1-1 0,1 1 0,0-1 0,0 1 0,-1-1 0,1 0 0,0 1 0,0-1 0,0 1 0,0-1 0,-1 0 0,1 1 0,0-1 0,0 1 0,0-1 0,0 0 0,1 1 0,-1-1 0,0 1 0,0-1 0,0 0 0,0 1 0,1-1 0,-1 1 0,0-1 0,0 1 0,1-1 0,-1 1 0,0-1 0,1 1 0,-1-1 0,1 1 0,-1-1 0,1 1 0,-1 0 0,1-1 0,-1 1 0,1 0 0,-1-1 0,1 1 0,-1 0 0,1 0 0,-1-1 0,2 1 0,8-3 0,1 0 0,0 1 0,0 1 0,0-1 0,0 2 0,13 0 0,-17 0 0,359 13-603,-165-2-43,1301 23-5527,7-35 4333,-543-1 6268,-996 6-3461,0 2 0,1 1-1,0 1 1,-43 18 0,66-23-967,0 1 0,1-1 0,0 2 0,0-1 0,0 0 0,1 1 0,-1 0 0,1 0 0,0 0 0,1 1 0,-1-1 0,1 1 0,0 0 0,0 0 0,-2 7 0,-2 12 0,0 0 0,-4 40 0,6-38 0,-62 331 0,-8 43 0,64-332-1365,0-11-5461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04.08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327 143 24575,'-21'-5'0,"2"0"0,0 0 0,-1 2 0,-32-3 0,45 7 0,0-1 0,0 1 0,0 0 0,0 0 0,0 0 0,0 1 0,1 1 0,-1-1 0,1 1 0,0 0 0,0 0 0,0 1 0,0-1 0,-7 8 0,5-4 0,0 1 0,1 0 0,0 0 0,1 1 0,0-1 0,0 2 0,1-1 0,1 1 0,-1-1 0,1 1 0,-5 20 0,4-9 0,1 0 0,1 1 0,1 0 0,0 40 0,3-48 0,0 0 0,1 0 0,1-1 0,0 1 0,1 0 0,0-1 0,1 0 0,0 0 0,1 0 0,1-1 0,0 0 0,1 0 0,16 19 0,-17-24 0,-1 0 0,1-1 0,1 0 0,-1 0 0,1-1 0,0 1 0,0-2 0,0 1 0,1-1 0,0-1 0,0 1 0,0-1 0,0-1 0,0 0 0,1 0 0,-1-1 0,0 0 0,1-1 0,-1 0 0,1 0 0,10-2 0,-11 0 0,1 0 0,-1 0 0,0-1 0,0 0 0,0 0 0,-1-1 0,1-1 0,-1 1 0,0-1 0,0-1 0,-1 1 0,8-8 0,-5 3 0,-1 0 0,0-1 0,-1 0 0,0 0 0,-1-1 0,0 0 0,8-21 0,-5 7 0,-2-1 0,0 0 0,-2-1 0,-2 0 0,0 0 0,-2 0 0,-1-43 0,-3 38 0,-1 0 0,-8-39 0,9 62 0,0 1 0,-1 0 0,0-1 0,0 1 0,-1 0 0,-1 1 0,1-1 0,-1 1 0,-1 0 0,1 0 0,-1 0 0,-8-7 0,12 13 12,0 0 1,0 1-1,0-1 0,0 1 0,0 0 0,0-1 1,-1 1-1,1 0 0,0 0 0,0 1 0,-1-1 1,1 0-1,-1 1 0,1-1 0,-1 1 0,1 0 0,0 0 1,-1 0-1,1 0 0,-1 0 0,1 1 0,-1-1 1,1 1-1,-1-1 0,1 1 0,0 0 0,-4 2 1,2-1-135,0 1 0,1 0 0,-1 0 0,0 0 0,1 0 0,0 1 0,0-1 0,0 1 0,0 0 1,1 0-1,-1 0 0,1 0 0,-2 6 0,-6 19-6704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04.30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21 24575,'0'-10'0,"0"1"0,0 8 0,0 10 0,0 12 0,0 13 0,0 10 0,0 9 0,0 6 0,0 1 0,0 1 0,3-2 0,1-10-8191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04.57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5 240 24575,'0'-2'0,"-3"-26"0,2 0 0,2-32 0,-1 53 0,1 1 0,-1-1 0,2 1 0,-1-1 0,1 1 0,0-1 0,0 1 0,1 0 0,-1 0 0,1 0 0,1 0 0,-1 0 0,1 1 0,8-10 0,-9 13 0,0 0 0,0 0 0,0 0 0,0 0 0,0 1 0,0-1 0,1 1 0,-1 0 0,0 0 0,1 0 0,-1 0 0,1 0 0,-1 1 0,1 0 0,0 0 0,-1 0 0,1 0 0,-1 0 0,1 1 0,-1-1 0,1 1 0,-1 0 0,4 2 0,5 1 0,0 1 0,0 1 0,-1 0 0,0 0 0,12 10 0,0 1 0,-1 1 0,-1 2 0,-1 0 0,0 1 0,-2 0 0,29 45 0,-35-46 0,0 0 0,-2 1 0,0 1 0,-1 0 0,-2 0 0,0 1 0,-1-1 0,4 40 0,-8-51 0,-2 0 0,0 0 0,0 0 0,-1 0 0,0 0 0,-1 0 0,-1 0 0,1-1 0,-2 1 0,1-1 0,-1 0 0,-1 0 0,0 0 0,-12 17 0,10-18 0,-1 0 0,0 0 0,-1-1 0,1-1 0,-1 1 0,-1-2 0,1 1 0,-1-1 0,-1-1 0,1 1 0,-1-2 0,0 0 0,-21 6 0,14-6-341,0-1 0,-1-1-1,-30 1 1,4-5-6485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05.24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326 563 24575,'6'-6'0,"-1"-2"0,0 1 0,-1 0 0,1-1 0,-1 0 0,-1 0 0,1 0 0,-1-1 0,-1 1 0,0-1 0,0 1 0,-1-1 0,0 0 0,0 0 0,-1 0 0,0 1 0,0-1 0,-1 0 0,0 0 0,-1 1 0,-4-13 0,4 14 0,0 1 0,-1-1 0,1 1 0,-1 0 0,-1 0 0,1 1 0,-1-1 0,0 1 0,0 0 0,-1 0 0,1 0 0,-10-7 0,10 9 0,-1 0 0,0 1 0,1-1 0,-1 1 0,0 0 0,-1 0 0,1 1 0,0-1 0,0 1 0,-1 0 0,1 1 0,0-1 0,-1 1 0,1 0 0,0 1 0,-1-1 0,-6 3 0,3-1 0,1 1 0,0 0 0,1 0 0,-1 1 0,1 0 0,-1 0 0,1 1 0,0 0 0,1 0 0,-1 0 0,1 1 0,0 0 0,1 1 0,-1-1 0,-7 13 0,0 2 0,1 0 0,1 0 0,1 1 0,-10 30 0,14-30 0,0-1 0,1 0 0,1 1 0,1 0 0,1 0 0,1 23 0,2-35 0,0 1 0,0-1 0,1 1 0,1-1 0,-1 0 0,7 14 0,-6-18 0,-1 0 0,2 0 0,-1-1 0,1 1 0,0-1 0,0 0 0,0 0 0,1-1 0,-1 1 0,1-1 0,7 5 0,-8-6 0,0-1 0,0 1 0,0-1 0,1 0 0,-1 0 0,1 0 0,-1-1 0,1 1 0,0-1 0,-1 0 0,1-1 0,0 1 0,0-1 0,0 0 0,0 0 0,-1 0 0,1-1 0,0 0 0,0 0 0,-1 0 0,1 0 0,0-1 0,-1 0 0,1 0 0,-1 0 0,0 0 0,0-1 0,0 0 0,0 0 0,6-5 0,2-4 0,-1 0 0,0-1 0,-1 0 0,0-1 0,-1 0 0,-1 0 0,12-27 0,-2-3 0,-2-2 0,-2 0 0,8-48 0,-26 121 0,0 0 0,2 1 0,1-1 0,4 49 0,-2-59 0,2 0 0,0-1 0,1 1 0,1-1 0,1 0 0,0 0 0,1-1 0,0 0 0,13 18 0,-17-28 0,0-1 0,0 0 0,0 0 0,1 0 0,0 0 0,0 0 0,0-1 0,0 0 0,1 0 0,-1 0 0,1 0 0,-1-1 0,1 1 0,0-1 0,0-1 0,7 3 0,-7-4 0,1 1 0,-1-1 0,0 0 0,0 0 0,0-1 0,0 0 0,0 0 0,0 0 0,0 0 0,0-1 0,0 0 0,0 0 0,-1 0 0,1 0 0,-1-1 0,1 0 0,3-3 0,4-4 0,-1 0 0,0-1 0,0-1 0,-1 1 0,-1-2 0,0 1 0,-1-1 0,0-1 0,-1 1 0,9-26 0,1-8 0,19-96 0,-24 86 0,6-103 0,-16 130 0,-3 0 0,0 0 0,-2 1 0,-1-1 0,-10-38 0,12 61 0,0 1 0,-1 0 0,1 0 0,-1 0 0,-7-9 0,10 14 0,-1 0 0,1 1 0,0-1 0,-1 0 0,1 1 0,-1-1 0,1 0 0,-1 1 0,0-1 0,1 1 0,-1-1 0,0 1 0,1-1 0,-1 1 0,0 0 0,1-1 0,-1 1 0,0 0 0,0-1 0,0 1 0,1 0 0,-1 0 0,0 0 0,0 0 0,0 0 0,1 0 0,-1 0 0,0 0 0,0 0 0,0 0 0,0 0 0,1 0 0,-1 1 0,0-1 0,0 0 0,1 0 0,-1 1 0,0-1 0,0 1 0,1-1 0,-1 1 0,0-1 0,1 1 0,-1-1 0,1 1 0,-1 0 0,1-1 0,-1 1 0,1 0 0,-1-1 0,1 1 0,0 0 0,-1 0 0,1 0 0,-4 7 0,0 1 0,0-1 0,1 1 0,1-1 0,-1 1 0,1 0 0,-1 16 0,-1 71 0,4-79 0,4 80-455,5-1 0,23 110 0,-20-143-6371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05.88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8 368 24575,'-4'-17'0,"4"16"0,-1 0 0,1 0 0,-1 1 0,1-1 0,0 0 0,-1 0 0,1 0 0,0 0 0,0 0 0,0 0 0,0 0 0,0 0 0,0 0 0,0 0 0,0 0 0,0 0 0,0 0 0,0 0 0,1 1 0,-1-1 0,0 0 0,1 0 0,-1 0 0,1 0 0,-1 0 0,1 1 0,-1-1 0,1 0 0,0 0 0,-1 1 0,1-1 0,0 0 0,-1 1 0,1-1 0,0 1 0,0-1 0,1 0 0,10-4 0,0 1 0,0 0 0,0 1 0,0 0 0,0 1 0,1 1 0,-1 0 0,20 0 0,0 0 0,7-1 0,33-2 0,122-23 0,-184 25 0,-1 0 0,1-1 0,-1 0 0,0-1 0,0 0 0,0-1 0,-1 1 0,1-2 0,7-5 0,-13 8 0,0 1 0,-1-1 0,1 0 0,-1 0 0,1 0 0,-1-1 0,0 1 0,0 0 0,-1-1 0,1 1 0,-1-1 0,1 0 0,-1 1 0,0-1 0,0 0 0,-1 0 0,1 0 0,-1 0 0,0 1 0,0-1 0,0 0 0,-1 0 0,1 0 0,-1 0 0,-2-4 0,1 0 0,0 1 0,-1 0 0,0-1 0,-1 2 0,1-1 0,-2 0 0,1 1 0,-1-1 0,1 1 0,-2 0 0,1 1 0,-1 0 0,1-1 0,-2 2 0,-9-8 0,12 10 0,1 0 0,-1 1 0,0-1 0,0 1 0,0-1 0,0 1 0,0 0 0,0 1 0,0-1 0,0 1 0,-1-1 0,1 1 0,0 1 0,0-1 0,0 1 0,0-1 0,-1 1 0,1 0 0,0 1 0,0-1 0,1 1 0,-1-1 0,0 1 0,0 0 0,1 1 0,-1-1 0,1 1 0,0-1 0,0 1 0,-4 4 0,-2 3 0,0 2 0,1-1 0,0 1 0,0 0 0,2 0 0,-1 1 0,2 0 0,-9 27 0,6-11 0,2 0 0,1 1 0,-2 36 0,6-45 0,1 0 0,1 0 0,1 0 0,7 30 0,-7-39 0,2 0 0,-1 0 0,1-1 0,1 0 0,0 1 0,1-2 0,0 1 0,15 19 0,-18-27 0,-1-1 0,1 1 0,-1-1 0,1 1 0,0-1 0,0 0 0,0 0 0,0 0 0,1 0 0,-1-1 0,0 1 0,1-1 0,-1 0 0,1 0 0,0 0 0,-1 0 0,1-1 0,-1 1 0,1-1 0,0 0 0,0 0 0,3-1 0,-2 0 0,0 0 0,0-1 0,-1 1 0,1-1 0,-1 0 0,0 0 0,1-1 0,-1 1 0,0-1 0,0 0 0,-1 0 0,1 0 0,-1-1 0,1 1 0,-1-1 0,4-5 0,5-11 0,0 0 0,-2-1 0,17-42 0,11-70 0,-37 127 0,0 3 0,0 0 0,0 0 0,0 0 0,-1 0 0,1 0 0,-1 0 0,0 0 0,0-1 0,0 1 0,0 0 0,0 0 0,-1 0 0,-1-6 0,0 14 0,1-1 0,-1 1 0,1 0 0,0-1 0,-1 8 0,1 10 0,0-1 0,1 1 0,1-1 0,2 1 0,0-1 0,1 0 0,13 39 0,-13-47 0,1 0 0,1-1 0,0 1 0,1-1 0,0-1 0,1 0 0,0 0 0,1 0 0,0-1 0,1 0 0,0-1 0,0 0 0,19 12 0,-26-19 0,-1-1 0,1 1 0,-1-1 0,1 1 0,0-1 0,0 0 0,0 0 0,0 0 0,0-1 0,0 1 0,0 0 0,0-1 0,0 0 0,0 0 0,0 0 0,0 0 0,0-1 0,0 1 0,0-1 0,0 0 0,3-1 0,-2 0 0,-1 0 0,0 0 0,0 0 0,-1 0 0,1-1 0,0 0 0,-1 1 0,0-1 0,1 0 0,-1 0 0,0 0 0,-1-1 0,1 1 0,0 0 0,-1-1 0,2-6 0,6-32-1365,-7 23-5461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07.10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23 173 24575,'-1'-27'0,"-2"1"0,-9-43 0,6 38 0,6 13 0,0 18 0,0 0 0,0 0 0,0 0 0,0 0 0,1-1 0,-1 1 0,0 0 0,0 0 0,0 0 0,1 0 0,-1 0 0,0 0 0,0 0 0,1 0 0,-1 0 0,0 0 0,0 0 0,1 0 0,-1 0 0,0 0 0,0 0 0,0 0 0,1 0 0,-1 0 0,0 0 0,0 0 0,1 0 0,-1 0 0,0 0 0,0 0 0,0 0 0,1 0 0,-1 1 0,0-1 0,0 0 0,1 0 0,24 25 0,25 38 0,-2 2 0,46 85 0,-57-88 0,27 45 0,56 134 0,-116-231-341,1-1 0,-1 0-1,10 14 1,-2-11-6485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07.33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85 213 24575,'16'-75'0,"15"-54"0,-27 120 0,-2 10 0,-3 16 0,-53 358 0,-4 25 0,40-327-1365,11-48-5461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08.11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363 366 24575,'3'-60'0,"-2"56"0,-1-1 0,1 1 0,0 0 0,1-1 0,-1 1 0,0 0 0,1 0 0,0 0 0,0 0 0,5-6 0,-11 14 0,-1-1 0,0 1 0,0-1 0,0 0 0,0 0 0,0 0 0,0-1 0,-1 1 0,1-1 0,-1-1 0,0 1 0,0-1 0,1 0 0,-1 0 0,0-1 0,0 1 0,0-2 0,-7 1 0,10-1 0,-1 1 0,1 0 0,-1-1 0,1 0 0,-1 0 0,1 0 0,0 0 0,-1 0 0,1-1 0,0 1 0,0-1 0,0 0 0,0 0 0,0 0 0,0-1 0,1 1 0,-1 0 0,1-1 0,0 0 0,0 0 0,0 1 0,0-1 0,0 0 0,0-1 0,1 1 0,-1 0 0,1 0 0,0-1 0,0 1 0,0-1 0,1 1 0,-1-8 0,1 1 0,0 0 0,1 0 0,1 0 0,0 0 0,0 0 0,1 0 0,0 0 0,0 1 0,1 0 0,1-1 0,0 1 0,0 1 0,0-1 0,1 1 0,0 0 0,1 0 0,0 1 0,0-1 0,1 2 0,0-1 0,11-6 0,-17 11 0,0 1 0,0 0 0,0 0 0,0 0 0,0 0 0,1 0 0,-1 1 0,0-1 0,1 1 0,-1-1 0,0 1 0,1 0 0,-1 0 0,1 0 0,-1 0 0,0 1 0,1-1 0,-1 0 0,0 1 0,5 1 0,-4 0 0,0 0 0,-1 0 0,1 0 0,-1 0 0,1 0 0,-1 1 0,0-1 0,1 1 0,-1 0 0,-1 0 0,1-1 0,0 1 0,1 4 0,2 7 0,0 1 0,0-1 0,-2 1 0,0 0 0,2 21 0,-1 8 0,-2 0 0,-2 0 0,-2 1 0,-12 74 0,11-100 0,-2 0 0,0-1 0,-1 1 0,0-1 0,-2 0 0,0-1 0,-1 0 0,-1 0 0,0-1 0,-1 0 0,-1-1 0,-1-1 0,-19 19 0,23-26 0,1 0 0,-1-1 0,0 0 0,-1-1 0,1 0 0,-1-1 0,0 1 0,0-2 0,-1 0 0,-19 4 0,25-6 0,0-1 0,0 0 0,0 1 0,0-2 0,0 1 0,0-1 0,0 1 0,0-1 0,0-1 0,0 1 0,0-1 0,1 0 0,-1 0 0,1 0 0,-1 0 0,1-1 0,0 0 0,0 0 0,0 0 0,0 0 0,1-1 0,-1 1 0,1-1 0,0 0 0,-4-6 0,4 4 0,-1-1 0,1 0 0,0 0 0,1 0 0,-1 0 0,2 0 0,-1 0 0,1 0 0,0-1 0,0 1 0,1-1 0,0 1 0,0-1 0,1 1 0,2-10 0,-2 11 0,0 0 0,1 0 0,0 1 0,0-1 0,1 1 0,-1-1 0,1 1 0,0 0 0,1 0 0,-1 0 0,1 1 0,0-1 0,0 1 0,0 0 0,1 0 0,0 0 0,-1 1 0,1 0 0,9-5 0,-11 7 0,-1 0 0,0 1 0,0-1 0,1 1 0,-1-1 0,0 1 0,1 0 0,-1 0 0,1 0 0,-1 0 0,0 0 0,1 1 0,-1-1 0,0 1 0,1 0 0,-1-1 0,0 1 0,0 0 0,0 0 0,0 0 0,0 1 0,0-1 0,0 0 0,0 1 0,0-1 0,1 3 0,6 5 0,-1 0 0,0 0 0,11 19 0,-15-22 0,58 103 0,-40-67 0,30 43 0,-43-72 0,0-2 0,1 1 0,0-1 0,0-1 0,1 0 0,1 0 0,22 13 0,-26-19 0,0 0 0,0-1 0,0 0 0,0 0 0,1-1 0,0 0 0,-1-1 0,1 0 0,0 0 0,0-1 0,-1 0 0,1 0 0,0-1 0,0-1 0,-1 1 0,1-1 0,15-6 0,-11 3 0,-1 0 0,0-1 0,0 0 0,0-1 0,-1 0 0,0-1 0,0 0 0,-1-1 0,0 0 0,18-21 0,-26 26-80,1 1 0,-1 0-1,1-1 1,-1 0 0,0 1-1,0-1 1,-1 0 0,1 0-1,-1 0 1,0 0 0,0-1 0,0 1-1,0 0 1,-1 0 0,0-1-1,0-4 1,-3-2-6746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10.35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73 636 24575,'1'3'0,"0"-1"0,0 1 0,0-1 0,0 0 0,1 1 0,-1-1 0,1 0 0,-1 0 0,1 0 0,3 3 0,3 5 0,1 3 0,-2 1 0,1 0 0,-2 1 0,0-1 0,0 2 0,-1-1 0,-1 0 0,-1 1 0,2 17 0,0 24 0,-2 65 0,-3-114 0,-2 33 0,2-39 0,0 0 0,0 0 0,-1 0 0,1-1 0,0 1 0,-1 0 0,0 0 0,0 0 0,1 0 0,-1 0 0,0-1 0,0 1 0,-1 0 0,1-1 0,-3 3 0,4-4 0,0 1 0,-1-1 0,1 0 0,0 0 0,-1 0 0,1 0 0,-1 0 0,1 0 0,0 1 0,-1-1 0,1 0 0,-1 0 0,1 0 0,0-1 0,-1 1 0,1 0 0,-1 0 0,1 0 0,0 0 0,-1 0 0,1 0 0,-1 0 0,1-1 0,0 1 0,-1 0 0,1 0 0,0-1 0,-1 1 0,1 0 0,0 0 0,0-1 0,-1 1 0,1 0 0,0-1 0,0 1 0,-1 0 0,1-1 0,0 1 0,0-1 0,-8-16 0,-1-14 0,1-1 0,1 0 0,-3-62 0,6-100 0,4 192 0,0-48 0,3 0 0,2-1 0,2 2 0,2-1 0,3 1 0,19-52 0,-23 79 0,2 1 0,0 0 0,1 1 0,2 0 0,0 1 0,25-29 0,-27 36 0,2 1 0,-1 0 0,1 1 0,0 0 0,1 1 0,0 0 0,1 1 0,0 1 0,0 0 0,20-5 0,-22 8 0,0 1 0,0 1 0,1 0 0,-1 0 0,0 2 0,1-1 0,-1 2 0,1 0 0,-1 0 0,0 2 0,0-1 0,18 7 0,-22-6 0,0 1 0,0 0 0,-1 0 0,0 1 0,0 0 0,0 0 0,-1 1 0,1 0 0,-2 0 0,1 1 0,0 0 0,-1 0 0,-1 0 0,1 1 0,-1 0 0,0 0 0,-1 0 0,5 14 0,-4-8 0,-1 0 0,0 0 0,-1 1 0,-1-1 0,-1 1 0,0 0 0,-1-1 0,0 1 0,-3 20 0,-1-14 0,-1 0 0,0-1 0,-2 1 0,0-1 0,-20 36 0,8-23 0,-2 0 0,-1-2 0,-2-1 0,-1 0 0,-1-2 0,-55 45 0,-15-6 0,66-47 0,30-20 0,-1 0 0,1 0 0,0 0 0,0 0 0,-1 0 0,1 1 0,0-1 0,-1 0 0,1 0 0,0 0 0,0 1 0,-1-1 0,1 0 0,0 0 0,0 1 0,0-1 0,-1 0 0,1 1 0,0-1 0,0 0 0,0 0 0,0 1 0,0-1 0,0 0 0,0 1 0,-1-1 0,1 0 0,0 1 0,0-1 0,0 0 0,1 1 0,8 5 0,24 0 0,-28-6 0,28 5 0,0 1 0,0 1 0,56 21 0,-78-24 0,0 1 0,0 0 0,-1 0 0,0 1 0,0 1 0,0-1 0,-1 2 0,0-1 0,0 1 0,-1 1 0,0-1 0,0 2 0,-1-1 0,8 14 0,-13-18 0,1 0 0,-1 0 0,0 1 0,0-1 0,-1 1 0,1-1 0,-1 1 0,-1 0 0,1 0 0,-1-1 0,0 1 0,0 0 0,-1 0 0,1 0 0,-1-1 0,-1 1 0,1-1 0,-4 10 0,2-9 0,-1 1 0,0-1 0,0 1 0,0-1 0,-1 0 0,0-1 0,0 1 0,-1-1 0,1 0 0,-1 0 0,0-1 0,0 0 0,-1 0 0,-6 3 0,-5 1 0,1-1 0,-1-1 0,0-1 0,-1 0 0,1-1 0,-36 2 0,21-5 0,0-1 0,0-1 0,-37-7 0,49 5 34,0-2 1,1 0-1,-1-1 0,2-1 0,-1-1 0,1-1 0,0-1 0,1 0 0,-33-25 1,41 27-130,0 0 0,1-1 0,1 0 0,0 0 1,0-1-1,1 0 0,0-1 0,0 1 0,1-1 0,1 0 1,0-1-1,0 1 0,1-1 0,1 0 0,0 0 1,0 0-1,-1-25 0,6-20-6731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10.79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22 300 24575,'0'621'0,"0"-609"0,0-8 0,1 0 0,-1 0 0,0 0 0,0 0 0,0 0 0,-1 0 0,1-1 0,-1 1 0,0 0 0,0 0 0,-3 6 0,3-11 0,0-1 0,0 1 0,0 0 0,1-1 0,-1 1 0,1-1 0,-1 1 0,1-1 0,0 1 0,-1-1 0,1 0 0,0-1 0,-6-74 0,4 0 0,10-98 0,41-151 0,-14 182 0,-28 123 0,0 1 0,1 0 0,1 0 0,21-31 0,-29 48 0,1 0 0,1 0 0,-1 0 0,0 1 0,1-1 0,-1 1 0,1 0 0,0-1 0,-1 1 0,1 1 0,6-4 0,-8 5 0,1-1 0,0 1 0,0-1 0,-1 1 0,1 0 0,0 0 0,0 0 0,-1 0 0,1 0 0,0 1 0,-1-1 0,1 0 0,0 1 0,-1-1 0,1 1 0,0 0 0,-1-1 0,1 1 0,-1 0 0,1 0 0,-1 0 0,1 0 0,-1 0 0,2 3 0,4 2 0,-1 1 0,0 0 0,-1 0 0,0 1 0,0-1 0,7 16 0,18 54 0,-25-61 0,153 553 0,-110-313-1365,-45-223-5461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10.94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65 204 24575,'-6'-9'0,"-6"-7"0,0-6 0,-1-3 0,1 0 0,3 1 0,9 1 0,7 5 0,13 5 0,9 3 0,8 2 0,8 2 0,8 3 0,-5 2-8191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11.36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697 468 24575,'6'-25'0,"-2"-1"0,0 0 0,-2 1 0,-1-1 0,-2-37 0,-1 44 0,0 0 0,-2 1 0,0 0 0,-1-1 0,0 1 0,-2 1 0,0-1 0,-11-18 0,14 29 0,-1 0 0,0 0 0,0 0 0,0 0 0,-1 1 0,0 0 0,-1 0 0,1 1 0,-1 0 0,0 0 0,0 0 0,-12-5 0,12 8 0,1 0 0,0 0 0,-1 0 0,0 1 0,1 0 0,-1 0 0,0 0 0,1 1 0,-1 0 0,0 1 0,1-1 0,-1 1 0,0 0 0,1 1 0,-1 0 0,-7 3 0,3-1 0,1 1 0,0 0 0,0 0 0,1 1 0,0 0 0,0 1 0,0 0 0,1 0 0,0 1 0,0 0 0,1 1 0,0-1 0,0 1 0,1 1 0,0-1 0,1 1 0,0 0 0,1 0 0,0 1 0,0-1 0,1 1 0,0 0 0,1 0 0,1 0 0,0 0 0,0 0 0,1 0 0,0 1 0,1-1 0,0 0 0,1 0 0,0 0 0,1 0 0,0-1 0,1 1 0,0-1 0,0 0 0,10 15 0,-4-9 0,2 0 0,0-1 0,1-1 0,0 0 0,1-1 0,1 0 0,29 20 0,5-3 0,69 30 0,-72-39 0,0 3 0,48 34 0,-86-52 0,0 0 0,0 0 0,-1 1 0,0 0 0,-1 0 0,1 1 0,-1 0 0,8 14 0,-12-19 0,-1 1 0,1 0 0,-1 0 0,1 0 0,-1 0 0,-1 0 0,1 0 0,0 0 0,-1 1 0,0-1 0,0 0 0,0 0 0,0 0 0,-1 1 0,0-1 0,0 0 0,0 0 0,0 0 0,-1 0 0,1 0 0,-1-1 0,-4 7 0,1-2 0,-2 0 0,1 0 0,-1-1 0,0 0 0,-1-1 0,1 1 0,-1-1 0,0-1 0,-1 0 0,0 0 0,1 0 0,-16 4 0,0 0 0,0-2 0,0-1 0,-47 6 0,32-8 57,0-2 0,0-2 0,0-2 0,-1-1 0,-75-17 0,87 13-247,0-1 0,1-1 1,-1-2-1,2-1 0,0-1 1,0-1-1,1-1 1,-38-30-1,35 19-6636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11.79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11 24575,'0'-10'0,"0"27"0,18 330-299,21 0-115,-25-237 376,103 755-1243,-3-32 1021,-108-781 39,54 320-32,-57-357 442,14 45 74,-16-57-170,1 0-1,-1 1 0,1-1 0,-1 0 0,1 0 1,0 0-1,0 0 0,0 0 0,1-1 0,-1 1 0,1-1 1,-1 1-1,6 2 0,-7-4-75,-1-1-1,1 0 1,-1 1-1,1-1 1,0 0-1,0 0 1,-1 0 0,1 1-1,0-1 1,-1 0-1,1 0 1,0 0-1,0 0 1,-1 0-1,1 0 1,0-1 0,-1 1-1,1 0 1,0 0-1,-1 0 1,1-1-1,0 1 1,-1 0 0,1-1-1,0 1 1,-1 0-1,1-1 1,0 0-1,12-17-969,-2-10-5742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12.27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12 123 24575,'-11'0'0,"14"0"0,22 0 0,2151-15-8010,366-16 3178,-154 3 3509,-1570 11 1653,-278-2 4056,-475 15-3145,-42-1 789,-22 5-2066,-1 0-1,0 0 1,0 0-1,0 0 1,0 0-1,0 0 1,0 0-1,0-1 1,0 1-1,0 0 1,0 0-1,0 0 1,0 0-1,0 0 1,0 0-1,0 0 1,0 0-1,0-1 1,0 1-1,0 0 1,0 0-1,0 0 1,0 0-1,0 0 1,0 0-1,0 0 1,0 0-1,0-1 1,0 1-1,0 0 1,0 0-1,0 0 1,0 0-1,0 0 1,0 0-1,0 0 1,-1 0-1,1 0 1,0 0-1,0-1 1,0 1-1,0 0 1,0 0-1,0 0 1,0 0-1,0 0 1,0 0-1,-1 0 1,1 0-1,0 0 1,0 0-1,0 0 1,0 0-1,0 0 1,0 0 30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13.07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118 1 24575,'-9'2'0,"0"1"0,0 0 0,1 0 0,-1 1 0,1 0 0,0 1 0,0-1 0,0 2 0,1-1 0,0 1 0,0 0 0,-8 9 0,14-14 0,1-1 0,-1 1 0,1 0 0,-1 0 0,1-1 0,0 1 0,-1 0 0,1 0 0,0 0 0,-1-1 0,1 1 0,0 0 0,0 0 0,0 0 0,0 0 0,0 0 0,0-1 0,0 1 0,0 0 0,0 0 0,0 0 0,0 0 0,1-1 0,-1 1 0,0 0 0,1 0 0,-1 0 0,0-1 0,1 1 0,-1 0 0,1 0 0,-1-1 0,1 1 0,0 0 0,-1-1 0,1 1 0,0-1 0,-1 1 0,1-1 0,1 1 0,3 2 0,0 0 0,1-1 0,-1 0 0,12 3 0,33 8 20,2-3 0,53 4 0,109-2-143,-130-9-73,1336 32-6456,-651-23 2844,-271 1 2765,6905 228-3578,-6740-214 4621,-42-4 0,-53-3 0,-57-5 0,-60-4 106,-63-5 318,-65-3-99,-64-6 554,-212 2-894,45 0 1230,0-4-1,129-23 1,-206 25-254,-1-1 1,16-6 0,-28 10-868,0-1 1,-1 0-1,1 0 0,0 1 1,-1-1-1,1-1 1,-1 1-1,1 0 0,-1 0 1,1 0-1,0-2 1,-1 2-23,-1 1 0,0-1 1,0 1-1,1-1 0,-1 1 1,0 0-1,0-1 0,0 1 1,0-1-1,0 1 0,0-1 1,0 1-1,0-1 0,0 1 0,0-1 1,0 1-1,0 0 0,0-1 1,0 1-1,0-1 0,-1 1 1,1-1-1,0 1 0,0 0 1,0-1-1,-1 1 0,1-1 1,-3-2-9,1 1-1,-1 0 1,0 0 0,0 0 0,0 0 0,0 1 0,0-1 0,0 1 0,-3-2-1,-33-10-3915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13.81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15 24575,'1'0'0,"-1"-1"0,0 0 0,0 1 0,0-1 0,1 1 0,-1-1 0,0 1 0,1-1 0,-1 1 0,0-1 0,1 1 0,-1-1 0,1 1 0,-1-1 0,1 1 0,-1-1 0,1 1 0,-1 0 0,1-1 0,-1 1 0,1 0 0,-1 0 0,1-1 0,0 1 0,-1 0 0,1 0 0,-1 0 0,1 0 0,0 0 0,24-3 0,-19 3 0,279 4 4,-182 1-322,1768 66-6714,939-7 4115,-2650-63 2781,466 14 2334,-614-15-1616,-9 0-406,0 0-1,0 0 1,0 0 0,0 0 0,0 0 0,0 1-1,-1-1 1,1 1 0,0-1 0,0 1 0,0 0-1,-1 1 1,1-1 0,0 0 0,3 3 0,-6-3-87,0 0 0,0 0 0,0 0 0,0 0 0,0 0 0,0 0 0,0 0 0,0 0 0,-1-1 0,1 1 1,0 0-1,0 0 0,-1 0 0,1 0 0,-1 0 0,1 0 0,-1-1 0,1 1 0,-1 0 0,1 0 0,-1-1 0,0 1 1,1 0-1,-1-1 0,0 1 0,0-1 0,0 1 0,0 0 0,-2 1 41,-10 12 31,0 0 0,1 1 0,1 0 0,1 1 0,0 0 0,1 1 0,0 0 0,2 0 0,0 0 0,1 1 0,0 1 0,-3 27 0,-9 55-495,-5 137 0,17 105-334,44 785-733,-13-562 908,-13-255 359,17 550-505,-28-834 659,1 19-260,-2 1 1,-9 65 0,1-72-3251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15.75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75 37 24575,'-2'-3'0,"0"1"0,1-1 0,-1 0 0,1 0 0,-1 0 0,1 0 0,-1-5 0,-2-1 0,1 26 0,-6 87 0,-13 203 0,-1 936 0,23-1240 0,0 0 0,0 0 0,0 0 0,0 0 0,1 0 0,0 1 0,-1-2 0,1 1 0,2 5 0,-2-7 0,0 0 0,0 0 0,0 0 0,0 0 0,0 0 0,0 0 0,0-1 0,0 1 0,0 0 0,1 0 0,-1-1 0,0 1 0,0-1 0,1 1 0,-1-1 0,1 0 0,-1 0 0,0 1 0,1-1 0,-1 0 0,0 0 0,1 0 0,1-1 0,93-8 0,-27 1 0,714-14-3401,-585 23 2570,1236 8-5244,8 14 4293,-571-8 1940,-531-10-918,-49-2 630,-253-3 215,493-19 1876,-504 15-1471,32-7 0,-57 11-327,0-1 1,0 1 0,1-1 0,-1 1 0,0-1 0,0 0-1,0 0 1,0 0 0,0 0 0,0-1 0,0 1 0,0-1 0,2-2-1,-4 4-144,0-1-1,0 0 0,1 0 0,-1 0 0,-1 0 1,1 1-1,0-1 0,0 0 0,0 0 0,0 0 1,-1 1-1,1-1 0,0 0 0,0 0 0,-1 0 1,1 1-1,-1-1 0,1 0 0,-1 1 0,1-1 0,-1 0 1,1 1-1,-1-1 0,0 1 0,1-1 0,-1 1 1,0-1-1,1 1 0,-1 0 0,0-1 0,0 1 1,0-1-1,-37-19-1308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16.49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0 24575,'1413'19'-4220,"-1"23"-926,168 17 1694,402 13 2093,-1719-65 1351,-151-4 1,244-4 2390,-297-7 91,-57 8-2383,-1 0 0,1-1 0,-1 1-1,0-1 1,1 1 0,-1-1 0,1 1 0,-1-1 0,0 0 0,0 0 0,0 1 0,3-3 0,-4 3-27,0-1 1,0 1-1,0 0 0,0-1 1,0 1-1,0 0 0,1-1 1,-1 1-1,0 0 0,0-1 1,0 1-1,0 0 0,0-1 1,0 1-1,0 0 0,0-1 1,-1 1-1,1 0 0,0-1 1,0 1-1,0 0 0,0-1 1,0 1-1,0 0 0,-1 0 1,1-1-1,0 1 0,0 0 1,0 0-1,-1-1 0,1 1 1,-1 0-1,-2-3 257,0 1 1,-1 0-1,1 0 0,-1 0 1,1 0-1,-8-2 0,-19-4 219,0 1 1,0 1-1,0 1 0,-1 2 0,0 1 0,-34 3 0,63-2-540,0 1 0,-1 1 0,1-1 0,0 0 0,0 0 0,0 1 0,0-1 0,0 1 0,0-1 0,0 1 0,0 0 0,1 0 0,-1 0 0,0 0 0,0 0 0,0 1 0,1-1 0,-1 0 0,1 1 0,-3 2 0,3-1 0,0-1 0,0 1 0,0 0 0,0-1 0,1 1 0,0 0 0,-1 0 0,1-1 0,0 1 0,0 0 0,0 0 0,1 0 0,-1-1 0,1 1 0,0 3 0,19 77 0,18 106 0,6 399 0,-14-131 0,-9-259 0,-20-196 0,-1-1 0,0 1 0,1 0 0,-1-1 0,0 1 0,0-1 0,0 1 0,0-1 0,0 1 0,0-1 0,-1 1 0,1-1 0,0 1 0,-1-1 0,1 1 0,-1-1 0,0 1 0,1-1 0,-1 1 0,0-1 0,0 0 0,0 0 0,0 1 0,0-1 0,-1 1 0,-1-1 0,-1 0 0,1 0 0,0-1 0,0 1 0,0-1 0,0 1 0,0-1 0,-1 0 0,1 0 0,0-1 0,0 1 0,-4-2 0,-1165-154-3170,940 126-1851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16.85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 33 24575,'-3'-3'0,"-1"-5"0,0-3 0,0 3 0,2 6 0,1 6 0,0 9 0,1 12 0,0 10 0,0 12 0,0 11 0,0 7 0,0 6 0,0 3 0,0-12-8191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17.04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47 355 24575,'-3'-9'0,"-4"-16"0,-5-10 0,1-8 0,2-3 0,5 4 0,10 1 0,10 6 0,11 6 0,14 7 0,13 7 0,9 7 0,9 5 0,5 2 0,2 8 0,-3 6 0,-15 0-8191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17.35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44 87 24575,'-9'5'0,"0"-1"0,-16 12 0,25-16 0,0 0 0,0 0 0,1 0 0,-1 0 0,0 0 0,0 0 0,0 0 0,1 0 0,-1 0 0,0 0 0,0 1 0,0-1 0,1 0 0,-1 0 0,0 0 0,0 0 0,0 0 0,0 0 0,0 0 0,1 0 0,-1 1 0,0-1 0,0 0 0,0 0 0,0 0 0,0 0 0,0 0 0,1 1 0,-1-1 0,0 0 0,0 0 0,0 0 0,0 1 0,0-1 0,0 0 0,0 0 0,0 0 0,0 0 0,0 1 0,0-1 0,0 0 0,0 0 0,0 0 0,0 1 0,0-1 0,0 0 0,0 0 0,0 0 0,0 1 0,0-1 0,0 0 0,-1 0 0,1 0 0,0 0 0,0 0 0,0 1 0,0-1 0,0 0 0,0 0 0,-1 0 0,1 0 0,0 1 0,19-2 0,292-55 0,-97 15 0,-170 31 0,-33 7 0,1 0 0,0 1 0,-1 0 0,1 0 0,0 2 0,14 0 0,-25 0 0,0 0 0,0 1 0,1-1 0,-1 0 0,0 1 0,0-1 0,0 1 0,0 0 0,0-1 0,0 1 0,0 0 0,0 0 0,-1-1 0,1 1 0,0 0 0,0 0 0,-1 0 0,1 0 0,0 0 0,-1 0 0,1 0 0,-1 0 0,1 0 0,-1 1 0,0-1 0,1 0 0,-1 0 0,0 0 0,0 2 0,1 5 0,-1 0 0,0 0 0,-1 12 0,0-4 0,4 34-110,2 1-1,2-2 0,19 69 1,-16-75-813,-3-10-5903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17.52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33 202 24575,'-3'-18'0,"-1"-16"0,0-5 0,1-2 0,-3 5 0,1 13 0,0 13 0,2 11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17.83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71 136 24575,'6'-27'0,"-8"17"0,1 10 0,1 0 0,-1 1 0,1-1 0,-1 0 0,0 0 0,1 0 0,-1 0 0,1 0 0,-1 1 0,1-1 0,-1 0 0,1 1 0,-1-1 0,1 0 0,0 1 0,-1-1 0,1 0 0,-1 1 0,1-1 0,0 1 0,-1-1 0,1 1 0,-6 6 0,1 0 0,1 0 0,-1 0 0,1 1 0,1 0 0,-1-1 0,-2 13 0,-2 5 0,-3 28 0,8-38 0,1 1 0,1 0 0,0 0 0,1 0 0,0 0 0,1 0 0,7 27 0,-7-36 0,1-1 0,0 1 0,1-1 0,-1 0 0,1 0 0,1 0 0,-1 0 0,1 0 0,0-1 0,0 1 0,1-1 0,0 0 0,-1-1 0,2 1 0,-1-1 0,0 0 0,1 0 0,0-1 0,0 1 0,11 3 0,-12-5 0,-1 0 0,1-1 0,0 0 0,0 1 0,0-2 0,0 1 0,0-1 0,0 0 0,0 0 0,0 0 0,0 0 0,0-1 0,0 0 0,-1 0 0,1-1 0,0 1 0,0-1 0,-1 0 0,1 0 0,-1 0 0,0-1 0,1 0 0,-1 0 0,0 0 0,-1 0 0,1 0 0,0-1 0,-1 0 0,0 0 0,0 0 0,0 0 0,-1 0 0,1 0 0,-1-1 0,0 1 0,0-1 0,0 0 0,0-5 0,2-6 0,-1 0 0,0-1 0,-1 1 0,-1-1 0,-1 0 0,-1 1 0,0-1 0,-1 0 0,0 1 0,-2 0 0,-6-22 0,4 21 0,0 0 0,-2 0 0,0 0 0,-1 1 0,0 0 0,-1 1 0,-1 0 0,-1 0 0,0 1 0,-14-12 0,21 21-195,0 1 0,-1 0 0,0 0 0,0 0 0,0 1 0,-8-4 0,-5 1-6631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18.28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13 114 24575,'-6'-32'0,"4"28"0,1 0 0,0 0 0,0 0 0,1-1 0,-1 1 0,1 0 0,0-6 0,0 8 0,0-1 0,1 0 0,-1 0 0,1 1 0,-1-1 0,1 1 0,0-1 0,0 1 0,1-1 0,-1 1 0,0-1 0,3-2 0,-3 4 0,0 1 0,0-1 0,0 0 0,-1 1 0,1-1 0,0 1 0,0 0 0,0-1 0,0 1 0,0 0 0,0-1 0,0 1 0,0 0 0,0 0 0,0 0 0,0 0 0,0 0 0,0 0 0,0 0 0,0 0 0,0 0 0,0 1 0,0-1 0,0 0 0,0 1 0,0-1 0,0 0 0,-1 1 0,1-1 0,0 1 0,0 0 0,0-1 0,-1 1 0,1 0 0,0-1 0,0 1 0,0 1 0,3 2 0,1 1 0,-1 0 0,0 0 0,-1 1 0,1-1 0,-1 1 0,0-1 0,2 7 0,17 54 0,-17-48 0,9 29 0,-3 1 0,-2 0 0,-1 0 0,0 89 0,-8-137 0,-3 41 0,3-39 0,0 1 0,-1-1 0,1 0 0,-1 0 0,0 0 0,0 0 0,1 0 0,-1 0 0,-1 0 0,1 0 0,0-1 0,0 1 0,-1 0 0,1-1 0,-4 4 0,5-5 0,-1 0 0,1 1 0,-1-1 0,1 0 0,-1 0 0,1 0 0,-1 1 0,0-1 0,1 0 0,-1 0 0,1 0 0,-1 0 0,1 0 0,-1 0 0,1 0 0,-1 0 0,0 0 0,1 0 0,-1-1 0,1 1 0,-1 0 0,1 0 0,-1 0 0,1-1 0,-1 1 0,1 0 0,-1 0 0,1-1 0,-1 1 0,1-1 0,-1 1 0,1 0 0,0-1 0,-1 1 0,1-1 0,0 1 0,-1-1 0,1 1 0,0-1 0,0 1 0,-1-2 0,-8-24 0,7 10 0,0 0 0,1 0 0,1 0 0,1 0 0,0 0 0,1 0 0,0 0 0,2 0 0,0 0 0,0 1 0,9-19 0,-2 8 0,2 1 0,0 0 0,1 1 0,2 0 0,30-35 0,-37 48 0,1 1 0,1 0 0,0 0 0,0 1 0,1 1 0,0 0 0,0 0 0,25-10 0,-32 16 0,0 0 0,0 0 0,1 1 0,-1 0 0,1 0 0,-1 0 0,0 1 0,1-1 0,-1 1 0,1 1 0,-1-1 0,1 1 0,-1 0 0,1 0 0,-1 1 0,0-1 0,0 1 0,1 0 0,-1 0 0,-1 1 0,1 0 0,0 0 0,-1 0 0,1 0 0,-1 1 0,4 4 0,3 4 0,-2 0 0,1 0 0,-2 1 0,0 1 0,0 0 0,-1 0 0,-1 0 0,0 1 0,6 25 0,-2 7 0,10 87 0,-17-97-1365,-2-8-5461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18.44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46 69 24575,'-3'-7'0,"-4"-4"0,-5-1 0,1-2 0,2-1 0,5 5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18.88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203 460 24575,'-10'-11'0,"-23"-20"0,31 29 0,0 0 0,-1 0 0,1 1 0,0-1 0,-1 1 0,1-1 0,-1 1 0,1 0 0,-1 0 0,1 0 0,-1 0 0,-3 0 0,4 2 0,0-1 0,0 0 0,1 1 0,-1 0 0,0-1 0,1 1 0,-1 0 0,1 0 0,-1 0 0,1 0 0,-1 0 0,1 0 0,0 0 0,-1 1 0,1-1 0,0 1 0,0-1 0,0 0 0,0 1 0,0 0 0,0-1 0,-1 4 0,-15 41 0,16-43 0,-20 79 0,-18 148 0,29-153 0,7-170 0,5-23 0,5 1 0,41-214 0,-46 321 0,6-26 0,13-37 0,-18 63 0,0 0 0,0 1 0,1-1 0,0 1 0,0 0 0,1 0 0,-1 1 0,2-1 0,-1 1 0,12-10 0,-15 14 0,0 1 0,0 0 0,0 0 0,0-1 0,0 1 0,0 1 0,0-1 0,0 0 0,0 0 0,1 1 0,-1 0 0,0-1 0,1 1 0,-1 0 0,0 0 0,1 0 0,-1 0 0,0 0 0,3 1 0,-1 1 0,-1-1 0,1 1 0,0-1 0,-1 1 0,1 0 0,-1 0 0,0 1 0,0-1 0,0 1 0,4 3 0,4 8 0,0 0 0,0 1 0,16 30 0,-24-38 0,43 84-341,-4 1 0,-4 2-1,48 184 1,-71-216-6485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19.44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14 364 24575,'-2'-4'0,"0"0"0,1 0 0,-1 0 0,0 0 0,1 0 0,0-1 0,0 1 0,1-1 0,-1 1 0,1 0 0,0-1 0,0 1 0,1-6 0,0 6 0,0 1 0,0 0 0,0 0 0,0 0 0,0 1 0,1-1 0,0 0 0,0 0 0,-1 1 0,2-1 0,-1 1 0,0-1 0,0 1 0,1 0 0,-1 0 0,1 0 0,0 0 0,-1 1 0,4-2 0,9-4 0,-1 1 0,1 0 0,0 2 0,30-7 0,67-2 0,-70 9 0,28-3 0,197-26 0,-266 33 0,1-1 0,-1 1 0,0 0 0,0-1 0,0 1 0,1 0 0,-1 0 0,0 0 0,1 0 0,-1 0 0,0 0 0,0 0 0,1 1 0,-1-1 0,0 0 0,0 1 0,0-1 0,1 1 0,-1-1 0,0 1 0,0 0 0,0-1 0,0 1 0,0 0 0,0 0 0,0 0 0,0-1 0,0 1 0,-1 0 0,2 2 0,0 1 0,-1 1 0,0-1 0,-1 0 0,1 1 0,-1-1 0,1 0 0,-2 9 0,0 42 0,2 312 0,0-357 0,26 329 0,-28-410 0,-17-309 0,20 301 0,3 1 0,28-143 0,-28 201 0,0 0 0,12-28 0,-16 44 0,1 0 0,0 0 0,0 0 0,1-1 0,-1 2 0,1-1 0,0 0 0,0 1 0,0-1 0,0 1 0,1 0 0,0 0 0,-1 0 0,1 0 0,0 1 0,8-4 0,-10 5 0,0 1 0,0-1 0,1 1 0,-1-1 0,0 1 0,0 0 0,1 0 0,-1 0 0,0 0 0,0 0 0,1 1 0,-1-1 0,0 1 0,0-1 0,1 1 0,-1 0 0,2 1 0,0 0 0,0 1 0,-1-1 0,1 1 0,-1 0 0,0 0 0,0 0 0,0 1 0,3 4 0,3 5 0,-2 1 0,0 0 0,11 28 0,-13-28 0,-1 0 0,0 1 0,0 0 0,-2-1 0,0 1 0,-1 0 0,0 0 0,-1 0 0,-1 0 0,0 0 0,-1 0 0,0 0 0,-2 0 0,1-1 0,-2 0 0,0 1 0,-1-2 0,0 1 0,-1-1 0,-1 0 0,0 0 0,0-1 0,-1 0 0,-1 0 0,0-1 0,-1 0 0,-17 13 0,-13 4-1365,4-6-5461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19.86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93 24575,'1'0'0,"0"1"0,1-1 0,-1 0 0,1 1 0,-1-1 0,0 1 0,0 0 0,1-1 0,-1 1 0,0 0 0,0 0 0,0 0 0,0 0 0,0 0 0,0 0 0,0 0 0,0 0 0,1 2 0,14 26 0,-14-26 0,11 27 0,-1 0 0,-1 2 0,-2-1 0,11 64 0,2 135 0,-18-173 0,11 329 0,-20-408 0,-2-24 0,3-61 0,5 0 0,4 0 0,5 1 0,5 0 0,37-141 0,-48 229 0,0 1 0,1 0 0,1 1 0,1 0 0,0 0 0,1 0 0,18-27 0,-25 41 0,0 1 0,1-1 0,-1 0 0,1 0 0,-1 1 0,1-1 0,0 1 0,0 0 0,-1-1 0,1 1 0,0 0 0,0 0 0,0 0 0,0 0 0,0 1 0,1-1 0,-1 0 0,0 1 0,0-1 0,0 1 0,1 0 0,3 0 0,-3 1 0,0 0 0,0 0 0,0 0 0,0 0 0,0 1 0,0 0 0,0-1 0,-1 1 0,1 0 0,-1 0 0,1 0 0,-1 1 0,4 4 0,5 7 0,-2 0 0,1 1 0,-2 0 0,11 26 0,-4-5 0,17 66 0,-27-80 0,-1-1 0,-1 1 0,-1 0 0,-1 35 0,-1-49-85,-1-1 0,0 0-1,0 0 1,-1-1 0,0 1-1,0 0 1,0 0 0,-1-1-1,0 1 1,0-1 0,-1 0-1,0 0 1,0 0 0,0-1-1,-10 10 1,-11 5-6741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21.34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152 35 24575,'-151'-35'0,"219"44"0,1-4 0,83-3 0,-61-3 0,600 4-1389,483 6-2568,-219 17 1447,1173 12 2151,-1946-39 885,3 1 4141,-184-1-4590,0 1 0,0 0 0,0 0 0,1 0 0,-1 0 0,0 0 1,0 0-1,1 0 0,-1 0 0,0 0 0,0 1 0,1-1 1,-1 0-1,0 1 0,0-1 0,0 1 0,0 0 0,0-1 1,1 1-1,-1 0 0,0 0 0,1 1 0,-1 0 27,-1 1 0,0-1-1,0 0 1,0 0 0,0 1-1,-1-1 1,1 0 0,-1 0 0,1 0-1,-1 0 1,-1 4 0,2-4-101,-71 264-3,53-184 0,-8 108 0,21 159 0,30-1 0,3 126 0,-28-467 0,0-2 0,0 1 0,0-1 0,1 0 0,0 0 0,2 10 0,-3-13 0,1-1 0,0 0 0,-1 0 0,1 0 0,0 1 0,-1-1 0,1 0 0,0 0 0,0 0 0,0 0 0,0 0 0,0-1 0,0 1 0,0 0 0,0 0 0,1-1 0,-1 1 0,0 0 0,0-1 0,1 0 0,-1 1 0,0-1 0,1 0 0,-1 1 0,0-1 0,1 0 0,-1 0 0,2 0 0,16-1 0,0-1 0,0-1 0,31-8 0,8-1 0,60-5 0,145-3 0,-259 20 171,-8 1 0,-9-1-1878,-4 0-5119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21.74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223 49 24575,'-6'-6'0,"0"1"0,0-1 0,0 1 0,-1 1 0,1-1 0,-1 1 0,-9-4 0,14 7 0,-1 0 0,1 1 0,-1-1 0,1 0 0,-1 1 0,1-1 0,-1 1 0,0 0 0,1 0 0,-1 0 0,1 0 0,-1 1 0,0-1 0,1 1 0,-1-1 0,1 1 0,-1 0 0,1 0 0,0 0 0,-1 0 0,1 0 0,0 1 0,0-1 0,0 1 0,-4 3 0,0 1 0,1 0 0,0 1 0,0 0 0,1 0 0,-1 0 0,2 1 0,-1-1 0,-3 14 0,-16 67 0,20-76 0,-6 37 0,-7 90 0,15-109 0,1-1 0,2 0 0,1 1 0,9 41 0,-10-63 0,0 0 0,1 1 0,0-1 0,1 0 0,-1-1 0,2 1 0,-1-1 0,1 0 0,0 0 0,11 12 0,-12-16 0,-1 0 0,1 0 0,0 0 0,1 0 0,-1 0 0,0-1 0,1 0 0,-1 0 0,1 0 0,0 0 0,0-1 0,-1 0 0,1 0 0,0 0 0,0-1 0,0 0 0,0 1 0,0-2 0,9 0 0,-3-2 0,0 0 0,0 0 0,0-1 0,-1 0 0,0-1 0,0 0 0,0 0 0,0-1 0,-1-1 0,0 0 0,-1 0 0,1-1 0,-1 1 0,-1-2 0,1 1 0,-1-1 0,9-17 0,-7 11 0,-1 0 0,0-1 0,-1 0 0,-1-1 0,-1 1 0,0-1 0,-1 0 0,-1 0 0,0 0 0,0-32 0,-4 36 0,1 0 0,-2 0 0,1 0 0,-2 0 0,0 0 0,0 1 0,-1-1 0,-1 1 0,0 0 0,-1 1 0,0-1 0,-1 1 0,0 0 0,0 0 0,-1 1 0,-1 0 0,0 1 0,0 0 0,-1 0 0,0 1 0,0 0 0,-1 1 0,0 0 0,-1 0 0,1 2 0,-1-1 0,0 1 0,0 1 0,-1 0 0,-23-3 0,-3 3-1365,6 4-5461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22.05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48 55 24575,'-1'-3'0,"1"0"0,0 1 0,-1-1 0,1 0 0,-1 0 0,0 1 0,0-1 0,0 0 0,0 1 0,-1-1 0,1 1 0,-1 0 0,1-1 0,-1 1 0,0 0 0,0 0 0,0 0 0,0 0 0,0 0 0,0 0 0,-4-1 0,5 3 0,1 0 0,-1 0 0,1 0 0,-1 0 0,1 0 0,-1 0 0,1 0 0,0 0 0,-1 0 0,1 0 0,-1 0 0,1 0 0,-1 1 0,1-1 0,-1 0 0,1 0 0,0 1 0,-1-1 0,1 0 0,-1 0 0,1 1 0,0-1 0,-1 0 0,1 1 0,0-1 0,0 1 0,-1-1 0,1 0 0,0 1 0,0-1 0,-1 1 0,1-1 0,0 1 0,0-1 0,0 1 0,0-1 0,0 1 0,0-1 0,0 1 0,0-1 0,0 0 0,0 1 0,0-1 0,0 1 0,0-1 0,0 1 0,3 26 0,15 52 0,34 88 0,-2-5 0,20 159 0,-61-254 0,-3-1 0,-4 128 0,-3-177 38,-1 1 0,-1-1 0,0 0 0,-1-1 0,-1 1 0,0-1 0,-2 0 0,-10 20 0,14-30-110,-1 0 1,1 0 0,-1-1 0,-1 1 0,1-1 0,-1 0 0,0 0 0,0-1 0,0 1-1,-1-1 1,1 0 0,-1-1 0,0 0 0,0 1 0,0-2 0,-1 1 0,1-1 0,-1 0 0,1 0-1,-1-1 1,0 0 0,0 0 0,-9 0 0,-8-3-6755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22.38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24575,'514'30'0,"-230"-8"0,51-1 0,-329-20-1365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29.70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110 326 24575,'-43'-106'0,"30"79"0,1 0 0,1-1 0,2 0 0,1-1 0,-4-29 0,11 57 0,1-1 0,0 1 0,0 0 0,0 0 0,0 0 0,0 0 0,0 0 0,0 0 0,0 0 0,0 0 0,0-1 0,1 1 0,-1 0 0,0 0 0,1 0 0,-1 0 0,2-1 0,-2 1 0,1 1 0,-1 0 0,1 0 0,-1 0 0,0 0 0,1 0 0,-1 0 0,1 0 0,-1 0 0,1 0 0,-1 0 0,1 0 0,-1 0 0,1 0 0,-1 0 0,1 0 0,-1 0 0,1 0 0,-1 1 0,1-1 0,-1 0 0,0 0 0,1 1 0,-1-1 0,1 0 0,0 1 0,5 4 0,0 1 0,0 0 0,7 9 0,159 219 35,-91-119-341,483 649-2684,-34-45-855,-19 17 2708,476 891-1242,-73 46 86,-610-1107 2075,295 538-487,501 937-929,-683-1231 2853,-83-156 4211,-322-631-5157,1 2 1184,25 38 0,-37-62-1392,-1-1-1,0 1 0,1 0 1,-1-1-1,1 1 0,-1 0 0,1-1 1,-1 1-1,1-1 0,-1 1 0,1-1 1,-1 1-1,1-1 0,0 0 0,-1 1 1,1-1-1,0 1 0,-1-1 0,1 0 1,1 1-1,-2-2 7,0 1 0,1-1 0,-1 1 0,0 0 0,1-1 0,-1 1 0,0-1 0,0 1 0,0-1 0,1 1 0,-1-1 0,0 1 0,0-1 0,0 1 1,0-1-1,0 1 0,0-1 0,0 1 0,0-1 0,0 1 0,0-1 0,-6-37 1098,6 37-1197,-52-208 749,45 186-1269,-18-70-6234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30.28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6172 838 24575,'-36'-100'0,"-47"-205"0,70 229 0,3 1 0,3-1 0,5-115 0,2 177 0,-4 30 0,0 0 0,-105 318-20,73-234-301,-787 1908-7431,-153-65 5160,412-904-1079,-130 243 2546,315-563 474,-337 629 678,-30-23 941,-85 43 3258,816-1342-3603,5-10-81,0 1 0,-2-1-1,1-1 1,-23 23 0,33-37-421,-1 1 1,0-1-1,1 0 1,-1 1-1,0-1 0,0 0 1,0 0-1,1 0 1,-1-1-1,0 1 0,0 0 1,-4 0-1,4-1-320,0 0 0,1 0 0,-1 0 0,0-1-1,1 1 1,-1-1 0,1 1 0,-1-1 0,1 1 0,-3-2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4:55.67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34 1 24575,'0'25'0,"0"17"0,0 14 0,0 7 0,0 6 0,0 2 0,0 6 0,-3 1 0,-2 4 0,1 3 0,1 3 0,1 4 0,-3 6 0,1 5 0,0 4 0,1-18-8191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4:56.06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0 24575,'0'16'0,"0"17"0,0 15 0,0 13 0,0 8 0,0 4 0,0 3 0,0 1 0,3-1 0,1-3 0,0-15-8191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4:55.92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31 1 24575,'0'41'0,"11"765"0,-10-683-682,-30 244-1,16-270-6143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32.82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1 305 24575,'1'-35'0,"2"1"0,1-1 0,1 1 0,3 0 0,18-54 0,-10 55 0,-16 32 0,1 0 0,0 0 0,-1 0 0,1 0 0,0 0 0,0 0 0,0 1 0,0-1 0,-1 0 0,1 1 0,0-1 0,2 0 0,-2 1 0,-1-1 0,1 1 0,-1 0 0,1 0 0,-1 1 0,1-1 0,-1 0 0,1 0 0,-1 0 0,1 0 0,-1 0 0,1 0 0,-1 1 0,1-1 0,-1 0 0,1 0 0,-1 1 0,0-1 0,1 0 0,-1 1 0,0-1 0,1 0 0,-1 1 0,0-1 0,1 1 0,-1-1 0,0 0 0,1 1 0,-1-1 0,0 1 0,4 8 0,-1-1 0,0 1 0,-1-1 0,0 1 0,0 0 0,-1 0 0,1 10 0,0-3 0,18 380-726,-17-275 418,10 926-1131,-52 1 57,-39-142 2140,75-886-674,-1 37 1287,4-53-1222,0 1 0,1-1 0,-1 1 0,1-1 0,0 0-1,0 1 1,0-1 0,0 0 0,4 7 0,-4-10-142,0 0 1,-1 1-1,1-1 0,0 0 0,0 0 1,0 0-1,0 0 0,0-1 1,0 1-1,0 0 0,0 0 1,0-1-1,1 1 0,-1 0 0,0-1 1,0 1-1,1-1 0,-1 0 1,0 1-1,3-1 0,-1 0-3,0 0 0,-1 0 0,1 0 0,0-1-1,0 1 1,0-1 0,0 0 0,0 0 0,3-1 0,1-1-10,0-1 1,-1 0-1,1 0 1,-1-1-1,1 0 1,6-7-1,4-3 6,0 0 0,1 1 0,0 0 0,1 2 0,0 0 0,1 2 0,0 0 0,1 1 0,0 1 0,1 0 0,24-4 0,30-2 0,148-10 0,-181 21 0,938-21-3941,-817 24 3317,200 0-1707,51 0 1748,51 1-134,50-1-2154,46 1 2153,1264-2-404,2033 6-2354,590 117 3476,-3813-87 0,-52-1 0,-58-4 0,-65-3 100,-69-4 303,-73-5-56,-73-7 638,-214-10-918,27 2 843,-1-2 0,72-9-1,-127 8-807,1-1 0,0 1 0,-1-1 0,1 0-1,-1 0 1,1 0 0,-1-1 0,0 1 0,7-4 0,-10 4-8,1 1 0,-1-1 0,0 1 0,1-1 0,-1 1 1,0-1-1,0 1 0,1-1 0,-1 1 0,0-1 0,0 1 0,0-1 1,1 0-1,-1 1 0,0-1 0,0 1 0,0-1 0,0 1 0,0-1 1,0 0-1,0 1 0,0-1 0,0 1 0,-1-1 0,1 0 0,0 0 1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34.11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187 34 24575,'-25'-1'0,"-42"-8"0,47 6 0,0 0 0,-34 0 0,282 2 0,-108 2 0,1481-9-4968,504 2-3021,1429 77 6029,0 65 494,-1984-65 1527,2139 86 325,-3345-147-91,-55-3 524,-239-6-822,452 2 3165,-491-3-2913,19 0 993,1-1-1,51-10 1,-78 11-884,0-1 1,0-1 0,0 1-1,0-1 1,0 1 0,5-4-1,-9 4-299,1 1 0,-1 0 0,0-1 0,1 1 0,-1 0-1,1-1 1,-1 1 0,0-1 0,1 1 0,-1 0-1,0-1 1,1 1 0,-1-1 0,0 1 0,0-1 0,1 1-1,-1-1 1,0 1 0,0-1 0,0 1 0,0-1 0,0 1-1,0-1 1,0 0 0,0 1 0,0-1 0,0 1 0,0-1-1,0 1 1,0-1 0,0 1 0,-1-1 0,1 1 0,0-1-1,0 1 1,-1-1 0,1 1 0,0-1 0,0 1 0,-1-1-1,1 1 1,-1 0 0,1-1 0,0 1 0,-1 0 0,1-1-1,-1 1 1,1 0 0,-1-1 0,1 1 0,-1 0 0,1 0-1,-1 0 1,-8-6 187,-1 1-1,0 0 1,0 1-1,0 0 0,0 1 1,0 0-1,-15-2 1,-79-6-272,79 9 90,-39-5-64,-48-3 0,111 10 0,-1 0 0,0 0 0,0 0 0,0 0 0,1 1 0,-1-1 0,0 0 0,1 1 0,-1-1 0,0 1 0,1-1 0,-1 1 0,0 0 0,1 0 0,-1 0 0,1 0 0,-1 0 0,1 0 0,0 0 0,0 0 0,-2 3 0,2-3 0,0 1 0,1 0 0,-1 0 0,1 0 0,-1 0 0,1 0 0,0-1 0,-1 1 0,1 0 0,0 0 0,1 0 0,-1 0 0,0 0 0,0 0 0,1 0 0,-1 0 0,1-1 0,0 1 0,1 2 0,18 47 0,43 122 0,-38-68-111,-5 1-1,9 132 1,-10 221-312,-17-366 404,15 1736 19,-21-1735 388,-27 162 0,31-255-394,0 0 0,0 1-1,-1-1 1,1 0 0,0 0-1,-1 0 1,1 0 0,-1 1-1,1-1 1,-1 0 0,1 0-1,-1 0 1,-1 1 0,2-2 11,-1 0 0,1 1 1,0-1-1,-1 0 1,1 0-1,0 0 0,-1 0 1,1 0-1,0 0 1,-1 0-1,1 0 0,0 0 1,-1 0-1,1 0 1,0 0-1,-1 0 0,1 0 1,0 0-1,-1 0 1,1 0-1,0 0 0,-1 0 1,1-1-1,0 1 1,-1 0-1,1 0 0,0 0 1,0-1-1,-1 1 1,-2-4-114,-1 1 0,1-1 1,0 0-1,0 0 0,-2-5 1,0 2-686,-11-18-6033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35.25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21 370 24575,'-4'-8'0,"1"0"0,0-1 0,0 1 0,1-1 0,-1-8 0,2 14 0,1-1 0,-1 1 0,1 0 0,0 0 0,0 0 0,0 0 0,0-1 0,1 1 0,-1 0 0,1 0 0,0 0 0,0 0 0,0 0 0,0 0 0,0 0 0,3-4 0,-3 6 0,-1 1 0,1-1 0,-1 1 0,1-1 0,-1 1 0,1 0 0,0-1 0,-1 1 0,1 0 0,-1 0 0,1-1 0,0 1 0,-1 0 0,1 0 0,0 0 0,-1 0 0,1 0 0,0 0 0,0 0 0,-1 0 0,1 0 0,0 0 0,-1 0 0,1 0 0,0 1 0,-1-1 0,1 0 0,0 0 0,-1 1 0,1-1 0,-1 0 0,1 1 0,-1-1 0,1 1 0,-1-1 0,1 1 0,-1-1 0,1 1 0,-1-1 0,1 1 0,-1-1 0,1 2 0,16 25 0,14 44 0,39 143 0,-67-204 0,2 7 0,0-5 0,-2-1 0,0 1 0,0-1 0,-1 1 0,0 0 0,-1 0 0,-1 22 0,0-33 0,0-1 0,0 1 0,0-1 0,0 1 0,0-1 0,0 1 0,0-1 0,0 1 0,0-1 0,-1 1 0,1-1 0,0 0 0,0 1 0,-1-1 0,1 1 0,0-1 0,0 1 0,-1-1 0,1 0 0,0 1 0,-1-1 0,1 0 0,-1 1 0,1-1 0,0 0 0,-1 0 0,1 1 0,-1-1 0,1 0 0,-1 0 0,1 0 0,-1 0 0,0 0 0,-1 0 0,1 0 0,0-1 0,0 1 0,0-1 0,0 1 0,0-1 0,0 0 0,0 1 0,1-1 0,-1 0 0,0 1 0,-1-2 0,-22-31 0,15 15 0,1-1 0,1 0 0,0 0 0,2 0 0,0 0 0,1-1 0,1 0 0,0-24 0,2 19 0,1 0 0,2 0 0,0 0 0,2 0 0,1 1 0,9-30 0,-7 37 0,0 1 0,1-1 0,0 1 0,1 1 0,1 0 0,1 0 0,0 1 0,1 0 0,0 1 0,1 0 0,0 1 0,1 1 0,1 0 0,0 1 0,0 1 0,1 0 0,25-11 0,-23 13 0,0 1 0,0 0 0,0 1 0,1 1 0,0 1 0,-1 0 0,1 2 0,0 0 0,0 1 0,0 1 0,0 0 0,0 2 0,0 0 0,-1 1 0,1 1 0,28 12 0,-37-12 0,-1-1 0,1 2 0,-1-1 0,0 1 0,-1 0 0,0 1 0,13 12 0,-19-16 0,1 0 0,-1 0 0,1 1 0,-1-1 0,0 0 0,0 1 0,-1 0 0,1-1 0,-1 1 0,1 0 0,-1-1 0,-1 1 0,1 0 0,0 0 0,-1 0 0,0 0 0,0 0 0,0 0 0,0 0 0,-1 0 0,1 0 0,-1 0 0,-2 6 0,-2-1 0,1 1 0,-1-1 0,-1 0 0,0-1 0,0 1 0,-1-1 0,0-1 0,0 1 0,-1-1 0,0 0 0,0-1 0,-14 9 0,-8 3 0,-1-2 0,-45 19 0,57-27 0,-1 0 0,0-2 0,0 0 0,0-1 0,-28 2 0,39-8 0,13-5 0,14-5 0,3 3 0,1 1 0,-1 1 0,1 1 0,0 0 0,1 2 0,-1 1 0,1 1 0,-1 0 0,1 2 0,-1 0 0,1 2 0,-1 1 0,0 0 0,0 2 0,0 0 0,-1 1 0,0 2 0,0 0 0,20 13 0,-32-16 0,0 0 0,0 1 0,0 0 0,-1 0 0,0 1 0,0 0 0,-1 1 0,0 0 0,9 15 0,-14-20 0,0 0 0,0 1 0,0-1 0,-1 0 0,1 1 0,-1-1 0,0 1 0,-1-1 0,1 1 0,-1 0 0,0-1 0,0 1 0,0 0 0,0-1 0,-1 1 0,0 0 0,0-1 0,0 1 0,-1-1 0,1 0 0,-1 1 0,0-1 0,0 0 0,-1 0 0,-3 5 0,0-2 0,0-1 0,0 0 0,-1 0 0,1 0 0,-2-1 0,1 0 0,0-1 0,-1 1 0,0-2 0,0 1 0,0-1 0,0 0 0,-1 0 0,-8 1 0,-8 0 0,1 0 0,-1-2 0,-44-1 0,41-2 49,0-1 0,0-2 0,0-1-1,0-1 1,1-1 0,-52-22 0,63 22-181,0-1 1,1-1 0,-1 0-1,2-1 1,-1-1 0,1 0 0,1-1-1,0 0 1,1-1 0,0-1 0,1 0-1,-9-15 1,-5-18-6695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35.60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93 24575,'106'9'0,"-21"-1"0,-75-7 0,115 0 0,-109-2 0,0-1 0,0 0 0,0-1 0,-1 0 0,27-11 0,-39 13 0,0 0 0,0-1 0,0 1 0,-1-1 0,1 0 0,-1 0 0,1 0 0,-1 0 0,1 0 0,2-4 0,-4 5 0,-1 0 0,1 0 0,-1 0 0,1 0 0,-1 0 0,0 0 0,1 0 0,-1 0 0,0 0 0,0 0 0,0 0 0,0 0 0,0 0 0,0 0 0,0 0 0,0 0 0,0 0 0,-1 0 0,1 0 0,0 0 0,0 0 0,-1 0 0,1 0 0,-1 0 0,1 1 0,-1-1 0,1 0 0,-1 0 0,0 0 0,1 1 0,-1-1 0,0 0 0,0 0 0,1 1 0,-1-1 0,-1 0 0,-3-2 0,-1-1 0,0 1 0,1 0 0,-1 1 0,0-1 0,0 1 0,0 0 0,0 1 0,-11-2 0,-1 1 0,0 1 0,-21 0 0,36 2 0,-1-1 0,0 0 0,0 1 0,1 0 0,-1 0 0,1 0 0,-1 0 0,1 1 0,-1-1 0,1 1 0,0 0 0,0 0 0,0 0 0,0 1 0,0-1 0,0 1 0,1-1 0,-1 1 0,1 0 0,-1 0 0,1 0 0,0 0 0,1 0 0,-1 1 0,0-1 0,1 0 0,0 1 0,0 0 0,-2 5 0,0 7 0,1 0 0,0 1 0,1-1 0,0 0 0,3 26 0,3 8-227,1 1-1,3-1 1,2 0-1,3-1 1,31 77-1,-29-91-6598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36.02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0 148 24575,'10'-25'0,"-10"22"0,1-1 0,0 1 0,1 0 0,-1 0 0,0 0 0,1 0 0,-1 0 0,1 0 0,0 0 0,0 0 0,1 1 0,-1-1 0,4-3 0,-5 6 0,-1 0 0,1-1 0,0 1 0,0 0 0,0-1 0,0 1 0,0 0 0,-1 0 0,1 0 0,0 0 0,0 0 0,0 0 0,0 0 0,0 0 0,0 0 0,0 0 0,0 1 0,-1-1 0,1 0 0,0 0 0,0 1 0,0-1 0,-1 1 0,1-1 0,0 1 0,0-1 0,-1 1 0,1-1 0,0 1 0,-1 0 0,1-1 0,0 1 0,-1 0 0,1 0 0,-1-1 0,1 3 0,18 33 0,-18-33 0,33 84 0,-4 2 0,28 136 0,-57-220 0,-1 0 0,0 0 0,0 1 0,0-1 0,0 0 0,-2 10 0,2-15 0,-1 1 0,1 0 0,0-1 0,0 1 0,0 0 0,-1-1 0,1 1 0,0-1 0,0 1 0,-1 0 0,1-1 0,-1 1 0,1-1 0,0 1 0,-1-1 0,1 1 0,-1-1 0,1 0 0,-1 1 0,0-1 0,1 1 0,-1-1 0,0 0 0,0 0 0,0 0 0,0 0 0,0 0 0,0-1 0,0 1 0,0 0 0,0-1 0,0 1 0,0-1 0,0 1 0,0-1 0,0 0 0,0 1 0,0-1 0,1 0 0,-1 0 0,0 1 0,0-1 0,1 0 0,-2-1 0,-6-10 0,0 0 0,0 0 0,1 0 0,1-1 0,-6-17 0,-20-69 0,32 95 0,-12-39 0,-12-84 0,23 115 0,0 0 0,1 1 0,0-1 0,0 1 0,1-1 0,1 0 0,0 1 0,0 0 0,1-1 0,1 1 0,0 0 0,10-19 0,-12 27 0,0 0 0,0 0 0,1 0 0,-1 0 0,1 0 0,0 1 0,0-1 0,0 1 0,0 0 0,0 0 0,0 0 0,0 0 0,1 1 0,-1-1 0,1 1 0,4-2 0,-2 2 0,1 0 0,-1 1 0,0-1 0,0 1 0,0 1 0,0-1 0,0 1 0,0 0 0,8 3 0,0 0 0,0 1 0,-1 1 0,0 0 0,0 1 0,-1 0 0,0 1 0,21 17 0,-29-21 0,0 0 0,0-1 0,-1 2 0,1-1 0,-1 0 0,0 0 0,0 1 0,-1 0 0,1 0 0,-1-1 0,0 1 0,0 1 0,1 6 0,-2-9 0,-1 0 0,0 0 0,0 0 0,0 0 0,-1 0 0,1 0 0,-1-1 0,1 1 0,-1 0 0,0 0 0,0 0 0,0-1 0,-1 1 0,1-1 0,-1 1 0,1-1 0,-1 1 0,0-1 0,0 0 0,0 0 0,0 0 0,0 0 0,0 0 0,-1 0 0,1-1 0,-3 2 0,-5 3 49,0-1 0,-1 0 0,0 0-1,1-1 1,-1-1 0,-14 3 0,-1-1-903,-41 1 1,35-4-5973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36.26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56 24575,'3'-3'0,"4"-2"0,4 1 0,7-2 0,6-1 0,5 2 0,7 1 0,4-2 0,1 1 0,0 1 0,-4 0 0,-2 2 0,-7 1-8191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36.62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655 103 24575,'-7'-1'0,"0"0"0,0-1 0,0 0 0,0 0 0,1-1 0,-1 1 0,-11-8 0,-9-3 0,-8-2 0,-1 2 0,0 1 0,-57-10 0,81 20 0,1 1 0,-1 0 0,0 0 0,0 1 0,1 1 0,-1 0 0,0 1 0,1 0 0,-1 0 0,1 1 0,0 1 0,0 0 0,0 1 0,1 0 0,-19 11 0,15-5 0,1 0 0,1 1 0,0 0 0,0 1 0,1 0 0,1 1 0,0 0 0,1 0 0,-12 27 0,14-27 0,1 1 0,0 1 0,2-1 0,-1 1 0,2 0 0,0 0 0,1 0 0,1 0 0,0 0 0,2 21 0,0-27 0,1 1 0,0-1 0,1 0 0,0 0 0,0 0 0,1 0 0,1-1 0,-1 0 0,1 1 0,1-2 0,0 1 0,11 13 0,-6-12 0,-1 0 0,1-1 0,0 0 0,1-1 0,0 0 0,1-1 0,-1 0 0,21 7 0,-8-6 0,1 0 0,0-2 0,1 0 0,-1-2 0,1-1 0,0-1 0,0-2 0,-1 0 0,40-7 0,14-9-1365,-10-4-5461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37.01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92 247 24575,'-2'-2'0,"-3"-3"0,-1 0 0,1 0 0,0 0 0,-10-4 0,14 8 0,0 0 0,0 0 0,-1 1 0,1-1 0,0 1 0,0-1 0,-1 1 0,1 0 0,0-1 0,-1 1 0,1 0 0,0 0 0,-1 0 0,1 0 0,0 0 0,-1 0 0,1 0 0,0 0 0,-1 1 0,1-1 0,0 0 0,0 1 0,-1-1 0,1 1 0,0 0 0,0-1 0,0 1 0,0 0 0,-1 0 0,1 0 0,-1 1 0,1 0 0,-1 0 0,1 0 0,0 0 0,0 0 0,0 0 0,0 1 0,1-1 0,-1 0 0,1 0 0,-1 1 0,1-1 0,0 0 0,-1 1 0,1-1 0,1 4 0,6 38 0,-5-35 0,8 49 0,-2 0 0,-2 0 0,-5 115 0,-7-145 0,6-28 0,0 1 0,-1-1 0,1 1 0,0-1 0,0 0 0,0 1 0,0-1 0,-1 0 0,1 1 0,0-1 0,0 0 0,-1 0 0,1 1 0,0-1 0,0 0 0,-1 0 0,1 1 0,0-1 0,-1 0 0,1 0 0,0 0 0,-1 0 0,1 1 0,-1-1 0,0-1 0,1 1 0,-1 0 0,1-1 0,-1 1 0,1 0 0,-1-1 0,1 1 0,-1-1 0,1 1 0,-1-1 0,1 1 0,0-1 0,-1 0 0,1 1 0,0-1 0,-1 1 0,1-1 0,0 0 0,-1-1 0,-2-9 0,0 0 0,0 0 0,1-1 0,0 1 0,1-1 0,1-19 0,1-3 0,7-35 0,0 20 0,2 0 0,27-78 0,-26 99 0,1 0 0,1 1 0,1 0 0,2 1 0,30-39 0,-42 59 0,1 1 0,0 0 0,0 0 0,1 0 0,-1 0 0,1 1 0,0 0 0,9-5 0,-12 8 0,-1 0 0,1 0 0,-1 1 0,0-1 0,1 0 0,-1 1 0,1 0 0,0-1 0,-1 1 0,1 0 0,-1 0 0,1 1 0,-1-1 0,1 0 0,-1 1 0,1 0 0,-1-1 0,1 1 0,-1 0 0,0 0 0,0 0 0,1 1 0,-1-1 0,0 1 0,0-1 0,3 4 0,1 1 0,-1 0 0,0 1 0,0 0 0,0 0 0,-1 0 0,0 1 0,0 0 0,-1-1 0,3 11 0,18 79 0,-21-79 0,22 119 0,7 166 0,-32-266-1365,-1-8-5461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37.64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46 369 24575,'-5'-5'0,"0"-1"0,-1 0 0,2-1 0,-1 1 0,1-1 0,0 0 0,-3-8 0,6 14 0,0-1 0,1 1 0,-1-1 0,0 0 0,1 0 0,0 1 0,-1-1 0,1 0 0,0 0 0,0 1 0,0-1 0,0 0 0,0 0 0,1 1 0,-1-1 0,0 0 0,1 0 0,-1 1 0,1-1 0,0 0 0,-1 1 0,1-1 0,0 1 0,0-1 0,0 1 0,0-1 0,1 1 0,-1 0 0,0-1 0,0 1 0,1 0 0,-1 0 0,1 0 0,-1 0 0,1 0 0,2-1 0,7-3 0,1 1 0,0 0 0,0 1 0,0 0 0,17-1 0,65-2 0,-75 5 0,257 1 0,-4-1 0,-267 1 0,0 0 0,0 0 0,0-1 0,-1 0 0,1 0 0,5-2 0,-9 3 0,0-1 0,-1 1 0,1 0 0,0-1 0,-1 1 0,1-1 0,0 1 0,-1-1 0,1 1 0,-1-1 0,1 1 0,-1-1 0,1 0 0,-1 1 0,0-1 0,1 0 0,-1 1 0,0-1 0,0 0 0,1 0 0,-1 1 0,0-1 0,0 0 0,0 0 0,0 1 0,0-1 0,0 0 0,0 0 0,0 0 0,0 1 0,0-1 0,0 0 0,-1 0 0,1 1 0,0-1 0,0 0 0,-1 1 0,1-1 0,-1 0 0,1 1 0,0-1 0,-1 0 0,-1 0 0,-13-22 0,-31-34 0,44 54 0,2 3 0,-1-1 0,1 1 0,0-1 0,-1 0 0,1 1 0,-1 0 0,1-1 0,-1 1 0,1-1 0,-1 1 0,1 0 0,-1-1 0,1 1 0,-1 0 0,1-1 0,-1 1 0,0 0 0,1 0 0,-1 0 0,0 0 0,0-1 0,0 2 0,1-1 0,-1 0 0,1 0 0,0 1 0,-1-1 0,1 0 0,0 1 0,-1-1 0,1 1 0,0-1 0,-1 0 0,1 1 0,0-1 0,0 1 0,0-1 0,-1 1 0,1-1 0,0 1 0,0-1 0,0 1 0,0 0 0,-1 37 0,1-29 0,10 193 0,0-25 0,-9 75 0,-1-301 0,7-214 0,-3 146 0,-2 47 0,19-126 0,-20 189 0,1-1 0,0 1 0,0-1 0,1 1 0,0 0 0,0 0 0,5-8 0,-7 13 0,0 1 0,1-1 0,-1 1 0,0-1 0,1 1 0,0-1 0,-1 1 0,1 0 0,0 0 0,-1-1 0,1 1 0,0 1 0,0-1 0,0 0 0,0 0 0,0 1 0,0-1 0,0 1 0,0-1 0,0 1 0,0 0 0,0 0 0,0 0 0,0 0 0,0 0 0,0 1 0,0-1 0,0 1 0,0-1 0,0 1 0,2 0 0,5 3 0,0 1 0,0 0 0,-1 0 0,0 0 0,0 1 0,0 1 0,-1-1 0,10 11 0,-1 1 0,-1 2 0,16 24 0,-22-31 0,-1 1 0,-1 0 0,0 0 0,-1 1 0,8 25 0,-13-36 0,0 0 0,0 1 0,0-1 0,-1 1 0,0-1 0,0 1 0,0-1 0,0 1 0,-1-1 0,1 0 0,-1 1 0,0-1 0,-1 0 0,1 1 0,-1-1 0,0 0 0,0 0 0,0 0 0,0 0 0,-1-1 0,1 1 0,-1 0 0,0-1 0,-5 4 0,0-1 0,-1 0 0,1-1 0,-1 0 0,0-1 0,-1 0 0,1 0 0,-1-1 0,1 0 0,-1-1 0,0 0 0,0 0 0,0-1 0,-13-1 0,3 0 0,1 0 0,0-2 0,0 0 0,0-2 0,0 0 0,-19-7 0,1-4-1365,7 0-5461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38.34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46 184 24575,'-45'-82'0,"50"161"0,-3 111 0,-4-105 0,17 135 0,-15-215 0,0-2 0,1 0 0,-1-1 0,1 1 0,-1 0 0,1 0 0,0-1 0,0 1 0,0 0 0,0-1 0,0 1 0,2 2 0,-2-5 0,-1 0 0,0 0 0,0 0 0,0 0 0,0 0 0,0 1 0,1-1 0,-1 0 0,0 0 0,0 0 0,0 0 0,0 0 0,1 0 0,-1 0 0,0 0 0,0 0 0,0 0 0,0 0 0,1 0 0,-1 0 0,0 0 0,0 0 0,0 0 0,0 0 0,1 0 0,-1 0 0,0 0 0,0 0 0,0-1 0,0 1 0,0 0 0,1 0 0,-1 0 0,0 0 0,0 0 0,0 0 0,0 0 0,0-1 0,0 1 0,0 0 0,0 0 0,1 0 0,-1 0 0,0 0 0,0-1 0,0 1 0,0 0 0,0 0 0,0 0 0,0 0 0,0-1 0,0 1 0,0 0 0,3-11 0,1-27 0,-1-66 0,-2 5 0,26-102 0,-19 161 0,2 0 0,30-72 0,-38 106 0,1 1 0,-1-1 0,1 1 0,1 0 0,-1 0 0,1 0 0,0 1 0,0-1 0,0 1 0,7-6 0,-9 9 0,0 0 0,-1 0 0,1 1 0,0-1 0,0 0 0,0 1 0,0-1 0,-1 1 0,1-1 0,0 1 0,0 0 0,0 0 0,0 0 0,0 0 0,0 0 0,0 0 0,0 0 0,0 1 0,0-1 0,0 1 0,-1-1 0,1 1 0,0 0 0,0 0 0,-1 0 0,1 0 0,0 0 0,-1 0 0,1 0 0,-1 1 0,1-1 0,-1 0 0,0 1 0,1-1 0,0 3 0,5 5 0,-1 0 0,0 0 0,-1 1 0,1 0 0,-2 0 0,0 0 0,4 11 0,17 81 0,-19-74 0,8 36 0,-3 1 0,3 75 0,-13-182 0,2 0 0,3 1 0,1-1 0,1 1 0,3 1 0,1 0 0,2 0 0,21-39 0,-30 68 0,2 1 0,-1 0 0,1 0 0,1 1 0,14-15 0,-21 22 0,1 0 0,0 1 0,-1-1 0,1 1 0,0-1 0,0 1 0,0 0 0,0 0 0,0 0 0,0 0 0,1 0 0,-1 0 0,0 0 0,1 1 0,-1-1 0,0 1 0,1 0 0,-1 0 0,0 0 0,1 0 0,-1 0 0,0 0 0,1 0 0,-1 1 0,0-1 0,1 1 0,-1 0 0,0 0 0,0 0 0,0 0 0,0 0 0,0 0 0,0 0 0,0 1 0,3 2 0,2 4 0,0 0 0,-1 0 0,0 0 0,-1 1 0,0-1 0,0 2 0,-1-1 0,0 0 0,5 18 0,1 11 0,5 44 0,-10-53 0,5 34 0,5 122 0,-17-163-1365,-2-6-5461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40.19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38 131 24575,'-38'34'0,"53"-36"0,472-63 0,-79 12 0,-381 49 0,-15 3 0,1 0 0,-1-2 0,0 1 0,0-1 0,0-1 0,16-7 0,-28 11 0,0 0 0,-1-1 0,1 1 0,0 0 0,0 0 0,-1 0 0,1 0 0,0 0 0,0 0 0,0 0 0,-1 0 0,1 0 0,0 0 0,0-1 0,0 1 0,-1 0 0,1 0 0,0 0 0,0 0 0,0 0 0,0-1 0,-1 1 0,1 0 0,0 0 0,0 0 0,0-1 0,0 1 0,0 0 0,0 0 0,0-1 0,0 1 0,0 0 0,0 0 0,0 0 0,0-1 0,0 1 0,0 0 0,0 0 0,0-1 0,0 1 0,0 0 0,0 0 0,0-1 0,0 1 0,0 0 0,0 0 0,0 0 0,0-1 0,0 1 0,1 0 0,-1 0 0,0 0 0,0-1 0,0 1 0,0 0 0,1 0 0,-1 0 0,0 0 0,0 0 0,0-1 0,1 1 0,-1 0 0,0 0 0,-21-3 0,-33 1-1365,28 2-5461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40.66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480 92 24575,'-28'-19'0,"11"7"0,0 0 0,0 2 0,-1 0 0,-27-10 0,39 18 0,0 0 0,1 1 0,-1 0 0,0 0 0,0 0 0,0 1 0,-1-1 0,1 2 0,0-1 0,0 1 0,0 0 0,0 0 0,0 0 0,1 1 0,-1 0 0,0 0 0,1 1 0,-1-1 0,-7 6 0,-1 2 0,0 1 0,1 0 0,0 1 0,1 0 0,0 1 0,-16 24 0,10-10 0,1 0 0,-22 52 0,33-64 0,0 0 0,1 1 0,1-1 0,0 1 0,1 0 0,1 0 0,0 0 0,1 0 0,1 1 0,4 31 0,-2-36 0,1 0 0,0-1 0,1 1 0,0 0 0,1-1 0,0 0 0,0 0 0,1-1 0,1 0 0,0 0 0,0 0 0,1-1 0,1 0 0,-1 0 0,13 9 0,-5-7 0,0-1 0,1 0 0,0-1 0,1-1 0,0 0 0,0-1 0,0-1 0,1-1 0,0-1 0,0-1 0,0 0 0,0-1 0,33-2 0,-22-1 0,1-1 0,0-2 0,-1-2 0,0 0 0,0-2 0,-1-1 0,54-25 0,-62 23 0,-1 0 0,-1-2 0,0 0 0,0-1 0,-2-1 0,1-1 0,-2 0 0,0-2 0,-1 1 0,-1-2 0,14-23 0,-21 29 0,-1 0 0,0 0 0,0 0 0,-1-1 0,-1 0 0,-1 0 0,0 0 0,2-19 0,-5 21 0,0 1 0,0-1 0,-1 1 0,-1 0 0,0-1 0,0 1 0,-1 0 0,0 0 0,-1 0 0,-1 0 0,-7-13 0,6 14 27,0 0-1,-1 1 0,0 0 0,-1 0 1,0 1-1,0 0 0,-1 0 0,0 1 1,0 0-1,-1 1 0,0 0 0,-15-8 1,7 7-271,0 0 0,-1 1 0,0 1 0,1 0 1,-2 2-1,-30-3 0,-14 5-6582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41.03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54 1 24575,'-19'413'0,"1"-43"0,10-228 0,0 7 0,8-148 0,0 1 0,0 0 0,0 0 0,0-1 0,0 1 0,0 0 0,1 0 0,-1-1 0,0 1 0,1 0 0,0-1 0,-1 1 0,1 0 0,0-1 0,0 1 0,0-1 0,0 1 0,0-1 0,0 0 0,0 1 0,0-1 0,1 0 0,-1 0 0,0 0 0,1 0 0,2 1 0,0 0 0,-1-1 0,1-1 0,0 1 0,0 0 0,0-1 0,0 0 0,-1 0 0,1 0 0,0-1 0,0 1 0,4-2 0,111-28 0,-7 2 0,-3 11 0,201-6 0,-229 18-1365,-52 1-5461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41.30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74 74 24575,'-9'-23'0,"8"19"0,0 1 0,0-1 0,-1 0 0,1 1 0,-1-1 0,0 0 0,0 1 0,0 0 0,0 0 0,-1-1 0,1 1 0,-1 1 0,-4-5 0,7 7 0,-1 0 0,1 0 0,-1 1 0,1-1 0,-1 0 0,1 0 0,-1 0 0,1 0 0,0 0 0,-1 1 0,1-1 0,-1 0 0,1 0 0,-1 1 0,1-1 0,0 0 0,-1 1 0,1-1 0,0 0 0,-1 1 0,1-1 0,0 0 0,-1 1 0,1-1 0,0 1 0,0-1 0,0 1 0,-1-1 0,1 0 0,0 1 0,0-1 0,0 1 0,0-1 0,0 1 0,0-1 0,0 1 0,0-1 0,0 2 0,-3 22 0,2-23 0,-2 311 0,5-174 0,0-23 161,0-13-924,-16 157 0,6-210-6063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42.19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0 242 24575,'0'-8'0,"1"-27"0,-1 35 0,1-1 0,-1 0 0,0 0 0,0 0 0,0 0 0,1 0 0,-1 0 0,0 0 0,1 0 0,-1 0 0,1 0 0,-1 1 0,1-1 0,-1 0 0,1 0 0,0 1 0,-1-1 0,1 0 0,0 1 0,-1-1 0,1 0 0,0 1 0,0-1 0,0 1 0,0-1 0,0 1 0,0 0 0,1-1 0,-1 1 0,1 1 0,-1-1 0,0 0 0,1 1 0,-1-1 0,0 1 0,0 0 0,0-1 0,1 1 0,-1 0 0,0 0 0,0-1 0,0 1 0,0 0 0,0 0 0,0 0 0,0 0 0,-1 1 0,1-1 0,0 0 0,-1 0 0,1 0 0,0 2 0,13 31 0,-5-5 0,-2 1 0,-2-1 0,4 42 0,-5 91 0,-3-52 0,-1-104 0,0 0 0,0-1 0,1 1 0,0 0 0,0-1 0,1 1 0,0-1 0,0 0 0,0 1 0,0-1 0,1 0 0,0 0 0,0 0 0,7 8 0,-6-9 0,1 0 0,0 0 0,0-1 0,0 0 0,0 0 0,0 0 0,1 0 0,0-1 0,-1 0 0,1 0 0,0-1 0,0 1 0,0-1 0,6 0 0,32 3 0,0-3 0,0-1 0,56-8 0,131-31 0,-169 27 0,20-3 0,100-33 0,-179 48 0,0-1 0,-1 0 0,1 0 0,0-1 0,-1 1 0,1 0 0,-1-1 0,1 1 0,-1-1 0,0 0 0,0 0 0,0 0 0,0 0 0,0 0 0,0-1 0,-1 1 0,3-3 0,-3 2 0,-1 0 0,1 1 0,-1-1 0,1 0 0,-1 0 0,0 1 0,0-1 0,0 0 0,0 0 0,-1 1 0,1-1 0,-1 0 0,1 1 0,-1-1 0,0 1 0,0-1 0,-3-4 0,-26-64 0,-38-139 0,23 62 0,40 133 0,0 1 0,-1 0 0,0 1 0,-1-1 0,-13-17 0,17 27 0,-1-1 0,0 1 0,0-1 0,-1 1 0,1 0 0,-1 1 0,0-1 0,1 1 0,-2 0 0,1 0 0,0 1 0,-1-1 0,1 1 0,-1 0 0,1 1 0,-12-2 0,-5 1 0,1 1 0,-1 1 0,0 1 0,-23 4 0,-89 21 0,46-7 0,-245 51-1365,295-63-5461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42.89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24575,'1'30'0,"7"34"0,0 14 0,2 78 0,1 78 0,-11-233 0,0 5 0,0 1 0,0 0 0,1-1 0,0 1 0,2 7 0,-2-12 0,-1 0 0,1-1 0,0 1 0,0 0 0,0-1 0,0 1 0,0-1 0,0 1 0,0-1 0,1 1 0,-1-1 0,0 0 0,1 0 0,-1 0 0,1 1 0,-1-1 0,1-1 0,0 1 0,-1 0 0,1 0 0,0-1 0,0 1 0,2 0 0,20 2 0,1-1 0,-1-1 0,0 0 0,26-5 0,9 2 0,76 9 0,-99-3 0,-1-1 0,0-2 0,63-7 0,-91 5 0,0 0 0,-1-1 0,1 0 0,-1 0 0,1 0 0,-1-1 0,0 0 0,0 0 0,0-1 0,0 1 0,-1-1 0,1-1 0,-1 1 0,0-1 0,4-6 0,-3 4 0,-1-1 0,0 0 0,-1 0 0,0 0 0,0-1 0,-1 1 0,0-1 0,0 0 0,-1 0 0,1-9 0,0-9 0,-2 0 0,-1 0 0,-1 0 0,-1 0 0,-2 0 0,-10-43 0,1 25 0,-2 0 0,-22-45 0,36 88 0,-1 0 0,1-1 0,0 1 0,-1 0 0,0 1 0,1-1 0,-1 0 0,0 0 0,0 1 0,0-1 0,0 1 0,0 0 0,0-1 0,-1 1 0,1 0 0,0 0 0,-1 1 0,1-1 0,0 0 0,-1 1 0,-4-1 0,-6 0 0,0 0 0,0 1 0,-14 2 0,1 0 0,-32-1 105,10-2-473,0 3 1,0 2-1,-63 13 1,86-11-6459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43.51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38 12 24575,'-5'-5'0,"-4"-1"0,5 23 0,-5 61 0,5-56 0,1 0 0,1 0 0,1 0 0,1 0 0,4 29 0,-4-47 0,1-1 0,0 1 0,0-1 0,1 1 0,-1-1 0,1 0 0,0 1 0,-1-1 0,1 0 0,1 0 0,-1-1 0,0 1 0,1 0 0,0-1 0,-1 1 0,1-1 0,0 0 0,0 0 0,0 0 0,0 0 0,1 0 0,-1-1 0,1 0 0,-1 1 0,0-1 0,1-1 0,0 1 0,4 0 0,10 1 0,0-1 0,0-1 0,0-1 0,26-4 0,-40 4 0,52-6 0,0-3 0,0-2 0,73-27 0,-122 37 0,-1-1 0,0 0 0,0 0 0,0 0 0,-1-1 0,1 1 0,9-10 0,-14 12 0,0-1 0,1 1 0,-1-1 0,0 1 0,0-1 0,0 0 0,0 1 0,0-1 0,-1 0 0,1 0 0,0 0 0,-1 0 0,1 0 0,-1 0 0,0 0 0,0 0 0,0 0 0,0 0 0,0 0 0,0 0 0,0 0 0,0 0 0,-1 1 0,1-1 0,-1 0 0,0 0 0,0 0 0,1 0 0,-3-3 0,-2-2 0,-1 0 0,0 0 0,0 1 0,0-1 0,0 1 0,-1 1 0,-11-8 0,7 5 0,0 0 0,-13-15 0,18 16 0,0 1 0,0-1 0,-1 1 0,0 1 0,-8-6 0,11 8 0,-1 1 0,1 1 0,0-1 0,-1 1 0,1-1 0,-1 1 0,1 0 0,-1 1 0,1-1 0,-1 1 0,0 0 0,-4 1 0,-45 6-1365,27-2-5461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43.86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33 20 24575,'-4'0'0,"-3"-3"0,-4-2 0,3 1 0,5 1 0,11 1 0,12 0 0,13 2 0,9-1 0,8 1 0,4 0 0,2 1 0,-8-1-8191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44.18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 1 24575,'-3'3'0,"-2"4"0,1 4 0,4 3 0,8 3 0,9 1 0,11 1 0,13 0 0,12 0 0,16 0 0,11 0 0,11-1 0,9-3 0,3-4 0,-17-3-8191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44.98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115 0 24575,'2'18'0,"0"0"0,1 0 0,1-1 0,1 1 0,13 32 0,5 19 0,25 142 0,-48-208 0,1 1 0,-1-1 0,1 1 0,-1-1 0,0 1 0,0-1 0,0 1 0,-2 4 0,2-6 0,-1-1 0,1 0 0,-1 0 0,0 1 0,1-1 0,-1 0 0,0 0 0,0 0 0,0 0 0,0 0 0,0 0 0,0 0 0,0 0 0,0-1 0,0 1 0,-1 0 0,1-1 0,0 1 0,0-1 0,-1 1 0,1-1 0,0 1 0,-1-1 0,-1 0 0,-17 3-22,-1-1-1,0-1 1,-33-3-1,22 1-1252,-12 0-5551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45.39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4 24575,'0'0'0,"1"0"0,-1-1 0,1 1 0,-1 0 0,0-1 0,1 1 0,-1 0 0,1-1 0,-1 1 0,1 0 0,0 0 0,-1 0 0,1-1 0,-1 1 0,1 0 0,-1 0 0,1 0 0,-1 0 0,1 0 0,0 0 0,-1 0 0,1 0 0,-1 0 0,1 1 0,-1-1 0,1 0 0,0 1 0,14 12 0,4 23 0,22 82 0,-34-90 0,2-1 0,1 0 0,1 0 0,1-1 0,24 39 0,-26-53 34,0 1 1,1-2-1,0 1 0,1-2 0,0 1 0,1-1 0,0-1 0,1-1 0,15 8 1,-3-4-377,0-1 1,1-1 0,0-2-1,33 6 1,17 0-6485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47.51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 24575,'3'0'0,"4"0"0,1 3 0,-1 4 0,-2 8 0,-1 10 0,-2 10 0,-1 11 0,3 11 0,0 11 0,0 10 0,1 3 0,1 4 0,-1 0 0,-1-5 0,2-8 0,-1-5 0,0-15-8191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47.98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84 107 24575,'-23'-21'0,"14"14"0,1-1 0,0 0 0,0 0 0,0-1 0,-9-15 0,17 24 0,0-1 0,-1 1 0,1-1 0,0 1 0,0 0 0,0-1 0,-1 1 0,1-1 0,0 1 0,0-1 0,0 1 0,0-1 0,0 1 0,0-1 0,0 1 0,0-1 0,0 1 0,0-1 0,0 1 0,0 0 0,1-1 0,-1 1 0,0-1 0,0 1 0,0-1 0,1 1 0,-1-1 0,0 0 0,15-5 0,22 4 0,243 24 48,-129-8-395,1006 60-4039,4-28 2486,513 27-1381,-1641-71 3372,482 38 1459,-498-38-1410,-3-1 578,0 1 1,0 0 0,24 8-1,-37-10-667,0 1 0,0-1 0,0 0-1,0 0 1,-1 1 0,1-1 0,0 0-1,0 1 1,-1-1 0,1 1-1,0-1 1,-1 1 0,1-1 0,0 1-1,-1 0 1,1-1 0,-1 1 0,1 0-1,-1-1 1,1 1 0,-1 0 0,1-1-1,-1 1 1,1 1 0,-2-1 36,1 0 0,0 0 0,0 0 0,-1-1 0,1 1 0,0 0 0,-1 0 0,1-1 0,-1 1 0,1 0 0,-1-1 0,0 1 0,1-1 0,-1 1 0,0-1 0,1 1 0,-1-1 0,0 1 0,0 0 0,-7 3 464,1-1-1,-1 0 1,-11 4-1,17-6-550,-5 0 0,1 2 0,-1-1 0,0 1 0,1-1 0,-9 7 0,13-8 0,0 1 0,0-1 0,0 1 0,1 0 0,-1 0 0,0 0 0,1 0 0,0 0 0,-1 0 0,1 0 0,0 1 0,0-1 0,0 0 0,1 1 0,-1-1 0,0 1 0,1-1 0,0 1 0,-1 2 0,-3 115-1365,1-94-5461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48.48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24575,'36'14'0,"37"-1"0,112 5 0,-126-13 0,2273 127-8101,27-92 6796,-2296-40 1332,-21 1 631,-1-2 0,0-1 1,43-9-1,-63 5 1264,-21 6-1915,0 0-1,1 0 1,-1-1 0,0 1-1,0 0 1,1 0 0,-1 0-1,0 0 1,0 0 0,0-1-1,1 1 1,-1 0 0,0 0-1,0-1 1,0 1-1,0 0 1,1 0 0,-1-1-1,0 1 1,0 0 0,0 0-1,0-1 1,0 1 0,0 0-1,0 0 1,0-1 0,0 1-1,0 0 1,0-1 0,0 1-1,0 0 1,0 0 0,0-1-1,0 1 1,0 0 0,0 0-1,0-1 1,0 1-1,0 0 1,-1 0 0,1-1-1,0 1 1,0 0 0,0 0-1,0-1 1,-1 1 0,1 0-1,0 0 1,0 0 0,0-1-1,-1 1 1,1 0 0,0 0-1,-1 0 1,-15-10-3740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48.72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57 24575,'5'-4'0,"0"1"0,1-1 0,-1 0 0,0 0 0,4-5 0,-5 5 0,0 1 0,0-1 0,0 1 0,0 0 0,0 0 0,0 0 0,6-2 0,-10 5 0,0 0 0,1 0 0,-1 0 0,0 0 0,1-1 0,-1 1 0,0 0 0,0 0 0,1 0 0,-1 0 0,0 0 0,1 0 0,-1 0 0,0 0 0,1 0 0,-1 0 0,0 0 0,0 0 0,1 1 0,-1-1 0,0 0 0,1 0 0,-1 0 0,0 0 0,0 0 0,1 1 0,-1-1 0,0 0 0,0 0 0,0 0 0,1 1 0,-1-1 0,0 0 0,0 1 0,3 13 0,-8 20 0,4-29 0,-68 557-1365,64-502-5461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49.25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317 91 24575,'1'-13'0,"-1"8"0,0-1 0,0 0 0,0 0 0,-1 0 0,0 0 0,-3-10 0,3 14 0,1 1 0,-1-1 0,0 0 0,0 1 0,-1-1 0,1 1 0,0-1 0,-1 1 0,1 0 0,0-1 0,-1 1 0,0 0 0,1 0 0,-1 0 0,0 0 0,1 0 0,-1 1 0,0-1 0,0 0 0,0 1 0,1 0 0,-1-1 0,0 1 0,0 0 0,-3 0 0,-8-1 0,0 2 0,0-1 0,0 2 0,0 0 0,0 0 0,1 1 0,-1 1 0,1 0 0,0 0 0,0 2 0,0-1 0,0 2 0,1-1 0,0 1 0,1 1 0,0 0 0,-15 15 0,22-20 0,0 1 0,0-1 0,1 0 0,0 0 0,0 1 0,0 0 0,0-1 0,0 1 0,1 0 0,-1 0 0,1 0 0,0 0 0,0 0 0,1 0 0,-1 0 0,1 0 0,0 8 0,1-7 0,0 0 0,1 0 0,-1 0 0,1 0 0,0 0 0,1-1 0,-1 1 0,1-1 0,0 1 0,0-1 0,0 0 0,5 5 0,9 6 0,0-1 0,0-1 0,1-1 0,1 0 0,27 13 0,14 1 0,-39-17 0,0 0 0,22 14 0,-44-23 0,1 0 0,0 0 0,-1 0 0,1 0 0,0 0 0,0 1 0,-1-1 0,1 0 0,0 0 0,0 0 0,0 0 0,-1 0 0,1 0 0,0 1 0,0-1 0,0 0 0,-1 0 0,1 0 0,0 0 0,0 1 0,0-1 0,0 0 0,-1 0 0,1 1 0,0-1 0,0 0 0,0 0 0,0 1 0,0-1 0,0 0 0,0 0 0,0 1 0,0-1 0,0 0 0,0 0 0,0 1 0,0-1 0,0 0 0,0 0 0,0 1 0,0-1 0,0 0 0,0 0 0,0 1 0,0-1 0,0 0 0,1 0 0,-1 1 0,0-1 0,0 0 0,0 0 0,0 0 0,1 1 0,-1-1 0,0 0 0,0 0 0,0 0 0,1 0 0,-1 0 0,0 1 0,0-1 0,1 0 0,-1 0 0,0 0 0,1 0 0,-25 3 0,22-3 0,-54-1-455,0-2 0,-79-14 0,85 10-6371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49.80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0 145 24575,'3'-1'0,"0"1"0,-1 0 0,1 1 0,0-1 0,-1 0 0,1 1 0,0 0 0,-1-1 0,1 1 0,-1 0 0,1 0 0,-1 1 0,0-1 0,1 0 0,-1 1 0,0 0 0,0-1 0,2 3 0,-1 0 0,0 1 0,0 0 0,0 0 0,0-1 0,-1 2 0,0-1 0,3 10 0,7 31 0,8 67 0,0 0 0,-25-138 0,2-1 0,0 0 0,2 1 0,0-1 0,2 0 0,1 0 0,1 1 0,12-47 0,-11 58 0,1 0 0,0 0 0,1 0 0,1 1 0,0 0 0,1 0 0,16-21 0,-17 27 0,0 0 0,0 0 0,0 0 0,1 1 0,0 0 0,0 1 0,1 0 0,-1 0 0,1 1 0,0 0 0,1 0 0,17-4 0,-21 7 0,1 1 0,-1-1 0,0 1 0,0 0 0,0 0 0,0 1 0,1 0 0,-1 0 0,0 0 0,0 1 0,0 0 0,-1 0 0,1 0 0,5 4 0,-9-5 0,0 0 0,0 0 0,0 1 0,0-1 0,0 1 0,0-1 0,0 1 0,-1 0 0,1-1 0,-1 1 0,1 0 0,-1 0 0,0 0 0,0 0 0,0 0 0,0 1 0,0-1 0,0 0 0,-1 0 0,1 1 0,-1-1 0,1 0 0,-1 1 0,0-1 0,0 0 0,0 1 0,0-1 0,0 0 0,-1 1 0,1-1 0,-1 0 0,1 1 0,-1-1 0,0 0 0,0 0 0,0 0 0,0 0 0,-3 4 0,-2 2 0,0 0 0,0 0 0,-1 0 0,0-1 0,-1 0 0,0 0 0,0-1 0,0 0 0,-18 9 0,-8 3 0,-46 15 0,65-27 0,-20 7 0,-53 11 0,96-24 0,-1-1 0,1 1 0,0 1 0,0 0 0,0 0 0,0 0 0,9 4 0,64 21 0,-53-14-273,-1 1 0,0 1 0,-1 1 0,41 32 0,-42-27-6553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50.11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2 117 24575,'-1'-11'0,"1"-15"0,4 23 0,4 13 0,56 123 0,-1-2 0,-49-114 0,-14-17 0,0 0 0,1 0 0,-1 0 0,0 0 0,0 0 0,1 0 0,-1 1 0,0-1 0,0 0 0,1 0 0,-1 0 0,0 0 0,0 0 0,1 0 0,-1 0 0,0 0 0,0 0 0,1 0 0,-1 0 0,0 0 0,0 0 0,1-1 0,-1 1 0,0 0 0,0 0 0,1 0 0,-1 0 0,0 0 0,0 0 0,0-1 0,1 1 0,-1 0 0,0 0 0,0 0 0,0-1 0,0 1 0,1 0 0,0-4 0,1 0 0,-1-1 0,1 1 0,-1 0 0,-1 0 0,2-7 0,5-39 0,30-189 0,-36 233-227,0 0-1,1 1 1,0-1-1,-1 0 1,5-5-1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5:59.64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0 300 24575,'0'-1'0,"0"1"0,0 0 0,0-1 0,0 1 0,0 0 0,0-1 0,0 1 0,0 0 0,0 0 0,1-1 0,-1 1 0,0 0 0,0-1 0,0 1 0,0 0 0,0 0 0,0-1 0,1 1 0,-1 0 0,0 0 0,0-1 0,0 1 0,1 0 0,-1 0 0,0 0 0,0-1 0,1 1 0,-1 0 0,0 0 0,0 0 0,1 0 0,-1 0 0,0-1 0,0 1 0,1 0 0,-1 0 0,0 0 0,1 0 0,-1 0 0,0 0 0,1 0 0,-1 0 0,0 0 0,1 0 0,-1 0 0,0 0 0,0 0 0,1 1 0,-1-1 0,0 0 0,1 0 0,-1 0 0,0 0 0,0 0 0,1 1 0,-1-1 0,0 0 0,0 0 0,1 1 0,14 12 0,-13-5 0,1 0 0,-1 0 0,0 1 0,-1-1 0,0 0 0,0 1 0,-1-1 0,0 1 0,-2 9 0,2 27 0,0-44 0,0 0 0,0-1 0,0 1 0,0-1 0,0 1 0,0-1 0,0 1 0,0 0 0,0-1 0,0 1 0,0-1 0,1 1 0,-1-1 0,0 1 0,0-1 0,1 1 0,-1-1 0,0 1 0,0-1 0,1 1 0,-1-1 0,1 0 0,-1 1 0,0-1 0,1 1 0,-1-1 0,1 0 0,-1 0 0,1 1 0,0-1 0,0 0 0,0 0 0,0-1 0,0 1 0,0 0 0,0-1 0,0 1 0,-1 0 0,1-1 0,0 1 0,0-1 0,0 1 0,-1-1 0,1 0 0,1-1 0,28-34 0,-27 31 0,259-372-1365,-238 343-5461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6:00.72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0 179 24575,'2'15'0,"0"0"0,0 0 0,1 0 0,1 0 0,10 24 0,-2-6 0,-12-30 0,2 0 0,-1 0 0,0 0 0,0 0 0,1 0 0,0 0 0,3 4 0,-5-7 0,1 1 0,-1-1 0,0 0 0,1 1 0,-1-1 0,0 0 0,1 1 0,-1-1 0,1 0 0,-1 0 0,1 0 0,-1 1 0,1-1 0,-1 0 0,1 0 0,-1 0 0,1 0 0,-1 0 0,1 0 0,-1 0 0,1 0 0,0 0 0,0-1 0,0 1 0,0-1 0,0 1 0,0-1 0,0 0 0,0 1 0,0-1 0,0 0 0,-1 0 0,1 0 0,0 0 0,-1 1 0,1-1 0,0-2 0,36-65 0,5-7 0,90-102-1365,-112 153-5461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6:02.20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164 162 24575,'0'-9'0,"-1"-1"0,-1 1 0,1-1 0,-1 1 0,-1 0 0,0 0 0,0 0 0,-1 0 0,0 0 0,0 1 0,-1 0 0,0 0 0,-1 0 0,0 0 0,-11-11 0,16 18 0,0 0 0,0 0 0,0 1 0,0-1 0,0 0 0,0 0 0,0 1 0,0-1 0,0 1 0,0-1 0,0 1 0,0-1 0,0 1 0,0 0 0,0-1 0,-1 1 0,1 0 0,0 0 0,0 0 0,0 0 0,-1 0 0,1 0 0,0 0 0,0 1 0,0-1 0,0 0 0,-1 0 0,1 1 0,0-1 0,0 1 0,0-1 0,0 1 0,0 0 0,0-1 0,0 1 0,0 0 0,0 0 0,0 0 0,1-1 0,-2 3 0,-1 1 0,0 1 0,0 0 0,1 0 0,-1 0 0,1 0 0,0 0 0,-1 10 0,-7 35 0,-7 98 0,12 53 0,5-185 0,22 560-327,32-4-1,-24-306 328,-29-261-94,-1 0-72,1-1 0,0 1 0,0 0 0,0-1 0,0 1 0,4 6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6:02.64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337 284 24575,'0'-7'0,"-1"-1"0,0 1 0,0-1 0,-1 1 0,-3-9 0,4 14 0,0-1 0,0 0 0,0 0 0,0 1 0,-1-1 0,1 0 0,-1 1 0,1-1 0,-1 1 0,0 0 0,0 0 0,0-1 0,-1 1 0,1 1 0,-3-3 0,4 4 0,-1-1 0,1 1 0,-1 0 0,1 0 0,-1 0 0,1 0 0,-1 0 0,1 0 0,-1 0 0,1 0 0,-1 0 0,1 1 0,-1-1 0,1 1 0,0-1 0,-1 1 0,1 0 0,0-1 0,-1 1 0,1 0 0,0 0 0,0 0 0,-2 1 0,-25 29 0,25-27 0,-119 174 0,65-91 0,46-70 0,7-10 0,0-1 0,0 1 0,-1-1 0,0-1 0,0 1 0,-6 5 0,7-11 0,7-7 0,7-11 0,37-50 0,89-126 0,-94 141 0,68-71 0,-98 113 0,0-1 0,1 2 0,0 0 0,1 0 0,0 1 0,0 1 0,27-11 0,-35 16 0,2 1 0,-1 0 0,0 0 0,0 1 0,0 0 0,1 1 0,-1-1 0,0 1 0,1 1 0,-1-1 0,0 1 0,1 1 0,-1-1 0,0 1 0,0 0 0,0 1 0,0 0 0,-1 0 0,11 6 0,1 4 48,0 1-1,-1 0 0,0 2 0,-1-1 1,-1 2-1,24 34 0,66 122-1022,-84-136 254,22 40-6105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6:03.17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17 170 24575,'-1'-15'0,"0"1"0,-6-21 0,5 26 0,0 0 0,0-1 0,1 1 0,0 0 0,1-1 0,0 1 0,2-17 0,-2 25 0,0 1 0,0-1 0,0 1 0,1-1 0,-1 0 0,0 1 0,0-1 0,0 1 0,0-1 0,0 1 0,1-1 0,-1 0 0,0 1 0,1-1 0,-1 1 0,0-1 0,1 1 0,-1 0 0,0-1 0,1 1 0,-1-1 0,1 1 0,-1 0 0,1-1 0,-1 1 0,1 0 0,-1-1 0,1 1 0,-1 0 0,1 0 0,-1 0 0,1-1 0,0 1 0,-1 0 0,1 0 0,-1 0 0,1 0 0,0 0 0,-1 0 0,1 0 0,-1 0 0,1 0 0,-1 1 0,1-1 0,0 0 0,-1 0 0,1 0 0,-1 1 0,1-1 0,-1 0 0,1 1 0,-1-1 0,1 0 0,-1 1 0,1-1 0,-1 1 0,0-1 0,1 0 0,-1 1 0,1 0 0,25 32 0,166 321 0,-155-278 0,111 250 0,-67-142 0,-67-155-1365,-3-9-5461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6:03.44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260 218 24575,'16'-89'0,"-12"63"0,0 0 0,14-42 0,-13 59 0,-5 15 0,-4 18 0,-28 88 0,-72 165 0,74-203 0,-9 17 0,-25 67 0,56-134 0,1 0 0,1 1 0,1 0 0,-2 40 0,6-61-124,1 0 0,0 0 0,1 0 0,-1 0 0,1 0 0,0 0-1,0 0 1,0 0 0,0 0 0,2 3 0,6 7-6702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6:03.93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100 133 24575,'5'-24'0,"2"1"0,0 0 0,19-39 0,-26 62 0,0 0 0,0 0 0,0 0 0,0 0 0,0 1 0,0-1 0,0 0 0,1 0 0,-1 0 0,0 1 0,0-1 0,0 0 0,0 0 0,0 0 0,0 0 0,1 0 0,-1 1 0,0-1 0,0 0 0,0 0 0,0 0 0,0 0 0,1 0 0,-1 0 0,0 0 0,0 0 0,0 0 0,1 0 0,-1 0 0,0 1 0,0-1 0,0 0 0,1 0 0,-1 0 0,0 0 0,0 0 0,0-1 0,1 1 0,-1 0 0,0 0 0,0 0 0,0 0 0,0 0 0,1 0 0,-1 0 0,0 0 0,0 0 0,0 0 0,0-1 0,1 1 0,-1 0 0,0 0 0,0 0 0,0 0 0,0 0 0,0-1 0,0 1 0,1 0 0,0 18 0,-4 21 0,-3-1 0,0-1 0,-19 56 0,23-85 0,-13 42 0,-2-1 0,-2 0 0,-27 49 0,45-97 0,-1 4 0,-1 0 0,1 0 0,0 0 0,0 0 0,-1 6 0,3-10 0,-1 0 0,1-1 0,0 1 0,0 0 0,0-1 0,0 1 0,0 0 0,0 0 0,0-1 0,1 1 0,-1 0 0,0-1 0,0 1 0,1 0 0,-1-1 0,0 1 0,1 0 0,-1-1 0,1 2 0,0-2 0,0 1 0,0-1 0,-1 1 0,1-1 0,0 1 0,0-1 0,0 0 0,0 0 0,0 1 0,0-1 0,0 0 0,0 0 0,0 0 0,0 0 0,0 0 0,0 0 0,0 0 0,2-1 0,85-18 0,-23 3 0,-24 8 0,3 1 0,81-26 0,-113 29 0,-1-1 0,0 0 0,0 0 0,0-1 0,-1-1 0,0 0 0,0 0 0,0-1 0,-1 0 0,0 0 0,14-19 0,-18 19 0,0-1 0,0 0 0,-1-1 0,-1 1 0,1-1 0,-2 0 0,1 0 0,-1 0 0,-1 0 0,0 0 0,0 0 0,-1-1 0,0 1 0,-2-14 0,-3-7 0,0 1 0,-2-1 0,-16-40 0,15 52 0,4 13 0,0 11 0,1 25 0,2 0 0,2 40 0,0-16 0,0 68 119,-4 370-1603,-1-386-5342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6:06.47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66 24575,'1'-4'0,"-1"0"0,1 1 0,0-1 0,1 0 0,-1 1 0,1-1 0,-1 1 0,1 0 0,0-1 0,0 1 0,0 0 0,3-3 0,-4 5 0,0 0 0,0 0 0,0-1 0,0 1 0,0 0 0,0 0 0,0 0 0,0 0 0,1 0 0,-1 0 0,0 0 0,0 1 0,1-1 0,-1 0 0,1 1 0,-1-1 0,0 1 0,1 0 0,-1-1 0,1 1 0,-1 0 0,1 0 0,-1 0 0,1 0 0,-1 0 0,1 0 0,-1 0 0,1 0 0,-1 1 0,1-1 0,2 2 0,0 1 0,-1 0 0,1 0 0,0 1 0,-1 0 0,0 0 0,0 0 0,0 0 0,3 6 0,19 43 0,-14-29 0,70 153 212,-23-47-1001,100 164 1,-137-261-6038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6:06.67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111 169 24575,'1'-49'0,"-2"-54"0,1 102 0,0 0 0,0 1 0,0-1 0,0 0 0,0 0 0,0 1 0,0-1 0,0 0 0,0 1 0,-1-1 0,1 0 0,0 0 0,0 1 0,-1-1 0,1 0 0,0 1 0,-1-1 0,1 1 0,0-1 0,-1 0 0,1 1 0,-1-1 0,0 0 0,0 1 0,1 1 0,-1-1 0,0 0 0,1 0 0,-1 1 0,1-1 0,-1 1 0,0-1 0,1 0 0,-1 1 0,1-1 0,0 1 0,-1-1 0,1 1 0,-1-1 0,1 1 0,0 0 0,-1-1 0,1 2 0,-17 37 0,-5 46 0,3 1 0,5 0 0,3 1 0,0 125 0,16-89-1365,-1-75-5461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6:07.07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70 421 24575,'81'-253'0,"-75"234"0,0 2 0,2-1 0,0 1 0,17-28 0,-22 41 0,0 1 0,0-1 0,0 0 0,0 1 0,1-1 0,-1 1 0,1 0 0,0 0 0,0 0 0,0 1 0,0 0 0,1-1 0,-1 1 0,0 1 0,1-1 0,-1 1 0,1 0 0,0 0 0,0 0 0,-1 0 0,1 1 0,0 0 0,0 0 0,5 1 0,0 0 0,-1 2 0,0-1 0,1 1 0,-1 1 0,-1 0 0,1 0 0,0 1 0,-1 0 0,0 0 0,0 1 0,0 0 0,-1 0 0,0 1 0,0 0 0,-1 0 0,7 10 0,-8-11 0,0 1 0,-1 0 0,0 0 0,0 0 0,-1 1 0,0-1 0,0 1 0,-1 0 0,0 0 0,0 0 0,-1 0 0,0 0 0,0 0 0,-1 0 0,0 0 0,0 0 0,-1 0 0,0 0 0,-4 14 0,0-9 0,-1 0 0,-1-1 0,0 0 0,0 0 0,-1 0 0,-1-1 0,0 0 0,0 0 0,-1-1 0,0-1 0,-17 13 0,-4 0 0,0-2 0,-1-1 0,-38 16 0,44-22 0,0-2 0,0-1 0,-1-1 0,0-1 0,-29 4 0,35-13 0,21 1 0,0 0 0,0 0 0,-1 0 0,1 0 0,0 0 0,0 0 0,0 0 0,0 0 0,-1 0 0,1-1 0,0 1 0,0 0 0,0 0 0,0 0 0,0 0 0,0 0 0,0-1 0,0 1 0,-1 0 0,1 0 0,0 0 0,0 0 0,0-1 0,0 1 0,0 0 0,0 0 0,0 0 0,0 0 0,0-1 0,0 1 0,0 0 0,0 0 0,0 0 0,0 0 0,0-1 0,0 1 0,0 0 0,1 0 0,-1 0 0,0 0 0,0-1 0,0 1 0,0 0 0,0 0 0,0 0 0,0 0 0,1 0 0,1-3 0,0 1 0,1 0 0,-1 1 0,1-1 0,-1 0 0,1 1 0,0-1 0,-1 1 0,6-2 0,16-3 0,-1 0 0,1 2 0,0 0 0,0 2 0,1 0 0,-1 2 0,42 5 0,-22 1 0,0 2 0,0 2 0,55 20 0,-62-16 0,-2 1 0,49 28 0,-68-34 0,-1 1 0,0 1 0,0 0 0,-2 1 0,1 1 0,-1 0 0,13 19 0,-23-28-136,-1-1-1,1 1 1,-1-1-1,0 1 1,0 0-1,-1 0 1,1 0-1,-1 0 0,1 4 1,-2 6-6690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6:07.51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1685 228 24575,'-18'-17'0,"-1"1"0,0 1 0,-1 1 0,-1 0 0,0 2 0,-25-11 0,-2 3 0,-89-25 0,83 32-48,0 2 0,-1 3-1,1 2 1,-1 2 0,-1 3 0,1 2-1,-56 9 1,64-3 5,-1 2 0,1 2 0,1 1 1,0 3-1,1 2 0,1 2 0,0 2 0,-54 35 0,70-36 43,0 1 0,1 1 0,2 2 0,0 0 0,1 2 0,2 0 0,1 2 0,1 0 0,-30 56 0,32-45 0,1 2 0,2-1 0,1 2 0,3 0 0,1 0 0,2 1 0,-3 62 0,8-32 0,3 0 0,4 0 0,3-1 0,28 129 0,-19-140 0,2-1 0,3-1 0,2-1 0,3-1 0,63 102 0,-73-134-10,2-1 0,0-1 0,1-1 0,2 0 0,0-1 1,1-1-1,1-2 0,1 0 0,0-1 0,1-2 0,1 0 0,1-2 0,0 0 0,0-2 0,1-2 0,1 0 0,0-2 1,30 4-1,-16-6-6,1-1 0,-1-3 0,1-1 0,0-3 1,-1-1-1,55-13 0,-45 4-96,0-3-1,-1-2 1,0-2 0,75-42 0,-65 26 70,-2-3 0,-1-2 0,-3-4 0,-1-1 0,-3-3 0,-1-2 0,-3-2 0,46-67 0,-59 70 42,-3-1 0,-2-2 0,-2 0 0,-2-2 0,-3-1 0,-3-1 0,21-90 0,-35 111 0,0-1 0,-3 0 0,-1 0 0,-2 0 0,-7-61 0,3 69 0,-2 0 0,-1 1 0,-2 0 0,0 1 0,-2 0 0,-1 0 0,-28-47 0,22 48-18,-1 0 0,-1 1-1,-1 1 1,-2 1 0,0 2 0,-47-35 0,33 30 81,-2 3 0,-1 1 0,-1 2 1,-52-18-1,8 11-666,-2 3-1,0 5 1,-2 3 0,-111-4-1,2 9-2749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6:11.02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95 59 24575,'0'-3'0,"0"0"0,-1 0 0,1 0 0,-1 1 0,0-1 0,0 0 0,0 1 0,0-1 0,0 0 0,-1 1 0,1 0 0,-1-1 0,0 1 0,0 0 0,1 0 0,-1 0 0,-1 0 0,1 0 0,0 0 0,-5-2 0,6 3 0,0 0 0,0 1 0,-1-1 0,1 0 0,0 1 0,-1 0 0,1-1 0,0 1 0,-1 0 0,1 0 0,-1 0 0,1 0 0,0 0 0,-1 0 0,1 0 0,-1 0 0,1 0 0,0 1 0,-1-1 0,1 0 0,0 1 0,-1-1 0,1 1 0,0 0 0,0-1 0,-1 1 0,1 0 0,0 0 0,0 0 0,0 0 0,0 0 0,0 0 0,0 0 0,1 0 0,-1 0 0,0 0 0,0 1 0,1-1 0,-1 0 0,1 1 0,-1-1 0,1 0 0,-1 2 0,-2 7 0,0 0 0,1 1 0,0-1 0,1 0 0,0 20 0,6 55 0,-3-67 0,39 374-1365,-35-324-5461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6:11.42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1 825 24575,'16'-295'0,"-9"237"0,4 1 0,34-111 0,-38 146 0,2 2 0,0-1 0,1 1 0,1 0 0,1 1 0,1 1 0,25-29 0,-32 41 0,1 0 0,-1 0 0,1 0 0,0 1 0,1 1 0,-1-1 0,1 1 0,0 0 0,15-4 0,-17 6 0,1 1 0,0 0 0,0 0 0,0 0 0,0 1 0,0 0 0,0 1 0,-1-1 0,1 1 0,0 1 0,0-1 0,0 1 0,11 5 0,-7-1 0,0 0 0,0 0 0,0 2 0,-1-1 0,0 1 0,-1 0 0,0 1 0,0 0 0,-1 1 0,0 0 0,0 0 0,-1 1 0,6 12 0,0 1 0,-2 1 0,-1 0 0,0 0 0,-2 1 0,5 31 0,-7-21 0,-2 0 0,-2 0 0,-1 1 0,-2-1 0,-1 0 0,-2 0 0,-1 0 0,-2 0 0,-2-1 0,-1 0 0,-29 66 0,18-57 0,-1-1 0,-3-1 0,-1-1 0,-2-2 0,-2 0 0,-1-2 0,-2-2 0,-56 48 0,20-30 0,60-47 0,0 0 0,0-1 0,-1-1 0,0 1 0,-20 5 0,29-10 0,-1 1 0,0-1 0,1 0 0,-1 1 0,0-1 0,1 0 0,-1 0 0,0 0 0,0 0 0,1 0 0,-1 0 0,0-1 0,1 1 0,-1 0 0,0-1 0,1 1 0,-1-1 0,1 0 0,-1 0 0,1 1 0,-1-1 0,1 0 0,0 0 0,-1 0 0,-1-2 0,2 1 0,0 0 0,1 0 0,-1 1 0,0-1 0,1 0 0,-1 0 0,1 0 0,0 0 0,-1 0 0,1 1 0,0-1 0,0 0 0,0 0 0,0 0 0,1 0 0,-1 0 0,1 0 0,-1 0 0,1 1 0,-1-1 0,1 0 0,1-2 0,2-4 0,1 0 0,-1 0 0,1 0 0,1 0 0,0 1 0,0 0 0,0 0 0,1 1 0,0 0 0,0 0 0,1 0 0,-1 1 0,1 0 0,0 0 0,1 1 0,-1 0 0,1 1 0,0 0 0,0 0 0,0 1 0,0 0 0,0 1 0,0 0 0,1 0 0,-1 1 0,0 0 0,1 0 0,-1 1 0,0 1 0,0-1 0,0 2 0,0-1 0,0 1 0,0 0 0,-1 1 0,1 0 0,11 8 0,-2 0 48,-1 2 0,0 0 0,0 1 0,-2 1 0,0 1 0,22 30 0,64 118-1178,-86-137 559,2 1-6255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6:11.77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58 360 24575,'0'-2'0,"0"0"0,0 0 0,0 0 0,0 0 0,0 0 0,1-1 0,-1 1 0,1 0 0,-1 0 0,1 0 0,0 0 0,1-3 0,0 4 0,-1 0 0,0 0 0,1 0 0,-1 0 0,1 0 0,-1 1 0,1-1 0,-1 0 0,1 1 0,-1-1 0,1 1 0,0 0 0,-1 0 0,1 0 0,0-1 0,-1 2 0,3-1 0,10 0 0,-1-1 0,1 0 0,-1 0 0,1-2 0,16-4 0,-26 6 0,-1-1 0,1 1 0,-1-1 0,1 0 0,-1 0 0,1 0 0,-1-1 0,0 1 0,0-1 0,0 1 0,-1-1 0,1 0 0,-1 0 0,1-1 0,-1 1 0,0 0 0,0-1 0,-1 1 0,1-1 0,-1 1 0,1-1 0,-1 0 0,0-4 0,0 0 0,0 0 0,-1 0 0,0-1 0,0 1 0,-1 0 0,0 0 0,0 0 0,-1 0 0,0 0 0,-1 0 0,0 1 0,0-1 0,-6-9 0,3 6 0,0 0 0,-1 1 0,-1-1 0,0 2 0,0-1 0,0 1 0,-1 0 0,-11-7 0,17 14 0,0-1 0,0 1 0,-1 0 0,1 1 0,-1-1 0,1 0 0,-1 1 0,1 0 0,-1 0 0,0 0 0,-7-1 0,9 2 0,0 1 0,-1-1 0,1 0 0,0 1 0,0-1 0,-1 1 0,1 0 0,0 0 0,0 0 0,0 0 0,0 0 0,0 0 0,0 0 0,0 1 0,0-1 0,1 1 0,-1-1 0,0 1 0,1 0 0,-3 3 0,-3 7 0,0-1 0,1 1 0,0 1 0,1-1 0,0 1 0,1 0 0,1 0 0,0 0 0,-2 21 0,1 15 0,2 61 0,3-85 86,1 0-1,0 0 0,8 28 1,-7-41-276,1 0 0,0 0 1,0 0-1,1 0 0,1-1 1,0 0-1,1 0 1,8 10-1,8 5-6636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6:12.24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18 248 24575,'-18'-200'0,"27"280"0,31 137 0,-40-216 0,3 15 0,0-1 0,0-1 0,1 1 0,0-1 0,1 0 0,11 21 0,-16-34 0,0-1 0,1 1 0,-1-1 0,0 1 0,1-1 0,-1 1 0,0-1 0,1 1 0,-1-1 0,1 1 0,-1-1 0,1 1 0,-1-1 0,1 0 0,-1 1 0,1-1 0,-1 0 0,1 1 0,-1-1 0,1 0 0,0 0 0,-1 0 0,1 1 0,-1-1 0,1 0 0,0 0 0,-1 0 0,2 0 0,-1-1 0,0 1 0,0-1 0,0 0 0,0 1 0,0-1 0,0 0 0,-1 1 0,1-1 0,0 0 0,0 0 0,-1 0 0,1 0 0,0 0 0,0-2 0,15-41 0,-15 40 0,16-69 0,-13 52 0,0 0 0,2 1 0,0-1 0,15-31 0,-21 52 0,1-1 0,-1 0 0,0 0 0,1 0 0,-1 1 0,0-1 0,1 0 0,-1 1 0,1-1 0,0 0 0,-1 1 0,1-1 0,-1 0 0,1 1 0,0-1 0,0 1 0,-1-1 0,1 1 0,0 0 0,0-1 0,-1 1 0,1 0 0,0-1 0,0 1 0,0 0 0,1 0 0,-1 0 0,0 1 0,0-1 0,0 1 0,0 0 0,0-1 0,0 1 0,0 0 0,0-1 0,0 1 0,0 0 0,-1 0 0,1 0 0,0 0 0,-1 0 0,1 0 0,0 2 0,4 7 0,-1 0 0,0 0 0,2 11 0,-6-19 0,7 25 0,28 88 0,-31-104 0,0-1 0,1 1 0,1-1 0,0-1 0,0 1 0,1-1 0,0 0 0,10 10 0,-15-17 0,-1 0 0,1-1 0,-1 1 0,1-1 0,0 0 0,0 0 0,0 1 0,0-1 0,0 0 0,0-1 0,0 1 0,0 0 0,0 0 0,0-1 0,0 0 0,0 1 0,1-1 0,-1 0 0,0 0 0,0 0 0,0 0 0,1 0 0,-1-1 0,0 1 0,0-1 0,0 1 0,0-1 0,0 0 0,0 0 0,0 0 0,0 0 0,0 0 0,0 0 0,0 0 0,-1-1 0,1 1 0,-1-1 0,3-2 0,1-1 0,0-1 0,-1-1 0,0 1 0,0-1 0,0 1 0,-1-1 0,0 0 0,0 0 0,3-15 0,-2-6 0,-1-1 0,-1 0 0,-2 0 0,-1 1 0,-1-1 0,-1 0 0,-2 1 0,0 0 0,-14-39 0,18 65 0,-18-49 0,17 47 0,0 1 0,0-1 0,-1 1 0,1-1 0,-1 1 0,1 0 0,-1-1 0,0 1 0,0 1 0,-5-5 0,7 7 11,0-1 0,0 1 0,0-1 0,0 1 0,0-1 0,0 1 0,0 0 0,0-1 0,0 1 0,0 0 0,0 0 0,0 0 0,0 0 0,-1 0 0,1 0 0,0 0 0,0 0 0,0 0 0,0 0 0,0 1 0,0-1 1,0 0-1,0 1 0,0-1 0,0 1 0,0-1 0,0 1 0,0-1 0,0 1 0,0 1 0,-2 0-201,1 0 0,0 0 1,0 1-1,0 0 0,1-1 1,-1 1-1,1 0 1,-3 5-1,-2 9-6636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6:12.63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71 24575,'0'-45'0,"3"44"0,1 7 0,3 10 0,9 38 0,13 82 0,-15-60 0,-4-32 0,-1-5 0,-2 0 0,4 54 0,-11-91 0,0 0 0,0 0 0,-1 0 0,1 0 0,0-1 0,-1 1 0,1 0 0,-1 0 0,1-1 0,-1 1 0,0 0 0,1 0 0,-3 1 0,3-3 0,0 1 0,0-1 0,-1 0 0,1 0 0,0 1 0,0-1 0,-1 0 0,1 0 0,0 0 0,0 0 0,-1 1 0,1-1 0,0 0 0,-1 0 0,1 0 0,0 0 0,-1 0 0,1 0 0,0 0 0,0 0 0,-1 0 0,1 0 0,0 0 0,-1 0 0,1 0 0,0 0 0,-1 0 0,-10-12 0,6 2 0,1 1 0,1-1 0,0 1 0,0-1 0,1 0 0,0 0 0,0 0 0,1-19 0,1 0 0,7-53 0,-2 45 0,2 0 0,17-52 0,-19 75 0,0 0 0,1 0 0,1 0 0,0 0 0,1 1 0,0 1 0,1-1 0,19-20 0,-26 31 0,0 0 0,1 0 0,-1 0 0,0 0 0,1 0 0,-1 1 0,1-1 0,0 1 0,-1 0 0,1-1 0,0 1 0,0 0 0,0 1 0,0-1 0,0 0 0,0 1 0,0 0 0,0 0 0,0 0 0,0 0 0,5 1 0,-4 0 0,0 0 0,-1 1 0,1 0 0,-1 0 0,0 0 0,0 0 0,1 0 0,-1 1 0,-1 0 0,1-1 0,0 1 0,-1 0 0,1 0 0,-1 0 0,0 1 0,3 5 0,3 7 0,0 2 0,-1-1 0,-1 1 0,7 34 0,6 79 0,-8-51 0,-7-50-1365,0-6-5461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6:12.82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63 75 24575,'-3'-3'0,"-4"-4"0,-1-4 0,-3-3 0,-1 1 0,0-1 0,2 2-8191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6:13.03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24575,'0'3'0,"0"5"0,0 3 0,0 3 0,0 9 0,0 7 0,4 10 0,0 7 0,3 10 0,0 6 0,2 5 0,0 4 0,1 1 0,-1-1 0,-2-14-8191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6:13.38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1 456 24575,'0'-10'0,"0"1"0,0 0 0,1-1 0,1 1 0,-1 0 0,1 0 0,6-14 0,-7 20 0,1-1 0,0 0 0,1 1 0,-1 0 0,1 0 0,-1 0 0,1 0 0,0 0 0,0 0 0,0 1 0,0-1 0,1 1 0,-1 0 0,1 0 0,-1 0 0,1 0 0,0 1 0,0-1 0,8-1 0,116-18 0,-12 1 0,-97 16 0,0-1 0,0-1 0,34-17 0,-49 21 0,0 0 0,0 0 0,0-1 0,-1 1 0,1-1 0,-1 0 0,1 0 0,-1 0 0,0 0 0,0 0 0,-1-1 0,1 1 0,-1-1 0,0 0 0,0 0 0,2-4 0,-3 4 0,0 0 0,-1 0 0,1 0 0,-1 1 0,0-1 0,0 0 0,0 0 0,-1 0 0,0 1 0,1-1 0,-1 0 0,0 0 0,-1 1 0,1-1 0,-1 1 0,1-1 0,-1 1 0,-4-6 0,-1-1 0,0 0 0,-1 1 0,0-1 0,-1 2 0,0-1 0,-10-7 0,14 13 0,0-1 0,0 1 0,-1-1 0,1 1 0,-1 1 0,0-1 0,0 1 0,0 0 0,0 1 0,0-1 0,0 1 0,0 0 0,-11 0 0,14 2 0,0-1 0,1 0 0,-1 1 0,1 0 0,-1 0 0,1 0 0,0 0 0,-1 0 0,1 0 0,0 0 0,0 1 0,0-1 0,0 1 0,0 0 0,0 0 0,0-1 0,0 1 0,1 0 0,-1 0 0,1 1 0,-1-1 0,1 0 0,0 0 0,0 1 0,0-1 0,0 1 0,0 3 0,-3 7 0,2 1 0,-1-1 0,1 27 0,1-36 0,0 21 49,1 1 0,2 0 0,0-1-1,1 1 1,2-1 0,14 46 0,-15-58-163,2 0 0,-1 0 0,2-1 0,0 0 1,0 0-1,1-1 0,0 0 0,1 0 1,0-1-1,1 0 0,0 0 0,1-1 1,0-1-1,14 9 0,18 6-6712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6:14.14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72 201 24575,'-1'0'0,"-38"1"0,37-1 0,0 1 0,0-1 0,0 0 0,0 1 0,0-1 0,0 1 0,0-1 0,1 1 0,-1 0 0,0 0 0,0 0 0,1 0 0,-1 0 0,0 0 0,-1 2 0,3-3 0,0 0 0,0 1 0,-1-1 0,1 0 0,0 0 0,0 0 0,0 1 0,0-1 0,0 0 0,0 0 0,0 1 0,0-1 0,0 0 0,0 0 0,0 0 0,0 1 0,1-1 0,-1 0 0,0 0 0,0 0 0,0 1 0,0-1 0,0 0 0,0 0 0,0 0 0,0 0 0,1 1 0,-1-1 0,0 0 0,0 0 0,0 0 0,0 0 0,1 0 0,-1 0 0,0 1 0,0-1 0,0 0 0,1 0 0,-1 0 0,0 0 0,0 0 0,1 0 0,4 2 0,1 0 0,0 0 0,0-1 0,1 0 0,-1 0 0,0 0 0,9-1 0,-1 1 0,536-13-1008,-423 4 690,508-29-2029,420-22-720,-1021 57 3082,1110-71-1175,-930 45 1637,-161 14-1260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6:17.18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43 24575,'0'-3'0,"0"-4"0,0-4 0,4-3 0,3 6 0,1 9 0,2 13 0,3 10 0,2 11 0,1 11 0,2 11 0,0 8 0,1 5 0,-4 3 0,0 2 0,-4 0 0,-3-2 0,-3-15-8191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6:17.51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9 178 24575,'-1'0'0,"1"-1"0,-1 0 0,0 1 0,1-1 0,-1 0 0,1 1 0,-1-1 0,0 0 0,1 0 0,0 1 0,-1-1 0,1 0 0,-1 0 0,1 0 0,0 0 0,0 0 0,-1 0 0,1-1 0,0 1 0,1 1 0,-1-1 0,0 1 0,0-1 0,1 1 0,-1 0 0,0-1 0,1 1 0,-1-1 0,0 1 0,1 0 0,-1-1 0,0 1 0,1 0 0,-1 0 0,1-1 0,-1 1 0,1 0 0,-1 0 0,1-1 0,-1 1 0,1 0 0,-1 0 0,1 0 0,3-1 0,-1 1 0,1 0 0,-1 0 0,0 0 0,1 0 0,-1 0 0,1 1 0,5 1 0,79 30 0,70 20 0,-140-48 0,0 0 0,0-2 0,1 0 0,-1-1 0,1 0 0,35-5 0,-44 1 0,0 0 0,0 0 0,0-1 0,-1 0 0,1 0 0,-1-1 0,0-1 0,0 0 0,-1 0 0,1 0 0,-1-1 0,-1-1 0,1 1 0,6-10 0,3-5 0,0-1 0,-2-1 0,0 0 0,11-27 0,-26 51 0,1-1 0,-1 1 0,0 0 0,1-1 0,-1 1 0,0-1 0,1 1 0,-1-1 0,0 1 0,0-1 0,1 1 0,-1-1 0,0 1 0,0-1 0,0 1 0,0-1 0,0 0 0,0 1 0,0-1 0,0 1 0,0-1 0,0 1 0,0-1 0,0 1 0,0-1 0,0 1 0,-1-1 0,1 1 0,0-1 0,-1 0 0,0 1 0,0 0 0,0 1 0,-1-1 0,1 1 0,0-1 0,0 1 0,0-1 0,0 1 0,0 0 0,0 0 0,0-1 0,0 1 0,-2 2 0,-29 30-22,-51 64 0,51-56-1299,-12 14-5505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6:18.90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660 289 24575,'-1'0'0,"0"-1"0,0 1 0,0 0 0,1-1 0,-1 1 0,0-1 0,0 1 0,1-1 0,-1 1 0,0-1 0,1 0 0,-1 1 0,0-1 0,1 0 0,-1 1 0,1-1 0,0 0 0,-1 0 0,1 0 0,-1 1 0,1-1 0,0 0 0,0 0 0,-1 0 0,1 0 0,0 0 0,0-1 0,-3-29 0,2 28 0,3-47 0,-2 47 0,1 0 0,-1 0 0,1 0 0,0 0 0,-1 0 0,1 0 0,1 1 0,-1-1 0,0 0 0,1 1 0,-1-1 0,1 1 0,0-1 0,3-3 0,-5 6 0,1 0 0,-1-1 0,0 1 0,1 0 0,-1 0 0,1-1 0,-1 1 0,0 0 0,1 0 0,-1 0 0,1 0 0,-1-1 0,1 1 0,-1 0 0,1 0 0,-1 0 0,0 0 0,1 0 0,-1 0 0,1 0 0,-1 1 0,1-1 0,-1 0 0,1 0 0,-1 0 0,1 0 0,-1 0 0,0 1 0,1-1 0,-1 0 0,1 1 0,9 14 0,-2 21 0,-7-32 0,-1 0 0,1 0 0,-1 0 0,0 1 0,-1-1 0,1 0 0,-1 0 0,0 1 0,0-1 0,0 0 0,-1 0 0,1 0 0,-1-1 0,0 1 0,0 0 0,0 0 0,-1-1 0,1 0 0,-1 1 0,0-1 0,-5 5 0,3-5 0,0 1 0,0-1 0,0-1 0,0 1 0,0-1 0,0 0 0,-1 0 0,1-1 0,-1 1 0,1-1 0,-1 0 0,0-1 0,0 1 0,1-1 0,-11-1 0,8 0 0,1 0 0,-1 0 0,1-1 0,-1 0 0,1 0 0,0-1 0,0 0 0,0 0 0,0-1 0,0 0 0,1 0 0,0 0 0,-7-6 0,10 6 0,-1 1 0,1-1 0,0 0 0,1 0 0,-1 0 0,1 0 0,-1 0 0,1-1 0,0 1 0,1-1 0,-1 1 0,1-1 0,0 1 0,0-1 0,0 0 0,1 0 0,0 0 0,0 1 0,0-1 0,0 0 0,1 0 0,1-5 0,0 1 0,1 0 0,0 0 0,1 1 0,-1-1 0,2 1 0,-1-1 0,1 1 0,0 1 0,1-1 0,0 1 0,0 0 0,1 0 0,0 1 0,0-1 0,0 2 0,10-7 0,-12 9 0,-1 1 0,1-1 0,-1 1 0,1 0 0,0 0 0,-1 1 0,1-1 0,0 1 0,0 0 0,0 0 0,0 1 0,1 0 0,-1 0 0,0 0 0,0 0 0,0 1 0,0 0 0,0 0 0,0 0 0,0 1 0,-1-1 0,1 1 0,0 0 0,-1 1 0,1-1 0,-1 1 0,0 0 0,0 0 0,0 0 0,0 0 0,4 6 0,0 0 0,0 0 0,0 1 0,-1 0 0,-1 1 0,1 0 0,-2 0 0,0 0 0,0 1 0,5 18 0,-6-13 0,-1 0 0,-1 0 0,0 0 0,-1 1 0,-1-1 0,-3 25 0,0-19 0,-1 0 0,-1 0 0,-1-1 0,-1 0 0,-1 0 0,-1 0 0,-1-1 0,-1 0 0,0-1 0,-22 28 0,10-22 0,0-1 0,-1-2 0,-1 0 0,-1-2 0,-1 0 0,-1-2 0,-1-1 0,-1-2 0,0 0 0,-1-3 0,0 0 0,-1-2 0,-1-1 0,-49 8 0,71-16 0,-1-1 0,1 0 0,0-1 0,0 0 0,0-1 0,-1 0 0,1-1 0,-12-3 0,19 4 0,1 0 0,-1 0 0,1-1 0,0 0 0,-1 1 0,1-1 0,0 0 0,0 0 0,0-1 0,0 1 0,0-1 0,1 1 0,-1-1 0,1 0 0,0 0 0,0 0 0,0 0 0,0-1 0,0 1 0,1 0 0,-1-1 0,1 1 0,0-1 0,0 0 0,0 1 0,1-1 0,-1 0 0,1-3 0,0-1 0,1 0 0,0-1 0,0 1 0,1 0 0,0 0 0,0 0 0,1 1 0,0-1 0,1 1 0,-1-1 0,1 1 0,1 0 0,-1 0 0,1 1 0,1 0 0,-1-1 0,12-9 0,-5 6 0,0 0 0,0 1 0,1 1 0,0-1 0,1 2 0,-1 0 0,1 1 0,26-8 0,-28 11 0,0 0 0,0 1 0,0 1 0,0 0 0,0 1 0,0 0 0,0 1 0,0 0 0,0 1 0,0 0 0,0 1 0,0 0 0,20 9 0,-15-4 0,-1 1 0,-1 0 0,1 2 0,-2-1 0,1 2 0,-2 0 0,1 0 0,17 23 0,65 94 69,-62-81-1503,-17-26-5392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6:19.24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165 107 24575,'0'-14'0,"1"5"0,-1-1 0,-1 1 0,1-1 0,-1 1 0,-3-11 0,4 19 0,-1-1 0,1 1 0,-1 0 0,1 0 0,-1-1 0,1 1 0,-1 0 0,0 0 0,1 0 0,-1-1 0,0 1 0,0 0 0,0 0 0,0 0 0,0 1 0,0-1 0,0 0 0,-1 0 0,1 1 0,0-1 0,0 0 0,0 1 0,-1-1 0,1 1 0,0-1 0,-1 1 0,1 0 0,0 0 0,-1 0 0,1 0 0,-1 0 0,1 0 0,0 0 0,-1 0 0,1 0 0,0 0 0,-1 1 0,1-1 0,0 1 0,-1-1 0,1 1 0,-2 1 0,-4 0 0,1 1 0,0 0 0,0 1 0,0-1 0,0 1 0,1 1 0,0-1 0,-1 1 0,2 0 0,-1 0 0,0 0 0,1 1 0,-6 9 0,5-5 0,1-1 0,-1 1 0,2 0 0,0 0 0,0 0 0,1 0 0,0 0 0,-1 17 0,2-12 0,1 0 0,1-1 0,0 1 0,1-1 0,1 0 0,0 1 0,1-1 0,0-1 0,1 1 0,0 0 0,2-1 0,-1 0 0,12 16 0,-11-21 0,0 0 0,1 0 0,0-1 0,0 0 0,1-1 0,0 0 0,0 0 0,0-1 0,12 5 0,-17-8 0,-1-1 0,1 0 0,-1 0 0,1 0 0,0 0 0,0 0 0,-1-1 0,1 0 0,0 0 0,0 0 0,-1 0 0,8-2 0,-9 1 0,1 0 0,-1 0 0,1 0 0,-1 0 0,0-1 0,0 1 0,0-1 0,0 0 0,0 1 0,0-1 0,0 0 0,0 0 0,-1 0 0,1-1 0,-1 1 0,1 0 0,-1 0 0,0-1 0,0 1 0,1-4 0,2-6 0,-1-1 0,0 1 0,-1-1 0,0 0 0,-1 0 0,-1-19 0,-1 9 0,-1-1 0,-9-39 0,7 48 0,0 0 0,-1 0 0,-1 1 0,-1 0 0,0 0 0,0 1 0,-12-15 0,15 22 0,0 1 0,0 0 0,0 0 0,-1 1 0,1-1 0,-1 1 0,0 0 0,-1 0 0,1 1 0,-1 0 0,0-1 0,1 2 0,-1-1 0,0 1 0,-1 0 0,1 0 0,0 1 0,-1 0 0,-9-1 0,13 2-57,1 0 0,0 0 1,-1 0-1,1 1 0,0-1 0,-1 1 0,1-1 0,0 1 0,-1 0 0,1 0 0,0 0 1,0 0-1,0 0 0,0 1 0,0-1 0,0 1 0,0-1 0,0 1 0,1 0 1,-1-1-1,1 1 0,-1 0 0,-1 4 0,-4 9-6769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6:19.58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123 77 24575,'1'-1'0,"1"0"0,-1 0 0,-1 0 0,1 0 0,0 0 0,0 0 0,0-1 0,0 1 0,-1 0 0,1 0 0,-1-1 0,1 1 0,-1-1 0,1 1 0,-1 0 0,0-1 0,0 1 0,0-1 0,0 1 0,0 0 0,0-1 0,0 1 0,0-1 0,0 1 0,-1-1 0,1 1 0,0 0 0,-1-1 0,1 1 0,-1 0 0,0 0 0,1-1 0,-1 1 0,0 0 0,0 0 0,0 0 0,-1-2 0,0 2 0,0-1 0,1 1 0,-1-1 0,0 1 0,0 0 0,0 0 0,0 0 0,0 0 0,0 0 0,0 0 0,0 1 0,-1-1 0,1 1 0,0-1 0,0 1 0,-1 0 0,1 0 0,0 0 0,0 0 0,-1 0 0,1 1 0,0-1 0,-3 1 0,0 1 0,1 1 0,0-1 0,0 1 0,0 0 0,0 0 0,0 0 0,1 0 0,-1 1 0,1 0 0,0-1 0,0 1 0,0 0 0,1 0 0,0 1 0,-1-1 0,1 0 0,1 1 0,-1 0 0,1-1 0,-1 1 0,1 5 0,-2 4 0,1-1 0,1 1 0,0 0 0,1 0 0,0-1 0,4 20 0,-1-15 0,1 0 0,1 0 0,0-1 0,2 1 0,0-1 0,1-1 0,10 18 0,-13-27 0,-1-1 0,1 1 0,0-1 0,1-1 0,-1 1 0,1-1 0,0 0 0,10 6 0,-11-8 0,-1-1 0,1 0 0,0 0 0,0 0 0,0-1 0,0 1 0,0-1 0,0 0 0,0-1 0,0 1 0,0-1 0,0 0 0,1-1 0,4 0 0,-6 1 0,0-1 0,0 0 0,-1 0 0,1 0 0,0-1 0,-1 1 0,1-1 0,-1 0 0,1 0 0,-1 0 0,0 0 0,0-1 0,0 1 0,0-1 0,0 0 0,4-6 0,-4 4 0,1-1 0,-1 0 0,-1 1 0,1-2 0,-1 1 0,0 0 0,0 0 0,-1-1 0,1-8 0,-1-2 0,0 0 0,-1 0 0,-2 0 0,1 1 0,-2-1 0,0 1 0,-6-18 0,3 18 0,0 0 0,-1 1 0,0-1 0,-1 2 0,-1-1 0,-15-18 0,20 28 0,0 0 0,0 0 0,0 1 0,-1-1 0,0 1 0,0 0 0,0 0 0,0 1 0,0-1 0,-1 1 0,0 1 0,1-1 0,-1 1 0,0 0 0,0 0 0,-1 0 0,1 1 0,0 0 0,-13 0 0,-1 6-1365,7 3-5461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6:20.00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75 202 24575,'1'-1'0,"-1"1"0,1-1 0,0 0 0,-1 0 0,1 0 0,-1 0 0,1 0 0,-1 0 0,1 0 0,-1 0 0,1 0 0,-1 0 0,0 0 0,0 0 0,0-2 0,-1 5 0,-2 12 0,-2 333 0,7-183 0,-5-221 0,-19-110 0,8 85 0,3 10 0,-9-67 0,17 111 0,2 1 0,4-55 0,-3 79 0,0 0 0,1 0 0,-1 0 0,1 0 0,0 0 0,0 0 0,0 0 0,0 0 0,1 1 0,-1-1 0,1 0 0,0 1 0,-1-1 0,1 1 0,3-3 0,-3 3 0,0 1 0,0 0 0,0 0 0,0 0 0,0 0 0,1 0 0,-1 0 0,0 1 0,0-1 0,1 1 0,-1 0 0,0-1 0,0 1 0,1 0 0,-1 0 0,0 0 0,1 1 0,-1-1 0,0 1 0,4 0 0,5 3 0,-1 0 0,1 0 0,-1 1 0,0 1 0,-1 0 0,1 0 0,-1 0 0,14 15 0,-12-11 0,-1 0 0,-1 1 0,0 0 0,-1 0 0,0 1 0,10 20 0,-16-29 11,0 1 0,-1 0 0,1 0 0,-1 0 0,0 0 0,0 0 0,0 0 0,-1 0 0,1 0 0,-1 0 0,0 0 0,0 1 0,-1-1 0,1 0 0,-1 0 0,0 0 0,0 0 0,0 0 0,-1 0 0,1 0 0,-1-1 1,0 1-1,0 0 0,0-1 0,-1 0 0,1 1 0,-1-1 0,0 0 0,1 0 0,-8 5 0,-3 1-255,0 0 0,0-1 0,0-1 0,-1 0 1,-1-1-1,-27 8 0,1-2-6582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6:20.21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24575,'6'0'0,"6"0"0,0 3 0,-2 7 0,1 5 0,-2 10 0,1 9 0,-2 6 0,2 8 0,-1 5 0,0 3 0,-1 1 0,2 1 0,-1-10-8191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6:20.49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238 439 24575,'-6'-30'0,"2"-1"0,0 0 0,3 0 0,0 0 0,2 0 0,7-44 0,-6 58 0,1 0 0,0 0 0,1 0 0,1 1 0,10-23 0,-13 36 0,-1-1 0,1 1 0,0 0 0,0-1 0,0 1 0,1 0 0,-1 0 0,1 0 0,-1 1 0,1-1 0,0 1 0,0-1 0,0 1 0,1 0 0,-1 0 0,0 0 0,1 1 0,-1-1 0,1 1 0,0 0 0,-1 0 0,1 0 0,0 0 0,0 1 0,0-1 0,-1 1 0,1 0 0,0 1 0,0-1 0,5 1 0,1 2 0,0 0 0,0 1 0,0 0 0,-1 1 0,1 0 0,-1 0 0,0 1 0,-1 0 0,1 0 0,-1 1 0,10 11 0,3 6 0,0 0 0,25 40 0,-32-42 0,-1 0 0,-1 1 0,0 0 0,-2 1 0,-1 0 0,-1 0 0,-1 1 0,4 31 0,-9-45 0,-1 0 0,-1 1 0,0-1 0,-1 0 0,0 1 0,-1-1 0,0 0 0,0 0 0,-5 12 0,3-15 0,0 0 0,0 0 0,0 0 0,-1-1 0,0 1 0,0-1 0,-1-1 0,0 1 0,0-1 0,-1 0 0,0 0 0,-14 9 0,2-5 0,0-1 0,0 0 0,-1-1 0,0-1 0,-1-1 0,1-1 0,-1-1 0,-38 3 0,13-5 0,0-2 0,1-1 0,-47-9 0,23-2-1365,13-1-5461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6:20.86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153 292 24575,'-1'0'0,"-16"1"0,-1-1 0,0-1 0,1-1 0,-1 0 0,-30-9 0,47 11 0,0-1 0,0 1 0,0-1 0,0 1 0,0-1 0,0 1 0,0-1 0,0 0 0,0 1 0,0-1 0,0 0 0,0 0 0,0-1 0,0 2 0,1 0 0,0-1 0,0 1 0,0 0 0,0-1 0,0 1 0,0 0 0,0-1 0,0 1 0,0-1 0,0 1 0,0 0 0,0-1 0,0 1 0,0 0 0,0-1 0,0 1 0,0-1 0,0 1 0,0 0 0,1-1 0,-1 1 0,0 0 0,0-1 0,0 1 0,1-1 0,1-1 0,0 1 0,0-1 0,1 0 0,-1 1 0,0-1 0,1 1 0,-1 0 0,1 0 0,-1 0 0,5-1 0,40-10 0,2 2 0,75-6 0,-72 11 0,1284-104-4406,-1083 92 4083,95-4 233,319-25-1589,-615 42-14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6:22.06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24575,'11'2'0,"0"0"0,1 0 0,-2 1 0,1 1 0,0 0 0,-1 0 0,1 1 0,-1 0 0,9 7 0,-1-3 0,152 89-748,280 212-1,122 170-749,37 94 1458,-166-150-705,-419-401 770,-3-3 142,1 0 1,1-1-1,30 18 0,-51-36-83,0 0-1,0 0 0,0 0 0,-1 0 1,1 0-1,1 0 0,-1 0 0,0-1 0,0 1 1,0-1-1,0 0 0,0 1 0,0-1 0,4 0 1,-5-1-28,0 1 0,0-1 0,-1 1 0,1-1 0,0 0 1,0 1-1,0-1 0,-1 0 0,1 1 0,0-1 0,0 0 0,-1 0 1,1 0-1,-1 1 0,1-1 0,-1 0 0,1 0 0,-1 0 0,0 0 1,1 0-1,-1 0 0,0 0 0,0 0 0,0 0 0,0 0 0,0 0 1,0 0-1,0 0 0,0-2 0,-5-79-1268,3 53-5614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6:22.63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1470 224 24575,'-11'-35'0,"-2"0"0,-20-40 0,9 23 0,23 50 0,1 0 0,-1 1 0,0-1 0,1 0 0,-1 1 0,0-1 0,0 1 0,0-1 0,0 1 0,-1-1 0,1 1 0,0 0 0,-1 0 0,1-1 0,0 1 0,-3-1 0,2 2 0,1 0 0,0 0 0,0 1 0,0-1 0,0 0 0,0 1 0,0-1 0,0 1 0,-1-1 0,1 1 0,0 0 0,1-1 0,-1 1 0,0 0 0,0 0 0,0 0 0,0-1 0,1 1 0,-1 0 0,0 0 0,1 0 0,-1 0 0,1 0 0,-1 0 0,1 1 0,-1 1 0,-393 692-460,-387 619-1778,618-1020 3212,157-283-7441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6:23.37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 0 24575,'0'3'0,"0"5"0,-4 6 0,0 7 0,0 7 0,1 8 0,1 9 0,0 7 0,2 5 0,-1 3 0,1 3 0,0-1 0,4-2 0,0-5 0,3-5 0,1-8 0,-2-12-8191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6:23.72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77 107 24575,'5'-17'0,"-1"8"0,-1 0 0,0 0 0,-1 0 0,0 0 0,-1 0 0,0 0 0,0-11 0,-1 20 0,0 0 0,0 0 0,0-1 0,0 1 0,0 0 0,0 0 0,0-1 0,0 1 0,0 0 0,0 0 0,0-1 0,0 1 0,0 0 0,0 0 0,0 0 0,-1-1 0,1 1 0,0 0 0,0 0 0,0 0 0,0-1 0,0 1 0,-1 0 0,1 0 0,0 0 0,0 0 0,0 0 0,-1-1 0,1 1 0,0 0 0,0 0 0,0 0 0,-1 0 0,1 0 0,0 0 0,0 0 0,-1 0 0,1 0 0,0 0 0,0 0 0,-1 0 0,1 0 0,0 0 0,0 0 0,0 0 0,-1 0 0,1 0 0,0 0 0,0 0 0,-1 0 0,1 1 0,0-1 0,0 0 0,0 0 0,-1 0 0,1 0 0,0 0 0,0 1 0,0-1 0,0 0 0,-1 0 0,1 0 0,0 0 0,0 1 0,0-1 0,0 0 0,0 1 0,-13 14 0,5 0 0,0 0 0,1 0 0,1 1 0,0 0 0,-4 21 0,-10 85 0,14-80 0,2 66 0,4-97 0,0 0 0,1 0 0,1 0 0,0-1 0,0 1 0,1 0 0,0-1 0,1 0 0,0 0 0,1 0 0,9 15 0,-12-22 0,0 0 0,0 0 0,1 0 0,-1-1 0,1 1 0,0-1 0,0 1 0,-1-1 0,2 0 0,-1 0 0,0 0 0,0 0 0,1-1 0,-1 1 0,0-1 0,1 0 0,0 0 0,-1 0 0,1-1 0,0 1 0,-1-1 0,1 0 0,0 0 0,-1 0 0,1 0 0,0-1 0,-1 1 0,1-1 0,0 0 0,-1 0 0,1 0 0,-1-1 0,1 0 0,2-1 0,3-3 0,0 0 0,0 0 0,-1-1 0,0 0 0,0 0 0,-1-1 0,0 0 0,0 0 0,0-1 0,8-16 0,-7 9 0,-1 0 0,-1 0 0,0-1 0,-1 0 0,-1 0 0,-1 0 0,0-1 0,-1 1 0,-1-1 0,-1 1 0,0-1 0,-1 0 0,-1 1 0,-1-1 0,-1 1 0,0 0 0,-1 0 0,-10-22 0,12 33 0,0 0 0,0 0 0,-1 1 0,0-1 0,-1 1 0,1 0 0,-1 0 0,0 0 0,0 1 0,0-1 0,-1 1 0,0 1 0,-11-7 0,13 8 0,-1 0 0,1 1 0,-1-1 0,0 1 0,0 0 0,0 0 0,0 1 0,1-1 0,-1 1 0,0 0 0,0 1 0,0-1 0,0 1 0,0 0 0,0 0 0,1 0 0,-1 1 0,0 0 0,-7 3 0,10-3-105,-1-1 0,1 1 0,0-1 0,0 1 0,0 0 0,0-1 0,1 1 0,-1 0 0,0 0 0,1 1 0,0-1 0,-2 3 0,-3 9-6721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6:24.08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1 117 24575,'6'-5'0,"1"0"0,-1 1 0,1-1 0,1 2 0,10-6 0,-17 9 0,-1 0 0,0-1 0,1 1 0,-1 0 0,1 0 0,-1 0 0,1 0 0,-1-1 0,1 1 0,-1 0 0,1 0 0,-1 0 0,1 0 0,-1 0 0,1 0 0,-1 0 0,1 0 0,-1 1 0,0-1 0,1 0 0,-1 0 0,1 0 0,-1 0 0,1 1 0,-1-1 0,1 0 0,-1 0 0,0 1 0,1-1 0,-1 0 0,0 1 0,1-1 0,-1 0 0,0 1 0,1-1 0,-1 1 0,0-1 0,0 0 0,1 1 0,-1-1 0,0 1 0,0-1 0,0 1 0,0-1 0,0 1 0,0 0 0,0 26 0,-1-21 0,-9 69 0,5-43 0,2-1 0,0 1 0,4 58 0,1-71 0,1 0 0,1 0 0,1-1 0,12 35 0,-14-47 0,0 0 0,0 0 0,1-1 0,0 1 0,0-1 0,0 0 0,9 9 0,-10-12 0,0 1 0,0-1 0,1 0 0,-1 0 0,1 0 0,-1 0 0,1-1 0,0 0 0,0 1 0,-1-1 0,1 0 0,0-1 0,0 1 0,4-1 0,-3 0 0,0-1 0,-1 1 0,1-1 0,-1 0 0,1 0 0,-1-1 0,1 0 0,-1 1 0,0-1 0,0-1 0,0 1 0,0-1 0,0 1 0,-1-1 0,1 0 0,-1 0 0,1-1 0,-1 1 0,0-1 0,-1 1 0,6-9 0,0-2 0,-1-1 0,0 1 0,0-1 0,-2-1 0,5-15 0,-5 9 0,0-1 0,-1 0 0,-2 0 0,0-1 0,-1 1 0,-3-26 0,0 34 0,0 0 0,-1 0 0,0 0 0,-1 1 0,-1-1 0,0 1 0,-1 0 0,0 1 0,-1-1 0,-13-17 0,15 25-45,0 0-1,1 1 1,-2 0-1,1 0 1,-1 0-1,1 1 1,-1 0-1,0 0 1,-1 0-1,1 1 1,-1 0-1,0 0 1,1 1-1,-1 0 1,0 0-1,-1 0 1,1 1-1,0 0 1,0 0-1,0 1 1,-1 0-1,1 0 1,0 1-1,0 0 0,-1 0 1,1 1-1,0 0 1,0 0-1,-8 4 1,-1 3-6781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6:24.37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77 50 24575,'3'-3'0,"7"-11"0,5-2 0,1 4 0,-7 8 0,-7 7 0,-8 6 0,-5 2 0,-4 2 0,-3-1 0,-1-3 0,3-6 0,0-3 0,4-5 0,3-5 0,3-4 0,4-2 0,0 1-8191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6:24.55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98 1 24575,'3'0'0,"1"3"0,0 4 0,-4 4 0,-2 4 0,-3 5 0,-2 5 0,-2 8 0,-2 8 0,-4 9 0,-1 5 0,-1 3 0,2 1 0,3-10-8191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6:24.85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94 1 24575,'0'3'0,"0"4"0,0 4 0,0 3 0,0 3 0,0 1 0,-3-3 0,-1 0 0,-3-3 0,-4-3 0,-2-7 0,-3-6 0,2-6 0,3-5 0,3-2 0,4-1 0,1 5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6:25.50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0 319 24575,'1'-7'0,"1"0"0,0 0 0,0 0 0,0 0 0,1 0 0,0 1 0,0-1 0,5-6 0,2-7 0,67-131 0,-65 136 0,-12 15 0,0 0 0,0 0 0,1 0 0,-1 0 0,0 0 0,0 0 0,0 0 0,1 0 0,-1 0 0,0 0 0,0 0 0,0 1 0,1-1 0,-1 0 0,0 0 0,0 0 0,0 0 0,1 0 0,-1 0 0,0 1 0,0-1 0,0 0 0,0 0 0,0 0 0,1 0 0,-1 1 0,0-1 0,0 0 0,0 0 0,0 0 0,0 1 0,0-1 0,0 0 0,0 0 0,0 1 0,0-1 0,0 0 0,0 0 0,0 1 0,2 35 0,-2-28 0,-3 55 0,1-20 0,4 48 0,-1-79 0,1-1 0,-1 1 0,2-1 0,0 0 0,0 0 0,1 0 0,0 0 0,1-1 0,7 12 0,-10-18 0,0-1 0,0 0 0,1 0 0,-1 0 0,1 0 0,0 0 0,0-1 0,0 1 0,0-1 0,1 0 0,-1 1 0,7 1 0,-9-3 0,1-1 0,0 0 0,-1 1 0,1-1 0,0 0 0,0 0 0,-1 0 0,1 0 0,0-1 0,-1 1 0,1 0 0,0-1 0,-1 1 0,1-1 0,0 0 0,-1 1 0,1-1 0,-1 0 0,0 0 0,1 0 0,-1 0 0,1 0 0,-1 0 0,0-1 0,0 1 0,0 0 0,0-1 0,0 1 0,0-1 0,0 1 0,1-3 0,13-26 0,-1-1 0,-1 0 0,-2-1 0,10-45 0,11-29 0,-31 101 0,1 0 0,0 1 0,0-1 0,0 0 0,0 1 0,1 0 0,5-8 0,-7 12 0,-1 0 0,0 0 0,1-1 0,-1 1 0,0 0 0,1 0 0,-1 0 0,0 0 0,1 0 0,-1 0 0,0 0 0,1 0 0,-1 0 0,1 0 0,-1 0 0,0 0 0,1 0 0,-1 0 0,0 0 0,1 0 0,-1 0 0,1 1 0,-1-1 0,0 0 0,1 0 0,-1 0 0,0 1 0,0-1 0,1 0 0,-1 0 0,0 1 0,0-1 0,1 0 0,-1 0 0,0 1 0,0-1 0,1 0 0,-1 1 0,0-1 0,0 0 0,0 1 0,0-1 0,0 0 0,0 1 0,0-1 0,1 1 0,-1-1 0,0 0 0,0 1 0,6 23 0,-5-21 0,10 54 0,-6-23 0,21 64 0,-23-89 0,1 0 0,0 0 0,0 0 0,1-1 0,0 0 0,0 1 0,1-2 0,0 1 0,1-1 0,-1 0 0,13 9 0,-17-14 0,0 0 0,0-1 0,0 1 0,1-1 0,-1 1 0,0-1 0,1 0 0,-1 0 0,1 0 0,-1 0 0,1-1 0,0 1 0,-1-1 0,1 0 0,0 1 0,-1-1 0,1 0 0,0-1 0,-1 1 0,1 0 0,0-1 0,-1 1 0,1-1 0,-1 0 0,1 0 0,-1 0 0,1 0 0,-1 0 0,0-1 0,1 1 0,2-4 0,0 1 0,-1-1 0,1 0 0,-1 0 0,0 0 0,-1-1 0,1 1 0,-1-1 0,-1 0 0,1 0 0,-1 0 0,0 0 0,2-8 0,2-22 0,-1 0 0,-2-1 0,-2 1 0,-1-1 0,-7-51 0,6 78 0,1 6 0,0 0 0,0 0 0,-1-1 0,1 1 0,-1 0 0,0-1 0,0 1 0,-1 0 0,1 0 0,-1 0 0,0 0 0,0 1 0,0-1 0,-5-5 0,7 9 10,-1-1 0,1 1 0,0 0-1,-1-1 1,1 1 0,-1 0 0,1 0-1,-1-1 1,1 1 0,-1 0 0,1 0-1,0 0 1,-1 0 0,1-1 0,-1 1-1,1 0 1,-1 0 0,1 0 0,-1 0-1,1 0 1,-1 0 0,1 1 0,-1-1-1,1 0 1,-1 0 0,1 0 0,-1 0-1,1 0 1,-1 1 0,1-1 0,0 0-1,-1 0 1,1 1 0,-1 0 0,-9 14-1717,6-1-5119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6:25.87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169 235 24575,'7'-11'0,"-1"0"0,0 0 0,0 0 0,-2-1 0,1 1 0,-1-1 0,2-13 0,-4 19 0,-2 0 0,1 0 0,-1 0 0,1 0 0,-2 0 0,1 0 0,-1 0 0,0 0 0,0 0 0,0 1 0,-1-1 0,0 0 0,0 1 0,-1-1 0,1 1 0,-7-9 0,8 12 0,0 0 0,0 1 0,0-1 0,-1 1 0,1-1 0,0 1 0,-1-1 0,1 1 0,-1 0 0,0 0 0,1 0 0,-1 0 0,0 0 0,0 0 0,0 0 0,0 0 0,0 1 0,0-1 0,1 1 0,-1 0 0,0-1 0,-4 1 0,3 1 0,0-1 0,-1 1 0,1 0 0,0 0 0,0 0 0,0 1 0,0-1 0,0 1 0,0 0 0,0 0 0,1 0 0,-5 3 0,-2 4 0,0 1 0,0 0 0,1 0 0,0 1 0,1 0 0,-6 12 0,6-9 0,0 1 0,1 0 0,1 0 0,0 1 0,1-1 0,0 1 0,2 0 0,0 0 0,0 29 0,2-44 0,0 1 0,0 0 0,0-1 0,0 1 0,0 0 0,0-1 0,1 1 0,-1-1 0,1 1 0,-1-1 0,1 1 0,0-1 0,-1 1 0,1-1 0,0 1 0,0-1 0,0 0 0,0 1 0,0-1 0,0 0 0,0 0 0,0 0 0,1 0 0,-1 0 0,0 0 0,1 0 0,-1-1 0,1 1 0,-1 0 0,1-1 0,2 2 0,2-2 0,1 0 0,-1 0 0,0 0 0,0-1 0,1 0 0,10-3 0,-11 2 0,1 1 0,-1 0 0,0 0 0,12 0 0,-17 1 0,1 0 0,-1 1 0,0-1 0,0 1 0,1-1 0,-1 1 0,0-1 0,0 1 0,1 0 0,-1 0 0,0 0 0,0 0 0,0-1 0,0 1 0,0 1 0,0-1 0,0 0 0,-1 0 0,1 0 0,1 2 0,10 31 0,-7-19 0,-4-9-72,1-1 1,0 0-1,1 0 0,-1 0 0,1 0 0,0 0 0,0 0 0,1-1 1,-1 1-1,1-1 0,0 0 0,0 0 0,0 0 0,1-1 0,-1 0 1,1 1-1,0-2 0,8 5 0,7-2-6754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6:26.13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188 103 24575,'0'-5'0,"0"1"0,-1-1 0,1 0 0,-1 1 0,0-1 0,0 1 0,-1-1 0,1 1 0,-1 0 0,0 0 0,0 0 0,0 0 0,-1 0 0,0 0 0,1 0 0,-1 1 0,0-1 0,-1 1 0,1 0 0,-1 0 0,-5-4 0,6 5 0,0 1 0,0-1 0,-1 1 0,1 0 0,0 0 0,-1 0 0,1 0 0,-1 1 0,1-1 0,0 1 0,-1 0 0,1 0 0,-1 0 0,1 1 0,-1-1 0,1 1 0,-1 0 0,1 0 0,0 0 0,0 0 0,-1 0 0,1 1 0,0 0 0,0-1 0,0 1 0,0 0 0,1 0 0,-5 5 0,3-3 0,0-1 0,1 1 0,-1 0 0,1 1 0,0-1 0,0 1 0,1-1 0,0 1 0,-1 0 0,1 0 0,1 0 0,-1 0 0,1 0 0,0 0 0,0 0 0,0 0 0,1 1 0,0-1 0,0 0 0,0 0 0,1 1 0,0-1 0,0 0 0,0 0 0,0 0 0,5 9 0,1 5 0,2-2 0,1 1 0,0-1 0,1-1 0,23 27 0,-27-34 0,3 3 0,0 0 0,0 1 0,-1 0 0,12 25 0,-20-36 0,0 0 0,0 1 0,0-1 0,0 1 0,0-1 0,0 1 0,-1 0 0,1-1 0,-1 1 0,0 0 0,0-1 0,0 1 0,0 0 0,0-1 0,-1 1 0,1 0 0,-1-1 0,0 1 0,0-1 0,0 1 0,0-1 0,0 1 0,0-1 0,0 0 0,-1 1 0,0-1 0,1 0 0,-1 0 0,0 0 0,0 0 0,0 0 0,0-1 0,0 1 0,0-1 0,-4 3 0,2-2-195,0-1 0,0 1 0,0-1 0,0 1 0,-1-1 0,-4 1 0,-7 0-6631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6:26.35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54 24575,'2'-4'0,"0"0"0,1-1 0,-1 1 0,1 0 0,0 0 0,0 1 0,0-1 0,1 1 0,-1-1 0,1 1 0,0 0 0,0 0 0,5-2 0,-8 4 0,0 1 0,0 0 0,-1 0 0,1 0 0,0 0 0,0 0 0,-1 0 0,1 0 0,0 0 0,-1 0 0,1 1 0,0-1 0,0 0 0,-1 0 0,1 1 0,0-1 0,-1 0 0,1 1 0,0-1 0,-1 0 0,1 1 0,-1-1 0,1 1 0,-1-1 0,1 1 0,-1 0 0,1-1 0,-1 1 0,1-1 0,-1 1 0,0 0 0,1-1 0,-1 1 0,0 0 0,0 0 0,1-1 0,-1 1 0,0 0 0,0 0 0,0-1 0,0 2 0,4 39 0,-4-35 0,3 172 0,-3-81 0,18 146 0,-11-200-682,13 45-1,-11-59-6143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6:26.73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9 323 24575,'-1'-1'0,"0"1"0,1-1 0,-1 1 0,1-1 0,-1 1 0,1-1 0,-1 0 0,1 1 0,-1-1 0,1 0 0,0 0 0,-1 1 0,1-1 0,0 0 0,-1 0 0,1 1 0,0-1 0,0 0 0,0 0 0,0 0 0,0 1 0,0-1 0,0 0 0,0 0 0,0 0 0,0 0 0,1 1 0,-1-1 0,0 0 0,0 0 0,1 1 0,-1-1 0,1 0 0,-1 1 0,1-1 0,-1 0 0,1 1 0,-1-1 0,1 0 0,-1 1 0,1-1 0,0 1 0,-1-1 0,1 1 0,0 0 0,-1-1 0,3 0 0,1-1 0,1-1 0,0 1 0,1 0 0,-1 0 0,10-2 0,30-2 0,56-1 0,19-2 0,-104 7 0,6-1 0,1-1 0,-1 0 0,25-9 0,-43 11 0,1 1 0,-1-1 0,0 1 0,0-1 0,0 0 0,-1-1 0,1 1 0,0-1 0,-1 1 0,0-1 0,1 0 0,-1 0 0,0-1 0,0 1 0,-1-1 0,1 1 0,-1-1 0,0 0 0,0 0 0,0 0 0,0 0 0,1-8 0,-3 7 0,1 0 0,-1 0 0,-1 0 0,1 0 0,-1 0 0,0 0 0,0 0 0,0 0 0,-1 0 0,0 0 0,0 0 0,0 0 0,0 1 0,-1-1 0,0 1 0,0 0 0,0 0 0,0 0 0,-1 0 0,0 1 0,1-1 0,-6-3 0,3 2 0,-1 0 0,1 1 0,-1 0 0,0 0 0,-1 0 0,1 1 0,0 0 0,-1 0 0,0 1 0,1 0 0,-1 0 0,0 1 0,-12-1 0,15 2 0,-1 1 0,1-1 0,0 1 0,-1 0 0,1 1 0,0-1 0,0 1 0,0 0 0,0 0 0,0 0 0,1 1 0,-1 0 0,-7 6 0,6-4 0,1 0 0,0 1 0,0-1 0,1 1 0,0 0 0,0 1 0,0-1 0,1 1 0,-4 8 0,2-1 0,1 1 0,0 0 0,1 0 0,1 0 0,0 0 0,1 0 0,1 0 0,0 1 0,3 16 0,-1-16 0,2 0 0,-1-1 0,2 1 0,0-1 0,1 0 0,1-1 0,0 1 0,1-1 0,0-1 0,11 14 0,-13-19 0,0-1 0,1 0 0,0 0 0,0-1 0,0 0 0,1 0 0,-1 0 0,1-1 0,1 0 0,-1-1 0,1 0 0,0 0 0,0-1 0,0 0 0,0 0 0,0-1 0,1-1 0,9 1 0,-15-1-85,0-1 0,0-1-1,1 1 1,-1-1 0,0 1-1,0-1 1,-1 0 0,1-1-1,0 1 1,0-1 0,0 1-1,-1-1 1,1 0 0,-1 0-1,5-5 1,5-5-6741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6:38.62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 68 24575,'0'-11'0,"-1"7"0,1 0 0,0 0 0,0 0 0,0 0 0,1 0 0,-1 0 0,1 0 0,0 0 0,0 1 0,0-1 0,3-5 0,-4 8 0,0 1 0,0 0 0,1 0 0,-1-1 0,0 1 0,0 0 0,0 0 0,0 0 0,1-1 0,-1 1 0,0 0 0,0 0 0,1 0 0,-1 0 0,0-1 0,0 1 0,1 0 0,-1 0 0,0 0 0,1 0 0,-1 0 0,0 0 0,0 0 0,1 0 0,-1 0 0,0 0 0,1 0 0,-1 0 0,0 0 0,0 0 0,1 0 0,-1 0 0,0 0 0,0 0 0,1 0 0,-1 1 0,0-1 0,1 0 0,-1 0 0,0 0 0,0 0 0,0 1 0,1-1 0,-1 0 0,0 0 0,0 0 0,0 1 0,1-1 0,-1 0 0,0 0 0,0 1 0,0-1 0,0 0 0,0 0 0,1 1 0,6 17 0,-2 16 0,-1-1 0,-1 1 0,-3 41 0,1 6 0,18 703-369,-4-106 72,2 960 897,-18-1242-534,2-397-66,-1-1 0,0 0 0,1 1 0,-1-1 0,1 0 0,0 1 0,-1-1 0,1 1 0,0-1 0,0 1 0,0-1 0,0 1 0,0 0 0,1 0 0,-1-1 0,0 1 0,0 0 0,1 0 0,-1 0 0,1 0 0,-1 0 0,1 1 0,-1-1 0,1 0 0,2 0 0,6-3 0,1 1 0,19-3 0,-28 5 0,101-13 0,146-2 0,-178 13 0,1311-10-1844,-917 15 1438,-388-2 241,0 2 166,93-12 1,-166 10 59,0 0 13,0-1 1,0 1 0,-1-1 0,1 0-1,0 0 1,-1 0 0,1 0 0,0 0 0,-1-1-1,5-2 1,-8 4-52,0-1-1,0 1 1,0 0-1,0 0 1,0-1 0,0 1-1,1 0 1,-1 0-1,0-1 1,0 1-1,0 0 1,0 0 0,0-1-1,0 1 1,0 0-1,0 0 1,0-1-1,0 1 1,0 0 0,0-1-1,0 1 1,0 0-1,-1 0 1,1-1-1,0 1 1,0 0 0,0 0-1,0-1 1,0 1-1,0 0 1,-1 0 0,1 0-1,0-1 1,0 1-1,0 0 1,-1 0-1,1 0 1,0 0 0,0-1-1,-1 1 1,1 0-1,0 0 1,0 0-1,-1 0 1,1 0 0,0 0-1,0 0 1,-1 0-1,1 0 1,0 0-1,0 0 1,-1 0 0,1 0-1,0 0 1,-1 0-1,-17-4 177,10 3-150,3 0-47,-1 0 0,0 0 0,1 1 1,-1-1-1,1 1 0,-1 1 0,-9 1 0,14 0-2,1 0 0,0 1 0,0-1 0,0 0 0,0 0 0,0 1 0,1-1 0,-1 0 0,1 0 0,-1 0 0,2 3 0,0 3 0,7 100 0,-4-29 0,20 244 0,-21-231-1365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6:39.91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1 991 24575,'8'-10'0,"0"-1"0,0 0 0,-1-1 0,-1 1 0,0-2 0,0 1 0,5-17 0,5-12 0,122-226 0,-101 206 0,3 2 0,59-67 0,-68 92 0,2 1 0,1 2 0,1 1 0,56-36 0,-60 47 0,0 1 0,2 2 0,0 1 0,1 2 0,0 1 0,49-10 0,-49 15 0,0 2 0,1 1 0,-1 2 0,1 1 0,0 2 0,-1 1 0,1 2 0,-1 1 0,0 2 0,-1 1 0,1 2 0,-1 1 0,-1 2 0,47 25 0,-9 1 0,74 56 0,-117-75 0,-2 1 0,-1 0 0,0 2 0,-2 1 0,33 45 0,-45-53 0,-1 1 0,-1-1 0,-1 2 0,0-1 0,-1 1 0,-1 0 0,-1 0 0,0 0 0,1 24 0,-2 5 0,-2 1 0,-8 67 0,7-110-124,-1-1 0,1 1 0,-1-1 0,0 1 0,0-1 0,-1 0-1,1 1 1,-1-1 0,0 0 0,-2 5 0,-4-1-6702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6:40.35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24575,'20'1'0,"-1"1"0,31 7 0,2 1 0,702 55-104,-686-61 23,988 34-2348,-1033-39-3148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6:40.94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41 24575,'1'-1'0,"-1"0"0,1 0 0,0 1 0,0-1 0,-1 0 0,1 0 0,0 1 0,0-1 0,0 0 0,0 1 0,0-1 0,0 1 0,0-1 0,0 1 0,0-1 0,0 1 0,0 0 0,0 0 0,0-1 0,0 1 0,0 0 0,0 0 0,0 0 0,0 0 0,0 0 0,0 0 0,1 1 0,-1-1 0,0 0 0,0 0 0,0 1 0,0-1 0,0 1 0,0-1 0,0 1 0,0-1 0,1 2 0,0 0 0,0 0 0,-1 0 0,1 1 0,0-1 0,-1 1 0,0-1 0,0 0 0,1 1 0,-1 0 0,-1-1 0,1 1 0,0 0 0,-1-1 0,1 4 0,1 37 0,-2-31 0,1 1 0,0-1 0,1 1 0,0-1 0,0 0 0,9 23 0,-7-26 0,0 0 0,1-1 0,0 1 0,0-1 0,0 0 0,1-1 0,0 1 0,1-1 0,0-1 0,0 1 0,0-1 0,1 0 0,0-1 0,0 0 0,0 0 0,1 0 0,0-1 0,0-1 0,0 0 0,0 0 0,0 0 0,0-1 0,1-1 0,-1 1 0,1-2 0,0 1 0,-1-1 0,1-1 0,-1 0 0,12-2 0,-10 0 0,1 0 0,-1-1 0,0 0 0,0-1 0,0 0 0,-1-1 0,0 0 0,0-1 0,0 0 0,-1 0 0,0-1 0,-1 0 0,1-1 0,11-15 0,-15 15 0,1 1 0,-1-1 0,0 0 0,-1 0 0,0 0 0,0-1 0,-1 1 0,0-1 0,-1 0 0,0 0 0,0 0 0,-1 0 0,-1 0 0,0 0 0,0 0 0,-1 0 0,-3-16 0,3 21 0,0 1 0,-1 0 0,1 0 0,-1 0 0,0 0 0,0 0 0,-1 1 0,1-1 0,-1 0 0,0 1 0,-6-6 0,8 7 0,-1 1 0,0-1 0,0 1 0,0 0 0,0-1 0,0 1 0,0 0 0,0 0 0,0 1 0,-1-1 0,1 0 0,0 1 0,0-1 0,-1 1 0,1 0 0,0-1 0,-1 1 0,1 0 0,0 1 0,-1-1 0,1 0 0,0 1 0,-4 0 0,-4 6-1365,6 2-5461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6:41.44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 28 24575,'-1'50'0,"-1"-28"0,2 0 0,0 1 0,7 35 0,-5-51 0,0 0 0,0 0 0,1-1 0,0 1 0,1-1 0,-1 0 0,1 0 0,0 0 0,1-1 0,-1 1 0,1-1 0,0 0 0,1 0 0,-1-1 0,1 1 0,0-1 0,0-1 0,11 6 0,-8-4 0,1-1 0,1 0 0,-1-1 0,1 0 0,-1-1 0,1 0 0,0 0 0,0-1 0,-1-1 0,1 0 0,18-2 0,-25 2 0,0-1 0,0 0 0,0 0 0,0 0 0,0 0 0,0-1 0,0 1 0,0-1 0,0 0 0,-1-1 0,1 1 0,-1 0 0,1-1 0,-1 0 0,0 0 0,0 0 0,3-4 0,-3 2 0,-1 0 0,1 0 0,-1 0 0,0 0 0,0 0 0,-1-1 0,1 1 0,-1 0 0,0-1 0,-1 1 0,1-10 0,-2-5 0,-1 0 0,-1 0 0,-1 0 0,-1 1 0,0-1 0,-9-18 0,10 28-341,0 0 0,0 1-1,-10-14 1,2 6-6485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6:42.16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19 24575,'3'0'0,"1"-3"0,0-4 0,2-1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6:42.74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92 24575,'0'-92'0,"1"110"0,0-1 0,2 0 0,0-1 0,1 1 0,6 17 0,35 81 0,-31-84 0,2 0 0,1-1 0,1 0 0,2-2 0,30 36 0,-33-46 0,1 0 0,0-1 0,1-2 0,1 1 0,0-2 0,1-1 0,1-1 0,29 13 0,-3-7 0,0-3 0,2-1 0,0-3 0,0-2 0,1-2 0,74 1 0,-49-8 0,1-4 0,-1-3 0,124-28 0,-167 27 0,-1 0 0,0-3 0,-1 0 0,0-2 0,-1-2 0,30-18 0,-48 25 0,0 0 0,-1-1 0,0 0 0,0-1 0,-1 0 0,-1-1 0,1 0 0,-2 0 0,0-1 0,0 0 0,-1 0 0,0-1 0,-1 0 0,-1 0 0,0 0 0,5-23 0,-5 1 0,-1-1 0,-2-36 0,4-32 0,-6 104 3,2-29 335,-5 15-698,3 14 326,0 0-1,0 0 1,0 0-1,0-1 1,0 1-1,0 0 1,0 0-1,-1 0 1,1 0-1,0-1 1,0 1-1,0 0 1,0 0-1,-1 0 1,1 0-1,0 0 0,0-1 1,0 1-1,-1 0 1,1 0-1,0 0 1,0 0-1,0 0 1,-1 0-1,1 0 1,0 0-1,0 0 1,-1 0-1,1 0 1,0 0-1,0 0 1,0 0-1,-1 0 1,1 0-1,0 0 0,0 0 1,-1 0-1,1 0 1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6:43.88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 73 24575,'-1'-17'0,"0"15"0,1-1 0,0 1 0,0 0 0,0-1 0,0 1 0,0 0 0,0 0 0,1-1 0,0-2 0,-1 4 0,1 0 0,0 1 0,-1-1 0,1 0 0,0 0 0,0 0 0,-1 1 0,1-1 0,0 0 0,0 1 0,0-1 0,0 0 0,0 1 0,0 0 0,0-1 0,0 1 0,0-1 0,0 1 0,0 0 0,1 0 0,-1 0 0,0 0 0,2 0 0,200-2 0,-107 4 0,-41-1 0,-23 1 0,1-2 0,47-6 0,-66 2 0,-19-1 0,-24 0 0,26 5 0,0-1 0,0 1 0,-1 0 0,1 1 0,0-1 0,0 0 0,0 1 0,-1 0 0,1-1 0,0 1 0,0 0 0,0 1 0,0-1 0,0 1 0,1-1 0,-1 1 0,0 0 0,1 0 0,-1 0 0,1 0 0,0 0 0,0 1 0,-1-1 0,1 1 0,1-1 0,-1 1 0,0 0 0,1 0 0,0 0 0,-1 0 0,0 5 0,-30 68 0,25-63 0,1 0 0,0 1 0,1 0 0,0 0 0,1 0 0,1 0 0,0 1 0,0 17 0,2-22 0,1 0 0,1-1 0,0 1 0,0-1 0,4 15 0,-4-20 0,1 0 0,0-1 0,0 1 0,0 0 0,0-1 0,1 0 0,-1 1 0,1-1 0,0 0 0,0 0 0,0-1 0,0 1 0,0-1 0,1 1 0,4 2 0,1-1 0,-1 0 0,1-1 0,0 0 0,0 0 0,0-1 0,1 0 0,-1-1 0,0 0 0,1 0 0,-1-1 0,11-1 0,-12 1 0,1-1 0,-1-1 0,0 1 0,-1-1 0,1 0 0,0-1 0,0 0 0,-1 0 0,0 0 0,0-1 0,0 0 0,0-1 0,7-6 0,-11 8 24,0 0-1,-1 0 1,1 0-1,-1-1 1,0 1-1,0-1 1,0 0-1,0 1 0,-1-1 1,0 0-1,1 0 1,-1 0-1,0-8 1,1-2-324,-2-1 0,-1-23 1,0 22-496,0 0-6031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6:44.37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4 24575,'474'0'0,"-474"0"-25,0 0 1,0 0-1,0-1 0,0 1 0,0 0 0,0 0 0,-1 0 1,1 0-1,0 0 0,0 0 0,0 0 0,0 0 1,0-1-1,1 1 0,-1 0 0,0 0 0,0 0 0,0 0 1,0 0-1,0 0 0,0 0 0,0 0 0,0-1 0,0 1 1,0 0-1,0 0 0,0 0 0,0 0 0,0 0 1,0 0-1,0 0 0,1 0 0,-1 0 0,0 0 0,0 0 1,0 0-1,0 0 0,0-1 0,0 1 0,0 0 0,0 0 1,0 0-1,1 0 0,-1 0 0,0 0 0,0 0 1,0 0-1,0 0 0,0 0 0,0 0 0,0 0 0,1 0 1,-1 0-1,0 1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6:44.88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 22 24575,'-1'52'0,"-1"-20"0,5 52 0,-2-76 0,0 0 0,0 0 0,1 0 0,0 0 0,1 0 0,0 0 0,0-1 0,0 1 0,1-1 0,0 0 0,7 9 0,-5-10 0,1 0 0,-1-1 0,1 1 0,0-1 0,1-1 0,-1 1 0,1-1 0,-1-1 0,1 0 0,1 0 0,-1 0 0,0-1 0,0 0 0,13 1 0,1-1 0,0 0 0,0-1 0,0-2 0,31-4 0,-43 4 0,-1-1 0,0 0 0,0 0 0,-1-1 0,1 0 0,0-1 0,-1 0 0,0 0 0,0 0 0,0-1 0,0-1 0,-1 1 0,0-1 0,0-1 0,-1 1 0,0-1 0,0 0 0,0-1 0,-1 1 0,0-1 0,0 0 0,-1 0 0,0-1 0,-1 1 0,1-1 0,-2 0 0,1 0 0,-1 0 0,1-17 0,-3 20 0,-1 0 0,1 0 0,-1 1 0,-1-1 0,1 1 0,-1-1 0,0 1 0,0 0 0,0-1 0,-1 1 0,0 0 0,0 1 0,0-1 0,-1 0 0,0 1 0,0 0 0,0 0 0,0 0 0,0 0 0,-9-5 0,5 4 0,0-1 0,-1 2 0,1-1 0,-1 1 0,0 0 0,-1 1 0,1 0 0,-1 0 0,1 1 0,-1 0 0,-11 0 0,18 2 33,2-1-99,-1 1-1,1 0 1,-1 0-1,1 0 0,-1 0 1,1 0-1,-1 0 1,1 0-1,-1 0 0,1 1 1,-1-1-1,1 1 1,0-1-1,-1 1 0,1-1 1,0 1-1,-1 0 1,1 0-1,0-1 1,-2 3-1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6:45.19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 42 24575,'-1'0'0,"1"0"0,0 0 0,0 1 0,0-1 0,-1 0 0,1 0 0,0 0 0,0 0 0,-1 0 0,1 0 0,0 0 0,0 0 0,-1 0 0,1 0 0,0-1 0,0 1 0,0 0 0,-1 0 0,1 0 0,0 0 0,0 0 0,0 0 0,-1 0 0,1 0 0,0-1 0,0 1 0,0 0 0,-1 0 0,1 0 0,0-1 0,0 1 0,0 0 0,0 0 0,0 0 0,0-1 0,-1 1 0,1 0 0,0 0 0,0-1 0,6-8 0,14-5 0,-3 10 0,0 0 0,0 2 0,0 0 0,0 0 0,0 2 0,32 3 0,-4-2 0,32 0-1365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7:55.17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770 1 24575,'-1'0'0,"-1"1"0,0-1 0,0 1 0,0-1 0,0 1 0,1 0 0,-1 0 0,0 0 0,1 0 0,-1 0 0,1 0 0,-1 1 0,1-1 0,0 0 0,-1 1 0,-1 2 0,-17 28 0,15-22 0,1 1 0,0 1 0,1-1 0,0 1 0,0-1 0,0 16 0,-1 74 0,3-29 0,-160 1414-582,-37-494 455,-3 17 137,191-946-12,-95 707-50,95-664 343,5 124-1,5-221-265,0 0 0,2 1-1,-1-1 1,1 0 0,0 0 0,5 12-1,-6-19-24,0 0 0,0 0 0,-1-1 0,1 1 0,0 0 0,0-1 0,1 1 0,-1-1 0,0 1 0,0-1 0,1 0 0,-1 1 0,1-1 0,-1 0 0,1 0 0,0 0 0,-1 0 0,1 0 0,0-1 0,0 1 0,-1 0 0,1-1 0,0 0 0,0 1 0,0-1 0,0 0 0,0 0 0,0 0 0,0 0-1,0 0 1,-1 0 0,1 0 0,0-1 0,0 1 0,0-1 0,0 1 0,1-2 0,16-6 0,0-2 0,30-20 0,14-6 0,-30 21 5,0 2 0,1 2 0,1 1 0,0 1 0,0 2 0,50-4 0,223 6-95,-222 6 1,975 26-4720,-568-11 3490,438 17-1432,1244 73 2625,-2153-105 107,137 7-108,743 22 9,-881-31 143,26 1 154,77-10 0,-121 9-34,1 1 0,0-1 0,-1 0 0,1 0 1,-1 0-1,1 0 0,-1-1 0,0 1 0,0-1 1,1 0-1,4-4 0,-8 6-95,1-1-1,-1 1 1,0-1-1,1 1 1,-1-1-1,0 0 1,1 1 0,-1-1-1,0 1 1,0-1-1,0 0 1,1 1-1,-1-1 1,0 0 0,0 1-1,0-1 1,0 1-1,0-1 1,0 0-1,0 1 1,-1-1 0,1 0-1,0 1 1,0-2-1,-2 0 113,1 0 1,0 0-1,0 0 0,-1 0 0,1 0 0,-1 1 0,0-1 0,1 0 0,-1 1 1,-2-2-1,-42-27-341,-8 0-3568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7:55.87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16 24575,'-1'-6'0,"2"-1"0,11 5 0,15 3 0,0 1 0,0 2 0,38 10 0,4 1 0,1209 163-2957,7-64 0,200-18-133,-1361-89 3127,-120-7-6,174 17 1605,-177-17-1574,6 1 292,1 1 0,-1-1 0,1 2-1,-1-1 1,8 4 0,-13-5-272,-1-1 0,0 1 0,0 0-1,0 0 1,1-1 0,-1 1 0,0 0 0,0 0 0,0 0 0,0 0 0,-1 1-1,1-1 1,0 0 0,0 0 0,-1 0 0,1 1 0,0-1 0,-1 0-1,0 1 1,1-1 0,-1 1 0,0-1 0,1 0 0,-1 1 0,0-1 0,0 1-1,0-1 1,0 1 0,-1-1 0,1 0 0,0 1 0,-1-1 0,0 2-1,-5 13 335,0 1 0,-2-2 0,0 1-1,-12 17 1,-14 25-174,3 12-327,2 1 0,4 2 0,2 1-1,5 0 1,2 2 0,-6 81 0,-3 466-1988,65 399 1748,49-2 360,-85-974-43,6 52-206,27 346-509,-33-1 659,-5-423 109,-10 98 403,10-106-196,-2 0 0,1-1 0,-2 1 1,1-1-1,-1 0 0,-1 0 0,-9 14 0,14-23-205,-1-1-1,0 0 0,0 0 0,0 0 0,0 0 1,0 1-1,0-1 0,0-1 0,0 1 0,0 0 0,-2 1 1,2-2-73,1 0 0,-1 0-1,0 0 1,1 1 0,-1-1 0,0 0 0,1 0 0,-1 0 0,1 0 0,-1-1 0,0 1 0,1 0 0,-1 0 0,0 0 0,1 0 0,-1-1-1,1 1 1,-1 0 0,0 0 0,1-1 0,-1 1 0,1-1 0,-1 1 0,0-1 0,-11-13-6599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7:56.78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14 538 24575,'-13'-10'0,"16"26"0,-1-8 0,11 45 0,-2 1 0,-2 0 0,2 67 0,-17 165 0,-22-37 0,35-263 0,4-15 0,149-624-342,-122 476 212,-12 56 28,43-170 110,-66 281-8,-2 4 0,0 1 0,1-1 0,0 0 0,0 0 0,0 1 0,1 0 0,0-1 0,0 1 0,0 0 0,1 0 0,4-5 0,-7 10 0,-1 0 0,1-1 0,-1 1 0,1-1 0,-1 1 0,1 0 0,0 0 0,-1-1 0,1 1 0,0 0 0,-1 0 0,1 0 0,0 0 0,-1 0 0,1 0 0,0 0 0,-1 0 0,1 0 0,-1 0 0,1 0 0,0 0 0,-1 0 0,1 1 0,0-1 0,-1 0 0,1 0 0,-1 1 0,1-1 0,0 1 0,-1-1 0,1 0 0,-1 1 0,1 0 0,14 21 0,-5 4 106,0 0 0,-2 1 0,-1 0 0,5 44 0,-5-37-70,100 917-36,-96-802-1365,-7-100-5461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7:56.96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48 110 24575,'-6'-12'0,"-5"-8"0,-4-3 0,4 2 0,6 5 0,8 5 0,10 4 0,11 7 0,11 3 0,9 2 0,10-1 0,7-1 0,7-4 0,-9-2-8191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7:57.34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239 621 24575,'-1'-1'0,"1"0"0,-1 0 0,1 0 0,0-1 0,-1 1 0,0 0 0,1 0 0,-1 0 0,0 0 0,1 0 0,-1 0 0,0 0 0,0 0 0,0 1 0,0-1 0,0 0 0,0 0 0,0 1 0,0-1 0,0 1 0,0-1 0,-1 1 0,-1-1 0,0-1 0,0 1 0,-1 0 0,1 0 0,0 1 0,-1-1 0,1 1 0,-5-1 0,4 2 0,0 0 0,0 0 0,0 0 0,1 1 0,-1-1 0,0 1 0,1 0 0,-1 0 0,1 1 0,0-1 0,0 0 0,0 1 0,0 0 0,-3 4 0,-6 7 0,-17 26 0,28-39 0,-11 18 0,0 0 0,1 1 0,1 0 0,1 1 0,1 0 0,1 0 0,1 1 0,1 0 0,-3 26 0,7-44 0,1 0 0,0-1 0,0 1 0,0 0 0,1 0 0,-1 0 0,1-1 0,0 1 0,0 0 0,0-1 0,1 1 0,2 5 0,-4-9 0,1 1 0,-1 0 0,1 0 0,0 0 0,0-1 0,-1 1 0,1 0 0,0-1 0,0 1 0,0-1 0,0 1 0,0-1 0,0 1 0,0-1 0,0 0 0,-1 0 0,1 1 0,0-1 0,2 0 0,-1 0 0,0 0 0,0 0 0,0-1 0,0 1 0,0-1 0,0 1 0,0-1 0,0 0 0,0 0 0,0 0 0,0 0 0,2-1 0,3-3 0,0-1 0,-1 1 0,0-1 0,0 0 0,0-1 0,-1 1 0,0-1 0,0 0 0,-1 0 0,0-1 0,4-9 0,4-13 0,13-49 0,-23 71 0,21-85 0,13-110 0,-4-98 0,-17 153 0,-13 130 0,-2 18 0,0 0 0,0 0 0,0 0 0,0 0 0,0 0 0,0 0 0,1 0 0,-1 0 0,0 0 0,0 0 0,0 0 0,0 0 0,0 0 0,0 0 0,0 0 0,0 0 0,0 0 0,0 0 0,0 0 0,0 0 0,0 0 0,0 0 0,0 0 0,0 0 0,0-1 0,0 1 0,1 0 0,-1 0 0,0 0 0,0 0 0,0 0 0,0 0 0,0 0 0,0 0 0,0 0 0,0 0 0,0 0 0,1 30 0,-9 197 151,-3 156-23,32-1-1772,-15-331-5182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7:57.76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282 385 24575,'8'-17'0,"-2"0"0,0-1 0,-1 0 0,-1 1 0,-1-2 0,-1 1 0,0 0 0,-1-1 0,-1 1 0,0-1 0,-2 1 0,0 0 0,-1 0 0,-11-33 0,13 45 0,-2 1 0,1-1 0,-1 1 0,1 0 0,-1 0 0,-1 0 0,1 0 0,-1 1 0,0 0 0,0-1 0,0 1 0,0 0 0,-9-5 0,10 8 0,0-1 0,0 1 0,0 0 0,0 0 0,-1 0 0,1 0 0,0 0 0,-1 1 0,1 0 0,0-1 0,-1 1 0,1 0 0,-1 1 0,1-1 0,0 1 0,-1-1 0,1 1 0,0 0 0,0 0 0,-1 1 0,1-1 0,0 1 0,0-1 0,-4 4 0,-3 3 0,1-1 0,0 2 0,0-1 0,1 1 0,0 1 0,0-1 0,1 1 0,0 0 0,1 1 0,0 0 0,-6 18 0,1 1 0,1 0 0,2 0 0,-7 43 0,0 57 0,14-115 0,1 0 0,1 0 0,0 0 0,1 0 0,0 0 0,8 23 0,-9-35 0,0 1 0,0-1 0,1 0 0,0 0 0,-1 0 0,1 0 0,0 0 0,1 0 0,-1 0 0,0-1 0,1 1 0,0-1 0,-1 0 0,1 1 0,0-1 0,0-1 0,0 1 0,0 0 0,1-1 0,-1 1 0,0-1 0,5 1 0,-4-1 0,1-1 0,-1 0 0,0 0 0,1 0 0,-1 0 0,0-1 0,0 1 0,1-1 0,-1 0 0,0 0 0,0-1 0,0 0 0,0 1 0,0-1 0,-1 0 0,1-1 0,0 1 0,3-4 0,5-5 0,0-1 0,-1 0 0,0-1 0,-1 0 0,-1 0 0,0-1 0,0 0 0,-2-1 0,7-17 0,7-22 0,15-68 0,-33 108 0,9-15 0,-12 29 0,0 0 0,0 0 0,0 0 0,0 0 0,0 0 0,0 0 0,0 0 0,0 0 0,0 0 0,0 0 0,0 0 0,0 1 0,0-1 0,0 0 0,0 0 0,0 0 0,0 0 0,0 0 0,0 0 0,0 0 0,0 0 0,0 0 0,0 0 0,0 1 0,0-1 0,0 0 0,0 0 0,0 0 0,0 0 0,0 0 0,0 0 0,0 0 0,1 0 0,-1 0 0,0 0 0,0 0 0,0 0 0,0 0 0,0 0 0,0 0 0,0 0 0,0 0 0,0 0 0,0 0 0,0 0 0,1 0 0,-1 0 0,0 0 0,0 0 0,0 0 0,0 0 0,0 0 0,0 0 0,0 0 0,0 0 0,0 0 0,0 0 0,1 0 0,-1 0 0,0 0 0,0 0 0,0 0 0,0 0 0,0 0 0,0 0 0,0 0 0,0 0 0,0 0 0,0-1 0,0 21 0,-5 22 0,-1 4 0,1 52 0,5-85 0,1 0 0,0 0 0,1 0 0,0-1 0,1 1 0,0-1 0,1 1 0,11 21 0,1-10-1365,0-7-5461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7:58.13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1 241 24575,'0'-10'0,"0"0"0,1 0 0,0 1 0,1-1 0,5-17 0,-7 27 0,0 0 0,0 0 0,0 0 0,0 0 0,0 1 0,0-1 0,0 0 0,0 0 0,0 0 0,0 0 0,0 0 0,0 0 0,0 0 0,0 0 0,0 0 0,0 0 0,1 0 0,-1 0 0,0 0 0,0 0 0,0 0 0,0 0 0,0 0 0,0 0 0,0 0 0,0 0 0,0 0 0,0 0 0,0 0 0,0 0 0,0 0 0,0 0 0,0 0 0,0 0 0,0 0 0,1 0 0,-1 0 0,0 0 0,0 0 0,0 0 0,0 0 0,0 0 0,0 0 0,0 0 0,0 0 0,0 0 0,0 0 0,0 0 0,0 0 0,0 0 0,0 0 0,0 0 0,0 0 0,0 0 0,0 0 0,0-1 0,3 12 0,-1 14 0,22 333 0,-14-288 0,3-1 0,3 0 0,26 72 0,-31-114 0,-11-27 0,0 0 0,0 1 0,0-1 0,0 0 0,0 0 0,0 0 0,0 1 0,0-1 0,0 0 0,1 0 0,-1 0 0,0 1 0,0-1 0,0 0 0,0 0 0,0 0 0,0 0 0,0 1 0,0-1 0,1 0 0,-1 0 0,0 0 0,0 0 0,0 0 0,0 0 0,0 1 0,1-1 0,-1 0 0,0 0 0,0 0 0,0 0 0,1 0 0,-1 0 0,0 0 0,0 0 0,0 0 0,0 0 0,1 0 0,-1 0 0,0 0 0,0 0 0,0 0 0,1 0 0,-1 0 0,0 0 0,0 0 0,1 0 0,1-12 0,-4-21 0,-10-89 0,-24-328 0,35 424 0,0-217 0,1 237 0,0 0 0,1 1 0,0-1 0,0 0 0,3-7 0,-4 12 0,0 0 0,0 1 0,1-1 0,-1 0 0,1 1 0,-1-1 0,0 1 0,1-1 0,-1 0 0,1 1 0,-1-1 0,1 1 0,-1 0 0,1-1 0,0 1 0,-1-1 0,1 1 0,0 0 0,-1-1 0,2 1 0,-1 0 0,0 0 0,0 0 0,0 0 0,0 0 0,0 0 0,0 1 0,0-1 0,0 0 0,0 1 0,0-1 0,0 0 0,0 1 0,0 0 0,0-1 0,0 1 0,0-1 0,-1 1 0,2 1 0,10 8 0,-1 1 0,-1 1 0,0 0 0,0 0 0,-1 1 0,-1 0 0,0 1 0,0 0 0,-2 0 0,0 1 0,0-1 0,-2 1 0,0 0 0,0 1 0,1 21 0,-5-30-50,0 1-1,-1-1 1,0 1-1,0-1 0,-1 1 1,0-1-1,0 0 1,0 0-1,-1 0 1,0 0-1,-1 0 0,0-1 1,0 0-1,0 1 1,-1-1-1,0-1 1,0 1-1,0-1 0,-1 0 1,1 0-1,-1 0 1,0-1-1,-1 0 1,1 0-1,-1-1 1,-12 5-1,-7 2-6775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7:58.33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54 24575,'2'-5'0,"1"0"0,0 1 0,0-1 0,1 1 0,-1 0 0,1 0 0,0 0 0,0 0 0,1 1 0,-1 0 0,9-5 0,-12 8 0,-1 0 0,1 0 0,-1 0 0,1 0 0,0 0 0,-1 0 0,1 0 0,-1 0 0,1 0 0,0 0 0,-1 0 0,1 1 0,-1-1 0,1 0 0,-1 0 0,1 1 0,-1-1 0,1 0 0,-1 1 0,1-1 0,-1 1 0,1-1 0,-1 1 0,0-1 0,1 1 0,-1-1 0,0 1 0,1-1 0,-1 1 0,0-1 0,0 1 0,1-1 0,-1 1 0,0 0 0,0-1 0,0 1 0,5 26 0,-5-24 0,6 182 0,-2-45 0,19 161 199,-10-155-1763,-7-80-5262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7:58.66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28 365 24575,'-9'-21'0,"5"14"0,1 0 0,0 0 0,1-1 0,-3-12 0,4 19 0,1 0 0,0 0 0,0 0 0,0 0 0,0 0 0,0 0 0,0 0 0,0 0 0,0 0 0,0-1 0,1 1 0,-1 0 0,0 0 0,1 0 0,-1 0 0,1 0 0,-1 0 0,1 0 0,-1 1 0,1-1 0,0 0 0,0 0 0,-1 0 0,1 0 0,0 1 0,0-1 0,0 0 0,0 1 0,0-1 0,0 1 0,-1-1 0,2 1 0,-1-1 0,0 1 0,0 0 0,0 0 0,0-1 0,1 1 0,17-2 0,0 1 0,0 1 0,34 4 0,-8-1 0,0-1 0,73-7 0,-103 4 0,-1-1 0,0-1 0,1-1 0,-1 0 0,-1 0 0,1-2 0,-1 1 0,0-2 0,14-8 0,-23 12 0,-1 1 0,1-1 0,-1 0 0,1 0 0,-1 0 0,0-1 0,0 1 0,-1-1 0,1 1 0,-1-1 0,1 0 0,-1 0 0,-1 0 0,1 0 0,0-1 0,-1 1 0,0 0 0,0-1 0,0 1 0,0-6 0,-2 5 0,1-1 0,0 1 0,-1 0 0,0-1 0,-1 1 0,1 0 0,-1 0 0,0 0 0,0 0 0,0 0 0,-1 0 0,0 0 0,0 1 0,-6-8 0,5 8 0,0-1 0,-1 1 0,1 0 0,-1 1 0,1-1 0,-1 1 0,0 0 0,-1 0 0,1 0 0,0 1 0,-1 0 0,1 0 0,-11-2 0,12 3 0,-1 1 0,0 0 0,1 0 0,-1 0 0,0 0 0,1 1 0,-1-1 0,1 1 0,-1 0 0,1 1 0,-1-1 0,1 1 0,0 0 0,-1 0 0,1 0 0,0 1 0,1-1 0,-1 1 0,-4 4 0,0 1 0,1 1 0,-1 0 0,2 0 0,0 1 0,0-1 0,0 1 0,1 0 0,1 1 0,0-1 0,0 1 0,1 0 0,0 0 0,1 0 0,-1 23 0,1-11 0,2 1 0,0-1 0,2 0 0,1 0 0,1 1 0,8 29 0,-5-30-455,2-1 0,19 38 0,-5-19-6371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7:58.97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55 111 24575,'3'-20'0,"-3"16"0,0 0 0,1 0 0,-1 0 0,1-1 0,0 1 0,0 0 0,0 0 0,1 0 0,-1 1 0,1-1 0,0 0 0,4-6 0,-5 10 0,-1 0 0,0 0 0,0 0 0,0 0 0,0 0 0,1 0 0,-1 0 0,0 0 0,0 0 0,0 0 0,1 0 0,-1 0 0,0 0 0,0 0 0,0 0 0,0 0 0,1 0 0,-1 0 0,0 0 0,0 0 0,0 0 0,0 0 0,1 0 0,-1 0 0,0 0 0,0 1 0,0-1 0,0 0 0,0 0 0,0 0 0,1 0 0,-1 0 0,0 1 0,0-1 0,0 0 0,0 0 0,0 0 0,0 0 0,0 0 0,0 1 0,0-1 0,0 0 0,0 0 0,0 0 0,0 1 0,3 9 0,0 0 0,-2 0 0,1 0 0,-1 0 0,-1 1 0,0 19 0,-1-9 0,-4 106 0,-24 149 0,26-258 0,-4 26 0,7-41 0,-1 0 0,0 0 0,0-1 0,0 1 0,0 0 0,-1-1 0,1 1 0,-1-1 0,1 1 0,-1-1 0,-3 4 0,5-6 0,0 0 0,-1 1 0,1-1 0,0 0 0,0 0 0,-1 0 0,1 1 0,0-1 0,-1 0 0,1 0 0,0 0 0,0 0 0,-1 0 0,1 0 0,0 1 0,-1-1 0,1 0 0,0 0 0,-1 0 0,1 0 0,0 0 0,-1 0 0,1 0 0,0-1 0,-1 1 0,1 0 0,0 0 0,-1 0 0,1 0 0,0 0 0,0 0 0,-1 0 0,1-1 0,0 1 0,-1 0 0,-6-14 0,0-18 0,5-1 0,0-1 0,3 0 0,0 0 0,2 1 0,12-51 0,-6 45 0,2 0 0,2 0 0,1 2 0,25-47 0,-30 68 0,0 1 0,17-22 0,-23 33 0,0 0 0,1 0 0,-1 0 0,1 1 0,0-1 0,1 1 0,-1 0 0,0 1 0,1-1 0,-1 1 0,1-1 0,0 1 0,5-1 0,-8 3 9,0-1 0,0 1 0,0 0 0,0 0 0,-1-1 0,1 1 0,0 1 0,0-1 0,0 0 0,0 0 0,0 1 0,0-1 0,0 1 0,-1 0 0,1-1 0,0 1 0,0 0 0,2 2 0,-1-1 6,-1 1 1,0-1-1,1 1 1,-1-1-1,0 1 1,-1 0 0,1-1-1,0 1 1,-1 0-1,2 4 1,1 4-358,-1 1 1,0 0 0,-1 0-1,1 22 1,-1 20-6485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8:00.26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1634 396 24575,'-3'-8'0,"-1"0"0,1 1 0,-1-1 0,-1 1 0,0 0 0,0 0 0,0 0 0,-10-8 0,1 1 0,-2 0 0,-24-16 0,23 19-14,-1 0-1,0 1 1,-1 1 0,0 1-1,-1 1 1,0 0-1,0 1 1,-34-4-1,26 7-39,0 1 0,0 1 0,0 2 0,1 1 0,-53 10 0,30 1-67,1 2 1,1 2-1,1 2 1,0 2-1,2 2 1,-78 52-1,64-32 81,2 2-1,2 3 1,2 2 0,2 2-1,2 2 1,-71 106 0,86-108 42,3 1 1,2 1-1,3 2 1,2 0-1,2 2 1,3 0-1,3 2 1,-12 83 0,23-105-39,2 1 0,2 0 1,2-1-1,1 1 1,2-1-1,13 56 0,-9-63-38,1-1-1,2 0 1,1 0-1,2-1 0,0 0 1,2-2-1,1 0 1,25 31-1,-12-25 22,1-1 0,2-1 0,1-2 1,1-1-1,1-1 0,1-3 0,2-1 0,0-2 0,1-1 0,60 19 0,-35-17-77,2-3-1,0-4 0,1-2 0,0-3 0,1-3 0,73-3 1,-77-6 130,0-2 0,0-4 0,-1-2 0,0-3 0,-1-3 0,-1-2 0,82-36 0,-95 31 0,-1-2 0,-1-3 0,-1-1 0,-1-2 0,-2-2 0,-1-2 0,-2-2 0,-1-1 0,38-51 0,-38 36 0,-3-1 0,-2-1 0,-3-2 0,-2-1 0,-3-2 0,-2 0 0,29-121 0,-40 122 0,-2 0 0,-3-1 0,-3 0 0,-3-1 0,-2 1 0,-2 0 0,-4 0 0,-20-97 0,16 119 0,-1 1 0,-2 0 0,-2 1 0,-1 1 0,-1 0 0,-2 1 0,-2 2 0,-1-1 0,-1 2 0,-2 1 0,-1 2 0,-1 0 0,-1 1 0,-2 2 0,0 1 0,-2 2 0,-43-25 0,26 23 8,0 3 1,-2 1 0,0 3 0,-1 1 0,0 4-1,-81-10 1,46 13-200,0 5 0,0 4 0,-105 12 0,47 6-3322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8:00.88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77 24575,'19'-20'0,"-12"12"0,0 0 0,1 1 0,0 0 0,13-8 0,-20 13 0,1 1 0,0 0 0,0 0 0,0 0 0,0 0 0,0 1 0,0-1 0,0 1 0,1-1 0,-1 1 0,0 0 0,0-1 0,0 1 0,0 0 0,1 0 0,-1 1 0,0-1 0,0 0 0,0 1 0,0 0 0,0-1 0,1 1 0,-1 0 0,0 0 0,-1 0 0,4 2 0,2 2 0,0 1 0,-1 0 0,0 0 0,0 1 0,0 0 0,7 12 0,25 52 0,-27-51 0,55 109 0,162 296 0,-225-420 0,29 44 0,-29-45 0,1-1 0,-1 1 0,1 0 0,-1-1 0,1 0 0,0 0 0,0 0 0,0-1 0,6 4 0,-8-6 0,-1 1 0,1-1 0,-1 0 0,0 0 0,1 0 0,-1 0 0,1 0 0,-1 0 0,0 0 0,1 0 0,-1 0 0,1 0 0,-1-1 0,0 1 0,1-1 0,-1 1 0,0-1 0,0 1 0,1-1 0,-1 0 0,0 0 0,0 0 0,0 1 0,0-1 0,0 0 0,0 0 0,0 0 0,0-1 0,0 1 0,0 0 0,-1 0 0,1 0 0,0-1 0,0-1 0,4-7 0,-1 0 0,0 0 0,4-15 0,-6 16 0,54-237 0,-21-6 0,-15 102 0,-15 110-1365,-1 11-5461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8:01.19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63 54 24575,'0'-1'0,"0"-1"0,1 0 0,-1 1 0,1-1 0,0 0 0,0 1 0,0-1 0,0 0 0,0 1 0,0 0 0,0-1 0,0 1 0,0 0 0,0-1 0,1 1 0,-1 0 0,1 0 0,1-1 0,30-16 0,-28 17 0,-1-1 0,1 1 0,0 0 0,-1 0 0,1 0 0,0 1 0,0 0 0,-1-1 0,1 2 0,0-1 0,0 1 0,-1-1 0,1 1 0,0 1 0,6 2 0,-8-3 0,0 1 0,-1-1 0,1 1 0,-1 0 0,1 0 0,-1 0 0,0 0 0,0 0 0,0 1 0,0-1 0,0 1 0,0-1 0,-1 1 0,1 0 0,-1-1 0,0 1 0,0 0 0,0 0 0,0 0 0,0 0 0,-1 0 0,1 0 0,-1 0 0,0 6 0,0 0 0,-1-1 0,0 1 0,-1-1 0,0 0 0,0 1 0,-1-1 0,0 0 0,-1 0 0,1-1 0,-1 1 0,-1-1 0,1 0 0,-10 11 0,-7 7 0,-2-2 0,-28 24 0,49-44 0,-29 21 0,24-20 0,0 0 0,1 1 0,0 0 0,0 0 0,0 1 0,1 0 0,-1 0 0,-4 8 0,9-13 0,1 0 0,0-1 0,0 1 0,-1 0 0,1 0 0,0 0 0,0-1 0,0 1 0,0 0 0,0 0 0,0 0 0,0-1 0,0 1 0,0 0 0,0 0 0,1-1 0,-1 1 0,0 0 0,0 0 0,1-1 0,-1 1 0,1 0 0,-1 0 0,0-1 0,1 1 0,-1-1 0,1 1 0,0 0 0,-1-1 0,1 1 0,-1-1 0,1 1 0,0-1 0,-1 0 0,1 1 0,0-1 0,0 0 0,-1 1 0,2-1 0,33 10 0,-34-10 0,18 3 49,0-2 0,0 0 0,1-1-1,-1-1 1,0 0 0,30-7 0,-5-3-903,69-26 1,-53 14-5973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8:01.50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1866 561 24575,'-52'-25'-83,"-1"1"1,-1 3-1,-1 2 0,-1 3 0,0 2 1,-1 3-1,0 2 0,-1 2 0,-70 2 1,60 6-22,-1 3 1,1 3-1,0 3 1,1 4-1,0 2 1,1 2-1,-91 40 1,113-38 28,1 2-1,1 2 1,1 1-1,2 2 1,0 2 0,2 2-1,1 1 1,-40 47-1,52-51 20,1 2-1,1 1 1,2 1-1,2 0 1,0 1-1,3 1 1,0 1-1,3 0 1,0 1-1,3 0 0,-7 44 1,12-42 53,1 0-1,2 0 1,1 0 0,3 0 0,0 0 0,3 0 0,1-1-1,2 0 1,1 0 0,2-1 0,2-1 0,19 38-1,-16-41 1,2-1 0,0-1 0,2-1 0,2-1-1,0-1 1,2 0 0,1-2 0,1-1 0,1-2-1,0 0 1,2-2 0,62 31 0,-51-33-34,0-2 0,1-2 0,1-2 1,0-2-1,0-1 0,1-3 0,0-1 0,0-3 1,0-1-1,1-2 0,-1-2 0,0-2 1,-1-2-1,1-2 0,48-17 0,-41 9-28,0-3 1,-1-1-1,-2-3 0,0-2 0,-2-2 1,0-2-1,-2-2 0,-2-2 0,-1-2 1,-2-2-1,-1-1 0,33-45 0,-36 34-3,-1-1-1,-3-1 0,-2-2 1,-2-1-1,-3-1 1,-2-1-1,22-94 1,-33 102 38,-2 0 0,-2 0 1,-3 0-1,-2-1 1,-2 0-1,-2 1 1,-2-1-1,-2 1 1,-23-85-1,18 100 35,-1 2 1,-1-1-1,-2 2 1,-1 0-1,-1 0 1,-2 2-1,-1 0 0,-35-37 1,29 38-37,-2 2 1,-1 1-1,-1 1 1,-1 2-1,-1 0 1,-1 3-1,-58-27 1,24 20-322,0 3 0,-74-15 0,-130-13-1202,269 50 1538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8:03.71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1 973 24575,'5'18'0,"2"1"0,0-2 0,1 1 0,1-1 0,1 0 0,0 0 0,1-2 0,1 1 0,22 22 0,-24-28 0,0-1 0,1 0 0,0 0 0,0-2 0,1 1 0,0-1 0,0-1 0,1 0 0,-1-1 0,1 0 0,0-1 0,1-1 0,-1 0 0,17 2 0,-9-5 0,0 0 0,0-1 0,-1 0 0,1-2 0,-1-1 0,1 0 0,-1-2 0,-1 0 0,1-1 0,-1-1 0,0-1 0,-1 0 0,0-2 0,0 0 0,24-21 0,-18 11 0,-1-1 0,-1-1 0,0-1 0,-2-1 0,-1-1 0,-1 0 0,-2-2 0,0 0 0,16-41 0,-13 19 0,-1-2 0,-3 0 0,-2-1 0,7-62 0,-17 83 0,0 0 0,-2 0 0,-2 0 0,-1 0 0,-1 0 0,-2 0 0,-1 1 0,-13-43 0,15 62 0,-1 1 0,0-1 0,0 1 0,-1 1 0,-1-1 0,0 1 0,0 0 0,-1 0 0,0 1 0,0 0 0,-1 0 0,-1 1 0,1 1 0,-1-1 0,0 2 0,-1-1 0,0 1 0,0 1 0,0 0 0,-1 0 0,1 1 0,-1 1 0,-24-4 0,2 2 0,0 2 0,0 1 0,0 1 0,-1 2 0,1 2 0,-57 11 0,71-8-1365,6-1-5461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8:05.22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367 121 24575,'1'-28'0,"0"19"0,0 0 0,-1 1 0,0-1 0,-1 0 0,0 0 0,-4-14 0,5 22 0,-1 0 0,1 0 0,0 0 0,-1 0 0,0 0 0,1 0 0,-1 0 0,0 0 0,1 1 0,-1-1 0,0 0 0,0 0 0,0 1 0,0-1 0,0 1 0,1-1 0,-1 1 0,0-1 0,0 1 0,0-1 0,-1 1 0,1 0 0,0 0 0,0-1 0,0 1 0,0 0 0,0 0 0,0 0 0,0 0 0,0 0 0,0 1 0,0-1 0,0 0 0,0 0 0,-1 1 0,1-1 0,0 0 0,0 1 0,1-1 0,-3 2 0,-6 3 0,1 0 0,-1 0 0,-12 11 0,13-10 0,-1 1 0,-48 35 0,-121 67 0,178-109 0,-25 15 0,25-15 0,0 0 0,1 0 0,-1 0 0,0 0 0,1 0 0,-1 0 0,0 0 0,1 0 0,-1 0 0,0 0 0,1 0 0,-1 0 0,0 0 0,1 1 0,-1-1 0,0 0 0,0 0 0,1 0 0,-1 0 0,0 1 0,0-1 0,1 0 0,-1 0 0,0 1 0,0-1 0,1 0 0,-1 0 0,0 1 0,0-1 0,0 0 0,0 1 0,1-1 0,-1 0 0,0 1 0,0-1 0,0 0 0,0 1 0,0-1 0,0 0 0,0 1 0,0-1 0,0 0 0,0 1 0,0-1 0,0 0 0,0 1 0,0-1 0,-1 0 0,1 1 0,0-1 0,0 0 0,0 1 0,0-1 0,0 0 0,-1 0 0,1 1 0,0-1 0,0 0 0,-1 0 0,1 1 0,0-1 0,0 0 0,-1 0 0,1 0 0,0 1 0,-1-1 0,1 0 0,28 4 0,34 1 0,-36-4 0,0 1 0,27 6 0,-26 0-273,0 0 0,0 2 0,-1 1 0,44 25 0,-18-4-6553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8:06.03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1 390 24575,'9'13'0,"1"-1"0,1 0 0,0-1 0,1 0 0,0-1 0,0 0 0,1-1 0,1-1 0,-1 0 0,22 9 0,-24-13 0,0 0 0,0-1 0,0 0 0,0-1 0,0 0 0,1-1 0,-1 0 0,1-1 0,-1 0 0,1-1 0,-1 0 0,1 0 0,-1-2 0,0 1 0,12-6 0,-4 1 0,0-2 0,0 0 0,-1-1 0,0-1 0,-1-1 0,0 0 0,-1-1 0,-1-1 0,0-1 0,26-31 0,-33 35 0,0-1 0,0 0 0,-1 0 0,-1 0 0,0-1 0,-1 0 0,0 0 0,-1 0 0,0 0 0,-1-1 0,-1 0 0,0 0 0,-1 0 0,0 1 0,-1-1 0,-1 0 0,-3-18 0,3 27-37,0-1 0,-1 1 1,0 0-1,0 0 0,0 0 0,-1 0 0,1 0 0,-1 0 0,-1 0 0,1 1 0,0 0 0,-1-1 1,0 1-1,0 1 0,0-1 0,-1 1 0,1-1 0,-1 1 0,0 0 0,0 1 0,0-1 0,0 1 1,0 0-1,-1 0 0,1 1 0,0 0 0,-1 0 0,1 0 0,-1 0 0,0 1 0,1 0 0,-1 0 1,1 1-1,-1-1 0,1 1 0,-10 3 0,3 1-6789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8:06.53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296 1 24575,'-5'1'0,"0"1"0,1-1 0,-1 1 0,0 0 0,1 1 0,0-1 0,-1 1 0,1 0 0,-4 4 0,4-4 0,-107 91 0,46-37 0,55-48 0,2-3 0,0 0 0,1 1 0,0 0 0,0 0 0,1 1 0,-7 9 0,13-17 0,0 0 0,0 1 0,0-1 0,0 1 0,0-1 0,0 1 0,0-1 0,0 0 0,0 1 0,0-1 0,0 1 0,0-1 0,0 1 0,0-1 0,1 0 0,-1 1 0,0-1 0,0 0 0,0 1 0,1-1 0,-1 0 0,0 1 0,0-1 0,1 0 0,-1 1 0,0-1 0,1 0 0,-1 0 0,1 1 0,-1-1 0,0 0 0,1 0 0,-1 0 0,1 1 0,-1-1 0,0 0 0,1 0 0,-1 0 0,1 0 0,-1 0 0,1 0 0,-1 0 0,0 0 0,1 0 0,-1 0 0,1 0 0,0 0 0,27 0 0,-24 0 0,49-1 101,-20-1-345,0 2-1,1 1 1,-1 1 0,0 2-1,39 10 1,-37-3-6582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8:07.19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0 329 24575,'0'1'0,"1"0"0,-1-1 0,0 1 0,1 0 0,-1-1 0,0 1 0,1 0 0,-1-1 0,1 1 0,-1-1 0,1 1 0,0 0 0,-1-1 0,1 0 0,-1 1 0,1-1 0,0 1 0,-1-1 0,1 0 0,0 1 0,0-1 0,-1 0 0,1 0 0,0 1 0,0-1 0,1 0 0,25 4 0,-23-4 0,1 0 0,-1 1 0,1-1 0,0-1 0,0 1 0,0-1 0,0 0 0,0 0 0,0 0 0,-1 0 0,1-1 0,-1 0 0,1 0 0,7-5 0,-6 3 0,0-1 0,0 0 0,-1 0 0,0 0 0,0-1 0,0 1 0,-1-1 0,6-10 0,-3 2 0,0 0 0,-1-1 0,-1 1 0,0-1 0,-1 0 0,-1 0 0,0 0 0,1-22 0,-4 32 0,0 0 0,0 0 0,0 0 0,-1 0 0,1 0 0,-1 0 0,-1 0 0,1 0 0,-1 0 0,0 0 0,0 0 0,0 1 0,0-1 0,-1 1 0,0 0 0,0 0 0,0 0 0,-5-5 0,5 7 0,0-1 0,0 1 0,-1 0 0,1 0 0,-1 0 0,0 0 0,1 1 0,-1-1 0,0 1 0,0 0 0,0 0 0,0 0 0,0 1 0,0 0 0,0-1 0,0 1 0,0 1 0,0-1 0,0 1 0,0-1 0,0 1 0,0 0 0,-5 2 0,-2 2-341,0 0 0,0 1-1,-16 11 1,0 1-6485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8:07.41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 0 24575,'-3'0'0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7:18:07.56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40 1 24575,'-3'0'0,"-4"3"0,-5 1 0,1 3 0,5 1 0,6 1 0,7 0 0,5 1 0,6-1 0,8 1 0,4 2 0,4 2 0,-4-1-8191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2/27/2025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B8D726-D0BC-B240-A677-46F99704B744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roup 522">
            <a:extLst>
              <a:ext uri="{FF2B5EF4-FFF2-40B4-BE49-F238E27FC236}">
                <a16:creationId xmlns:a16="http://schemas.microsoft.com/office/drawing/2014/main" id="{2DB38A0F-0598-4BC1-A4B5-6E4C7D1AE1FD}"/>
              </a:ext>
            </a:extLst>
          </p:cNvPr>
          <p:cNvGrpSpPr/>
          <p:nvPr userDrawn="1"/>
        </p:nvGrpSpPr>
        <p:grpSpPr>
          <a:xfrm>
            <a:off x="354110" y="326571"/>
            <a:ext cx="11480605" cy="6204858"/>
            <a:chOff x="354110" y="326571"/>
            <a:chExt cx="11480605" cy="6204858"/>
          </a:xfrm>
          <a:solidFill>
            <a:schemeClr val="accent1">
              <a:lumMod val="90000"/>
              <a:lumOff val="10000"/>
            </a:schemeClr>
          </a:solidFill>
        </p:grpSpPr>
        <p:sp>
          <p:nvSpPr>
            <p:cNvPr id="524" name="Rectangle 5">
              <a:extLst>
                <a:ext uri="{FF2B5EF4-FFF2-40B4-BE49-F238E27FC236}">
                  <a16:creationId xmlns:a16="http://schemas.microsoft.com/office/drawing/2014/main" id="{D0391FF9-0338-4933-99EA-0BC7224F4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26571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5" name="Rectangle 6">
              <a:extLst>
                <a:ext uri="{FF2B5EF4-FFF2-40B4-BE49-F238E27FC236}">
                  <a16:creationId xmlns:a16="http://schemas.microsoft.com/office/drawing/2014/main" id="{68848005-FF97-4886-AB70-BEAC78E6A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6" name="Rectangle 7">
              <a:extLst>
                <a:ext uri="{FF2B5EF4-FFF2-40B4-BE49-F238E27FC236}">
                  <a16:creationId xmlns:a16="http://schemas.microsoft.com/office/drawing/2014/main" id="{A371799C-C91D-4388-B84A-3FB8314160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7" name="Rectangle 8">
              <a:extLst>
                <a:ext uri="{FF2B5EF4-FFF2-40B4-BE49-F238E27FC236}">
                  <a16:creationId xmlns:a16="http://schemas.microsoft.com/office/drawing/2014/main" id="{C722B8FD-8C0E-4B48-8849-E0D3A2C9EC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26571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8" name="Rectangle 9">
              <a:extLst>
                <a:ext uri="{FF2B5EF4-FFF2-40B4-BE49-F238E27FC236}">
                  <a16:creationId xmlns:a16="http://schemas.microsoft.com/office/drawing/2014/main" id="{F690EF81-637B-45E9-B2E4-F6466D3CE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9" name="Rectangle 10">
              <a:extLst>
                <a:ext uri="{FF2B5EF4-FFF2-40B4-BE49-F238E27FC236}">
                  <a16:creationId xmlns:a16="http://schemas.microsoft.com/office/drawing/2014/main" id="{93D434AE-D8E1-4B73-97E9-104904735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0" name="Rectangle 11">
              <a:extLst>
                <a:ext uri="{FF2B5EF4-FFF2-40B4-BE49-F238E27FC236}">
                  <a16:creationId xmlns:a16="http://schemas.microsoft.com/office/drawing/2014/main" id="{38DB79DD-18E2-4E0B-8C6B-B3170D9E6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1" name="Rectangle 12">
              <a:extLst>
                <a:ext uri="{FF2B5EF4-FFF2-40B4-BE49-F238E27FC236}">
                  <a16:creationId xmlns:a16="http://schemas.microsoft.com/office/drawing/2014/main" id="{AA24A7B5-1047-4ED2-8394-1F64840CD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2" name="Rectangle 13">
              <a:extLst>
                <a:ext uri="{FF2B5EF4-FFF2-40B4-BE49-F238E27FC236}">
                  <a16:creationId xmlns:a16="http://schemas.microsoft.com/office/drawing/2014/main" id="{1BF3D7A2-914A-406C-85FE-78F492E20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3" name="Rectangle 14">
              <a:extLst>
                <a:ext uri="{FF2B5EF4-FFF2-40B4-BE49-F238E27FC236}">
                  <a16:creationId xmlns:a16="http://schemas.microsoft.com/office/drawing/2014/main" id="{EFE4A65D-7D8E-481F-9FD2-EC0C85742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4" name="Rectangle 15">
              <a:extLst>
                <a:ext uri="{FF2B5EF4-FFF2-40B4-BE49-F238E27FC236}">
                  <a16:creationId xmlns:a16="http://schemas.microsoft.com/office/drawing/2014/main" id="{6D829585-3C10-4E29-9D87-5A5437E00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5" name="Rectangle 16">
              <a:extLst>
                <a:ext uri="{FF2B5EF4-FFF2-40B4-BE49-F238E27FC236}">
                  <a16:creationId xmlns:a16="http://schemas.microsoft.com/office/drawing/2014/main" id="{2B70A9B8-A62A-4C92-8175-AAC487F5F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6" name="Rectangle 17">
              <a:extLst>
                <a:ext uri="{FF2B5EF4-FFF2-40B4-BE49-F238E27FC236}">
                  <a16:creationId xmlns:a16="http://schemas.microsoft.com/office/drawing/2014/main" id="{62925939-9955-4AB6-8B7B-2F98C58A9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7" name="Rectangle 18">
              <a:extLst>
                <a:ext uri="{FF2B5EF4-FFF2-40B4-BE49-F238E27FC236}">
                  <a16:creationId xmlns:a16="http://schemas.microsoft.com/office/drawing/2014/main" id="{658B8514-8D6B-4F5F-AE70-55B9F4C505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8" name="Rectangle 19">
              <a:extLst>
                <a:ext uri="{FF2B5EF4-FFF2-40B4-BE49-F238E27FC236}">
                  <a16:creationId xmlns:a16="http://schemas.microsoft.com/office/drawing/2014/main" id="{D6780382-758A-41C1-83C0-EB51E004EF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9" name="Rectangle 20">
              <a:extLst>
                <a:ext uri="{FF2B5EF4-FFF2-40B4-BE49-F238E27FC236}">
                  <a16:creationId xmlns:a16="http://schemas.microsoft.com/office/drawing/2014/main" id="{9357623D-6D19-46DA-B792-E1A2F32F8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0" name="Rectangle 21">
              <a:extLst>
                <a:ext uri="{FF2B5EF4-FFF2-40B4-BE49-F238E27FC236}">
                  <a16:creationId xmlns:a16="http://schemas.microsoft.com/office/drawing/2014/main" id="{2F00DFB8-11D0-4DF8-A3AD-197C3F3071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1" name="Rectangle 22">
              <a:extLst>
                <a:ext uri="{FF2B5EF4-FFF2-40B4-BE49-F238E27FC236}">
                  <a16:creationId xmlns:a16="http://schemas.microsoft.com/office/drawing/2014/main" id="{57F57754-D964-4CFA-BC83-9AFD46DA5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2" name="Rectangle 23">
              <a:extLst>
                <a:ext uri="{FF2B5EF4-FFF2-40B4-BE49-F238E27FC236}">
                  <a16:creationId xmlns:a16="http://schemas.microsoft.com/office/drawing/2014/main" id="{CAC9FBA4-D9FC-44DC-9CBC-4AA56F87E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3" name="Rectangle 24">
              <a:extLst>
                <a:ext uri="{FF2B5EF4-FFF2-40B4-BE49-F238E27FC236}">
                  <a16:creationId xmlns:a16="http://schemas.microsoft.com/office/drawing/2014/main" id="{6B5BF42C-E1FB-4B04-8861-8F6834EC8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4" name="Rectangle 25">
              <a:extLst>
                <a:ext uri="{FF2B5EF4-FFF2-40B4-BE49-F238E27FC236}">
                  <a16:creationId xmlns:a16="http://schemas.microsoft.com/office/drawing/2014/main" id="{BECAB5D5-0B99-4F52-BDEC-9DEE44451E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5" name="Rectangle 26">
              <a:extLst>
                <a:ext uri="{FF2B5EF4-FFF2-40B4-BE49-F238E27FC236}">
                  <a16:creationId xmlns:a16="http://schemas.microsoft.com/office/drawing/2014/main" id="{7F2A058E-DD90-4B9A-BCA3-AAB1E8805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6" name="Rectangle 27">
              <a:extLst>
                <a:ext uri="{FF2B5EF4-FFF2-40B4-BE49-F238E27FC236}">
                  <a16:creationId xmlns:a16="http://schemas.microsoft.com/office/drawing/2014/main" id="{5A511A58-4543-4023-AD40-17185DD316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7" name="Rectangle 28">
              <a:extLst>
                <a:ext uri="{FF2B5EF4-FFF2-40B4-BE49-F238E27FC236}">
                  <a16:creationId xmlns:a16="http://schemas.microsoft.com/office/drawing/2014/main" id="{4FB2F5FA-9E29-4BF4-A565-01F5623519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8" name="Rectangle 29">
              <a:extLst>
                <a:ext uri="{FF2B5EF4-FFF2-40B4-BE49-F238E27FC236}">
                  <a16:creationId xmlns:a16="http://schemas.microsoft.com/office/drawing/2014/main" id="{79033138-2B37-4A7A-BB10-95ED1BC4CE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9" name="Rectangle 30">
              <a:extLst>
                <a:ext uri="{FF2B5EF4-FFF2-40B4-BE49-F238E27FC236}">
                  <a16:creationId xmlns:a16="http://schemas.microsoft.com/office/drawing/2014/main" id="{79753DF4-5F75-4419-909E-7C6C91243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0" name="Rectangle 32">
              <a:extLst>
                <a:ext uri="{FF2B5EF4-FFF2-40B4-BE49-F238E27FC236}">
                  <a16:creationId xmlns:a16="http://schemas.microsoft.com/office/drawing/2014/main" id="{855DF40C-B6BB-4565-917B-0D68E9A99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834963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1" name="Rectangle 33">
              <a:extLst>
                <a:ext uri="{FF2B5EF4-FFF2-40B4-BE49-F238E27FC236}">
                  <a16:creationId xmlns:a16="http://schemas.microsoft.com/office/drawing/2014/main" id="{4A966D73-83CF-49BC-B17D-814D08E708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2" name="Rectangle 34">
              <a:extLst>
                <a:ext uri="{FF2B5EF4-FFF2-40B4-BE49-F238E27FC236}">
                  <a16:creationId xmlns:a16="http://schemas.microsoft.com/office/drawing/2014/main" id="{C4D3FEF6-5168-4033-87C1-4DE8C0B10D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3" name="Rectangle 35">
              <a:extLst>
                <a:ext uri="{FF2B5EF4-FFF2-40B4-BE49-F238E27FC236}">
                  <a16:creationId xmlns:a16="http://schemas.microsoft.com/office/drawing/2014/main" id="{8196550C-9075-450D-8381-757B57ACF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4" name="Rectangle 36">
              <a:extLst>
                <a:ext uri="{FF2B5EF4-FFF2-40B4-BE49-F238E27FC236}">
                  <a16:creationId xmlns:a16="http://schemas.microsoft.com/office/drawing/2014/main" id="{9DDF2589-A917-47E1-86F2-E9E9D03113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5" name="Rectangle 37">
              <a:extLst>
                <a:ext uri="{FF2B5EF4-FFF2-40B4-BE49-F238E27FC236}">
                  <a16:creationId xmlns:a16="http://schemas.microsoft.com/office/drawing/2014/main" id="{19AA832E-82CD-495F-9759-311D5CF3C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6" name="Rectangle 38">
              <a:extLst>
                <a:ext uri="{FF2B5EF4-FFF2-40B4-BE49-F238E27FC236}">
                  <a16:creationId xmlns:a16="http://schemas.microsoft.com/office/drawing/2014/main" id="{E321B9D6-F4D4-4E72-B642-4A20A028DE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7" name="Rectangle 39">
              <a:extLst>
                <a:ext uri="{FF2B5EF4-FFF2-40B4-BE49-F238E27FC236}">
                  <a16:creationId xmlns:a16="http://schemas.microsoft.com/office/drawing/2014/main" id="{67D8E47E-A97F-495B-9D93-E77F5D991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8" name="Rectangle 40">
              <a:extLst>
                <a:ext uri="{FF2B5EF4-FFF2-40B4-BE49-F238E27FC236}">
                  <a16:creationId xmlns:a16="http://schemas.microsoft.com/office/drawing/2014/main" id="{A3102978-9FB6-414A-87A2-7447231B78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9" name="Rectangle 41">
              <a:extLst>
                <a:ext uri="{FF2B5EF4-FFF2-40B4-BE49-F238E27FC236}">
                  <a16:creationId xmlns:a16="http://schemas.microsoft.com/office/drawing/2014/main" id="{52AB6645-416B-4B1A-BDD5-25D20B3DDF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0" name="Rectangle 42">
              <a:extLst>
                <a:ext uri="{FF2B5EF4-FFF2-40B4-BE49-F238E27FC236}">
                  <a16:creationId xmlns:a16="http://schemas.microsoft.com/office/drawing/2014/main" id="{6FC3BBB2-F5AD-4180-9804-3EA9F90C26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1" name="Rectangle 43">
              <a:extLst>
                <a:ext uri="{FF2B5EF4-FFF2-40B4-BE49-F238E27FC236}">
                  <a16:creationId xmlns:a16="http://schemas.microsoft.com/office/drawing/2014/main" id="{422DB3ED-2BEF-4ED1-BC1B-08CB86C00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2" name="Rectangle 44">
              <a:extLst>
                <a:ext uri="{FF2B5EF4-FFF2-40B4-BE49-F238E27FC236}">
                  <a16:creationId xmlns:a16="http://schemas.microsoft.com/office/drawing/2014/main" id="{98D97055-E2FD-4FF0-90DB-E94B1920C4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3" name="Rectangle 45">
              <a:extLst>
                <a:ext uri="{FF2B5EF4-FFF2-40B4-BE49-F238E27FC236}">
                  <a16:creationId xmlns:a16="http://schemas.microsoft.com/office/drawing/2014/main" id="{DE4F8DEE-2AD7-48B0-86FE-2FB6CF6E0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4" name="Rectangle 46">
              <a:extLst>
                <a:ext uri="{FF2B5EF4-FFF2-40B4-BE49-F238E27FC236}">
                  <a16:creationId xmlns:a16="http://schemas.microsoft.com/office/drawing/2014/main" id="{ABD952AD-A59A-4124-AAA4-9E35E9D1D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5" name="Rectangle 47">
              <a:extLst>
                <a:ext uri="{FF2B5EF4-FFF2-40B4-BE49-F238E27FC236}">
                  <a16:creationId xmlns:a16="http://schemas.microsoft.com/office/drawing/2014/main" id="{09F53A53-235E-4905-B7A1-4C24875314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6" name="Rectangle 48">
              <a:extLst>
                <a:ext uri="{FF2B5EF4-FFF2-40B4-BE49-F238E27FC236}">
                  <a16:creationId xmlns:a16="http://schemas.microsoft.com/office/drawing/2014/main" id="{E7B8F62B-F26F-4F16-83DE-DE88E2AC27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7" name="Rectangle 49">
              <a:extLst>
                <a:ext uri="{FF2B5EF4-FFF2-40B4-BE49-F238E27FC236}">
                  <a16:creationId xmlns:a16="http://schemas.microsoft.com/office/drawing/2014/main" id="{5A3F2E03-9197-4D87-AEBD-53681C71A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8" name="Rectangle 50">
              <a:extLst>
                <a:ext uri="{FF2B5EF4-FFF2-40B4-BE49-F238E27FC236}">
                  <a16:creationId xmlns:a16="http://schemas.microsoft.com/office/drawing/2014/main" id="{AC48136C-038A-4E15-A432-82CDA3580E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9" name="Rectangle 51">
              <a:extLst>
                <a:ext uri="{FF2B5EF4-FFF2-40B4-BE49-F238E27FC236}">
                  <a16:creationId xmlns:a16="http://schemas.microsoft.com/office/drawing/2014/main" id="{A03DB8D5-6A83-4A84-AB18-2030609589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0" name="Rectangle 52">
              <a:extLst>
                <a:ext uri="{FF2B5EF4-FFF2-40B4-BE49-F238E27FC236}">
                  <a16:creationId xmlns:a16="http://schemas.microsoft.com/office/drawing/2014/main" id="{CB4B691A-151E-4AA1-86FD-1DF590C8AD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1" name="Rectangle 53">
              <a:extLst>
                <a:ext uri="{FF2B5EF4-FFF2-40B4-BE49-F238E27FC236}">
                  <a16:creationId xmlns:a16="http://schemas.microsoft.com/office/drawing/2014/main" id="{8DE17CF6-249D-4F7B-83E2-FD452FE77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2" name="Rectangle 54">
              <a:extLst>
                <a:ext uri="{FF2B5EF4-FFF2-40B4-BE49-F238E27FC236}">
                  <a16:creationId xmlns:a16="http://schemas.microsoft.com/office/drawing/2014/main" id="{8AFBC693-95B4-46BF-8458-36EE0C805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3" name="Rectangle 55">
              <a:extLst>
                <a:ext uri="{FF2B5EF4-FFF2-40B4-BE49-F238E27FC236}">
                  <a16:creationId xmlns:a16="http://schemas.microsoft.com/office/drawing/2014/main" id="{1B7936E4-C86A-4ECF-9DAA-DD45C61C9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4" name="Rectangle 56">
              <a:extLst>
                <a:ext uri="{FF2B5EF4-FFF2-40B4-BE49-F238E27FC236}">
                  <a16:creationId xmlns:a16="http://schemas.microsoft.com/office/drawing/2014/main" id="{07B705CC-7C23-4703-BFCD-DEBFDF5A7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5" name="Rectangle 57">
              <a:extLst>
                <a:ext uri="{FF2B5EF4-FFF2-40B4-BE49-F238E27FC236}">
                  <a16:creationId xmlns:a16="http://schemas.microsoft.com/office/drawing/2014/main" id="{021EAEDF-4795-47A7-9CDF-29BDE7EB46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6" name="Rectangle 59">
              <a:extLst>
                <a:ext uri="{FF2B5EF4-FFF2-40B4-BE49-F238E27FC236}">
                  <a16:creationId xmlns:a16="http://schemas.microsoft.com/office/drawing/2014/main" id="{C8E25685-5F7D-4F4C-ABCD-4A625A28DA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342187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7" name="Rectangle 60">
              <a:extLst>
                <a:ext uri="{FF2B5EF4-FFF2-40B4-BE49-F238E27FC236}">
                  <a16:creationId xmlns:a16="http://schemas.microsoft.com/office/drawing/2014/main" id="{F86C1915-F185-4F6E-BC9A-70ED68733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8" name="Rectangle 61">
              <a:extLst>
                <a:ext uri="{FF2B5EF4-FFF2-40B4-BE49-F238E27FC236}">
                  <a16:creationId xmlns:a16="http://schemas.microsoft.com/office/drawing/2014/main" id="{0A676732-8A69-4B25-9573-F6F90E1CB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9" name="Rectangle 62">
              <a:extLst>
                <a:ext uri="{FF2B5EF4-FFF2-40B4-BE49-F238E27FC236}">
                  <a16:creationId xmlns:a16="http://schemas.microsoft.com/office/drawing/2014/main" id="{D4F1F03D-E1AA-4194-B592-BA6FFEF4B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0" name="Rectangle 63">
              <a:extLst>
                <a:ext uri="{FF2B5EF4-FFF2-40B4-BE49-F238E27FC236}">
                  <a16:creationId xmlns:a16="http://schemas.microsoft.com/office/drawing/2014/main" id="{3E19A2DA-16F0-4B64-9855-639F78BF9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1" name="Rectangle 64">
              <a:extLst>
                <a:ext uri="{FF2B5EF4-FFF2-40B4-BE49-F238E27FC236}">
                  <a16:creationId xmlns:a16="http://schemas.microsoft.com/office/drawing/2014/main" id="{21AA4D67-978D-46FA-9138-C5EF347A09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2" name="Rectangle 65">
              <a:extLst>
                <a:ext uri="{FF2B5EF4-FFF2-40B4-BE49-F238E27FC236}">
                  <a16:creationId xmlns:a16="http://schemas.microsoft.com/office/drawing/2014/main" id="{DF7FABC9-0AE5-498D-9DCD-2D0A69DD4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3" name="Rectangle 66">
              <a:extLst>
                <a:ext uri="{FF2B5EF4-FFF2-40B4-BE49-F238E27FC236}">
                  <a16:creationId xmlns:a16="http://schemas.microsoft.com/office/drawing/2014/main" id="{3B4259AB-BB5C-471B-8BFD-2464967E0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4" name="Rectangle 67">
              <a:extLst>
                <a:ext uri="{FF2B5EF4-FFF2-40B4-BE49-F238E27FC236}">
                  <a16:creationId xmlns:a16="http://schemas.microsoft.com/office/drawing/2014/main" id="{4A71AFC4-8245-4F87-8986-BFA716379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5" name="Rectangle 68">
              <a:extLst>
                <a:ext uri="{FF2B5EF4-FFF2-40B4-BE49-F238E27FC236}">
                  <a16:creationId xmlns:a16="http://schemas.microsoft.com/office/drawing/2014/main" id="{AA4DB81E-6CDA-4C15-A84C-6764CA845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6" name="Rectangle 69">
              <a:extLst>
                <a:ext uri="{FF2B5EF4-FFF2-40B4-BE49-F238E27FC236}">
                  <a16:creationId xmlns:a16="http://schemas.microsoft.com/office/drawing/2014/main" id="{E6B3071E-6076-4B7A-83B7-92D6A16534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7" name="Rectangle 70">
              <a:extLst>
                <a:ext uri="{FF2B5EF4-FFF2-40B4-BE49-F238E27FC236}">
                  <a16:creationId xmlns:a16="http://schemas.microsoft.com/office/drawing/2014/main" id="{E8543DB1-652E-4988-9780-2A2133D41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8" name="Rectangle 71">
              <a:extLst>
                <a:ext uri="{FF2B5EF4-FFF2-40B4-BE49-F238E27FC236}">
                  <a16:creationId xmlns:a16="http://schemas.microsoft.com/office/drawing/2014/main" id="{42F0AA6A-4C74-462E-8B1B-F39A0F70F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9" name="Rectangle 72">
              <a:extLst>
                <a:ext uri="{FF2B5EF4-FFF2-40B4-BE49-F238E27FC236}">
                  <a16:creationId xmlns:a16="http://schemas.microsoft.com/office/drawing/2014/main" id="{B33C0D7F-04E1-4844-B90C-3FBE5EEF3A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0" name="Rectangle 73">
              <a:extLst>
                <a:ext uri="{FF2B5EF4-FFF2-40B4-BE49-F238E27FC236}">
                  <a16:creationId xmlns:a16="http://schemas.microsoft.com/office/drawing/2014/main" id="{F49B085D-B4DD-458A-826A-3DA24029B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1" name="Rectangle 74">
              <a:extLst>
                <a:ext uri="{FF2B5EF4-FFF2-40B4-BE49-F238E27FC236}">
                  <a16:creationId xmlns:a16="http://schemas.microsoft.com/office/drawing/2014/main" id="{A32F9E5F-5111-453D-A333-FB4E1A1867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2" name="Rectangle 75">
              <a:extLst>
                <a:ext uri="{FF2B5EF4-FFF2-40B4-BE49-F238E27FC236}">
                  <a16:creationId xmlns:a16="http://schemas.microsoft.com/office/drawing/2014/main" id="{47E4D8BD-DEA3-4D27-98E4-F4E701617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3" name="Rectangle 76">
              <a:extLst>
                <a:ext uri="{FF2B5EF4-FFF2-40B4-BE49-F238E27FC236}">
                  <a16:creationId xmlns:a16="http://schemas.microsoft.com/office/drawing/2014/main" id="{BBF03BDD-5E4F-4125-8BBA-793FC2C13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4" name="Rectangle 77">
              <a:extLst>
                <a:ext uri="{FF2B5EF4-FFF2-40B4-BE49-F238E27FC236}">
                  <a16:creationId xmlns:a16="http://schemas.microsoft.com/office/drawing/2014/main" id="{F3B4C098-EB45-4815-8269-996D7522E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5" name="Rectangle 78">
              <a:extLst>
                <a:ext uri="{FF2B5EF4-FFF2-40B4-BE49-F238E27FC236}">
                  <a16:creationId xmlns:a16="http://schemas.microsoft.com/office/drawing/2014/main" id="{B59927F3-4B4B-42A6-8B08-08A49631D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6" name="Rectangle 79">
              <a:extLst>
                <a:ext uri="{FF2B5EF4-FFF2-40B4-BE49-F238E27FC236}">
                  <a16:creationId xmlns:a16="http://schemas.microsoft.com/office/drawing/2014/main" id="{A3EF2292-28DC-48A4-AF27-649B5C4586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7" name="Rectangle 80">
              <a:extLst>
                <a:ext uri="{FF2B5EF4-FFF2-40B4-BE49-F238E27FC236}">
                  <a16:creationId xmlns:a16="http://schemas.microsoft.com/office/drawing/2014/main" id="{248C3F59-9E32-45A2-A3CC-2CB702255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8" name="Rectangle 81">
              <a:extLst>
                <a:ext uri="{FF2B5EF4-FFF2-40B4-BE49-F238E27FC236}">
                  <a16:creationId xmlns:a16="http://schemas.microsoft.com/office/drawing/2014/main" id="{8E4ACB8A-43E4-4093-AE56-AA241704B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9" name="Rectangle 82">
              <a:extLst>
                <a:ext uri="{FF2B5EF4-FFF2-40B4-BE49-F238E27FC236}">
                  <a16:creationId xmlns:a16="http://schemas.microsoft.com/office/drawing/2014/main" id="{D14F99BB-28D1-464F-BB16-2F2623BBC5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0" name="Rectangle 83">
              <a:extLst>
                <a:ext uri="{FF2B5EF4-FFF2-40B4-BE49-F238E27FC236}">
                  <a16:creationId xmlns:a16="http://schemas.microsoft.com/office/drawing/2014/main" id="{A95FA675-3755-4391-B726-68B8FF23AD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1" name="Rectangle 84">
              <a:extLst>
                <a:ext uri="{FF2B5EF4-FFF2-40B4-BE49-F238E27FC236}">
                  <a16:creationId xmlns:a16="http://schemas.microsoft.com/office/drawing/2014/main" id="{49925855-02BD-4CA2-9D33-00CA85C3A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2" name="Rectangle 86">
              <a:extLst>
                <a:ext uri="{FF2B5EF4-FFF2-40B4-BE49-F238E27FC236}">
                  <a16:creationId xmlns:a16="http://schemas.microsoft.com/office/drawing/2014/main" id="{29A0B59B-FDB1-4852-BA6C-06E6417E8D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8505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3" name="Rectangle 87">
              <a:extLst>
                <a:ext uri="{FF2B5EF4-FFF2-40B4-BE49-F238E27FC236}">
                  <a16:creationId xmlns:a16="http://schemas.microsoft.com/office/drawing/2014/main" id="{F2291FF5-CA54-458E-8BD1-99B816F40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4" name="Rectangle 88">
              <a:extLst>
                <a:ext uri="{FF2B5EF4-FFF2-40B4-BE49-F238E27FC236}">
                  <a16:creationId xmlns:a16="http://schemas.microsoft.com/office/drawing/2014/main" id="{97EB7D42-19E8-41E2-B5B0-791AA24B5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8505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5" name="Rectangle 89">
              <a:extLst>
                <a:ext uri="{FF2B5EF4-FFF2-40B4-BE49-F238E27FC236}">
                  <a16:creationId xmlns:a16="http://schemas.microsoft.com/office/drawing/2014/main" id="{F11528A1-D5A5-47C3-A78A-BDF885ECD0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850579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6" name="Rectangle 90">
              <a:extLst>
                <a:ext uri="{FF2B5EF4-FFF2-40B4-BE49-F238E27FC236}">
                  <a16:creationId xmlns:a16="http://schemas.microsoft.com/office/drawing/2014/main" id="{382D90AE-FED6-4FCA-B477-13F5EC154E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7" name="Rectangle 91">
              <a:extLst>
                <a:ext uri="{FF2B5EF4-FFF2-40B4-BE49-F238E27FC236}">
                  <a16:creationId xmlns:a16="http://schemas.microsoft.com/office/drawing/2014/main" id="{32C9B838-AD97-41C2-B167-E2ED06D30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8" name="Rectangle 92">
              <a:extLst>
                <a:ext uri="{FF2B5EF4-FFF2-40B4-BE49-F238E27FC236}">
                  <a16:creationId xmlns:a16="http://schemas.microsoft.com/office/drawing/2014/main" id="{17A1E437-F28C-4912-A416-147E734D2A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9" name="Rectangle 105">
              <a:extLst>
                <a:ext uri="{FF2B5EF4-FFF2-40B4-BE49-F238E27FC236}">
                  <a16:creationId xmlns:a16="http://schemas.microsoft.com/office/drawing/2014/main" id="{DEAE7685-4A38-4785-9605-B19161F69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0" name="Rectangle 106">
              <a:extLst>
                <a:ext uri="{FF2B5EF4-FFF2-40B4-BE49-F238E27FC236}">
                  <a16:creationId xmlns:a16="http://schemas.microsoft.com/office/drawing/2014/main" id="{D8D5236E-C6F3-4C15-B112-50979E39B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1" name="Rectangle 107">
              <a:extLst>
                <a:ext uri="{FF2B5EF4-FFF2-40B4-BE49-F238E27FC236}">
                  <a16:creationId xmlns:a16="http://schemas.microsoft.com/office/drawing/2014/main" id="{EAC78FE3-C094-437A-B445-4F78378023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2" name="Rectangle 108">
              <a:extLst>
                <a:ext uri="{FF2B5EF4-FFF2-40B4-BE49-F238E27FC236}">
                  <a16:creationId xmlns:a16="http://schemas.microsoft.com/office/drawing/2014/main" id="{E515352F-F56E-4A5E-A366-80D13565A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3" name="Rectangle 109">
              <a:extLst>
                <a:ext uri="{FF2B5EF4-FFF2-40B4-BE49-F238E27FC236}">
                  <a16:creationId xmlns:a16="http://schemas.microsoft.com/office/drawing/2014/main" id="{082593FC-9A99-4046-9873-3F17F576F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4" name="Rectangle 110">
              <a:extLst>
                <a:ext uri="{FF2B5EF4-FFF2-40B4-BE49-F238E27FC236}">
                  <a16:creationId xmlns:a16="http://schemas.microsoft.com/office/drawing/2014/main" id="{7BE87C29-956D-4731-9DEF-2472E21D8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5" name="Rectangle 111">
              <a:extLst>
                <a:ext uri="{FF2B5EF4-FFF2-40B4-BE49-F238E27FC236}">
                  <a16:creationId xmlns:a16="http://schemas.microsoft.com/office/drawing/2014/main" id="{A3B07365-8B76-4AFB-ABA7-8DD8B6C91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6" name="Rectangle 113">
              <a:extLst>
                <a:ext uri="{FF2B5EF4-FFF2-40B4-BE49-F238E27FC236}">
                  <a16:creationId xmlns:a16="http://schemas.microsoft.com/office/drawing/2014/main" id="{DC607E7A-BE56-4471-A732-571BF19EBC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7" name="Rectangle 114">
              <a:extLst>
                <a:ext uri="{FF2B5EF4-FFF2-40B4-BE49-F238E27FC236}">
                  <a16:creationId xmlns:a16="http://schemas.microsoft.com/office/drawing/2014/main" id="{AC622CDC-661A-4504-B509-39988A379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8" name="Rectangle 115">
              <a:extLst>
                <a:ext uri="{FF2B5EF4-FFF2-40B4-BE49-F238E27FC236}">
                  <a16:creationId xmlns:a16="http://schemas.microsoft.com/office/drawing/2014/main" id="{62946A9D-9192-4CAD-8F76-974C5FE27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2358971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9" name="Rectangle 116">
              <a:extLst>
                <a:ext uri="{FF2B5EF4-FFF2-40B4-BE49-F238E27FC236}">
                  <a16:creationId xmlns:a16="http://schemas.microsoft.com/office/drawing/2014/main" id="{98A87D74-26D6-44DE-B8E3-3F1228E833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117">
              <a:extLst>
                <a:ext uri="{FF2B5EF4-FFF2-40B4-BE49-F238E27FC236}">
                  <a16:creationId xmlns:a16="http://schemas.microsoft.com/office/drawing/2014/main" id="{305F2911-EBBC-4A1F-9F27-F5A4D6683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2358971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118">
              <a:extLst>
                <a:ext uri="{FF2B5EF4-FFF2-40B4-BE49-F238E27FC236}">
                  <a16:creationId xmlns:a16="http://schemas.microsoft.com/office/drawing/2014/main" id="{E3017ED1-C3DB-468D-917A-7D055013E8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119">
              <a:extLst>
                <a:ext uri="{FF2B5EF4-FFF2-40B4-BE49-F238E27FC236}">
                  <a16:creationId xmlns:a16="http://schemas.microsoft.com/office/drawing/2014/main" id="{364A9FBD-1DB7-46D2-80AE-1EF6158FE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132">
              <a:extLst>
                <a:ext uri="{FF2B5EF4-FFF2-40B4-BE49-F238E27FC236}">
                  <a16:creationId xmlns:a16="http://schemas.microsoft.com/office/drawing/2014/main" id="{5B8F5DA7-A3AB-48C2-A0AA-06DFF2510E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133">
              <a:extLst>
                <a:ext uri="{FF2B5EF4-FFF2-40B4-BE49-F238E27FC236}">
                  <a16:creationId xmlns:a16="http://schemas.microsoft.com/office/drawing/2014/main" id="{B4EEDB8D-D8C1-42F7-816B-88E1F6AC5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134">
              <a:extLst>
                <a:ext uri="{FF2B5EF4-FFF2-40B4-BE49-F238E27FC236}">
                  <a16:creationId xmlns:a16="http://schemas.microsoft.com/office/drawing/2014/main" id="{E15F1A2D-8731-4042-A5CD-84E3C2F446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135">
              <a:extLst>
                <a:ext uri="{FF2B5EF4-FFF2-40B4-BE49-F238E27FC236}">
                  <a16:creationId xmlns:a16="http://schemas.microsoft.com/office/drawing/2014/main" id="{866AE8F6-A982-4075-88C6-096E183A6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136">
              <a:extLst>
                <a:ext uri="{FF2B5EF4-FFF2-40B4-BE49-F238E27FC236}">
                  <a16:creationId xmlns:a16="http://schemas.microsoft.com/office/drawing/2014/main" id="{4E9E8D66-CB5B-45DA-86A6-555048971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137">
              <a:extLst>
                <a:ext uri="{FF2B5EF4-FFF2-40B4-BE49-F238E27FC236}">
                  <a16:creationId xmlns:a16="http://schemas.microsoft.com/office/drawing/2014/main" id="{A22DE3BE-D7D7-4570-BD5B-578C0D546A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138">
              <a:extLst>
                <a:ext uri="{FF2B5EF4-FFF2-40B4-BE49-F238E27FC236}">
                  <a16:creationId xmlns:a16="http://schemas.microsoft.com/office/drawing/2014/main" id="{7A6BABE8-DBE8-441A-87BB-BA336C02D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140">
              <a:extLst>
                <a:ext uri="{FF2B5EF4-FFF2-40B4-BE49-F238E27FC236}">
                  <a16:creationId xmlns:a16="http://schemas.microsoft.com/office/drawing/2014/main" id="{E3D2014F-A2E0-433E-904B-8B6961F86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2866195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141">
              <a:extLst>
                <a:ext uri="{FF2B5EF4-FFF2-40B4-BE49-F238E27FC236}">
                  <a16:creationId xmlns:a16="http://schemas.microsoft.com/office/drawing/2014/main" id="{69E93948-9F67-4652-940D-D296937F99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2866195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142">
              <a:extLst>
                <a:ext uri="{FF2B5EF4-FFF2-40B4-BE49-F238E27FC236}">
                  <a16:creationId xmlns:a16="http://schemas.microsoft.com/office/drawing/2014/main" id="{DF77B519-E891-4382-8E18-46FCB0F8C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143">
              <a:extLst>
                <a:ext uri="{FF2B5EF4-FFF2-40B4-BE49-F238E27FC236}">
                  <a16:creationId xmlns:a16="http://schemas.microsoft.com/office/drawing/2014/main" id="{D5D17266-EBAA-471D-8E73-01469C471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144">
              <a:extLst>
                <a:ext uri="{FF2B5EF4-FFF2-40B4-BE49-F238E27FC236}">
                  <a16:creationId xmlns:a16="http://schemas.microsoft.com/office/drawing/2014/main" id="{D44C52C9-4A4D-4A1A-8A29-69726A6A3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145">
              <a:extLst>
                <a:ext uri="{FF2B5EF4-FFF2-40B4-BE49-F238E27FC236}">
                  <a16:creationId xmlns:a16="http://schemas.microsoft.com/office/drawing/2014/main" id="{FA87CB27-8CDF-4677-9DF5-DFB94C701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146">
              <a:extLst>
                <a:ext uri="{FF2B5EF4-FFF2-40B4-BE49-F238E27FC236}">
                  <a16:creationId xmlns:a16="http://schemas.microsoft.com/office/drawing/2014/main" id="{4AADF530-084D-4ABD-9074-C7575F810C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159">
              <a:extLst>
                <a:ext uri="{FF2B5EF4-FFF2-40B4-BE49-F238E27FC236}">
                  <a16:creationId xmlns:a16="http://schemas.microsoft.com/office/drawing/2014/main" id="{C322B879-3988-4E94-A06A-2E2974CE5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160">
              <a:extLst>
                <a:ext uri="{FF2B5EF4-FFF2-40B4-BE49-F238E27FC236}">
                  <a16:creationId xmlns:a16="http://schemas.microsoft.com/office/drawing/2014/main" id="{1FB2D558-1E2B-4728-B37A-424934B7A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161">
              <a:extLst>
                <a:ext uri="{FF2B5EF4-FFF2-40B4-BE49-F238E27FC236}">
                  <a16:creationId xmlns:a16="http://schemas.microsoft.com/office/drawing/2014/main" id="{0A804D08-6835-454A-A817-80AFAFA27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162">
              <a:extLst>
                <a:ext uri="{FF2B5EF4-FFF2-40B4-BE49-F238E27FC236}">
                  <a16:creationId xmlns:a16="http://schemas.microsoft.com/office/drawing/2014/main" id="{088B375A-8C1A-4982-9F8E-9B47B9FDCA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163">
              <a:extLst>
                <a:ext uri="{FF2B5EF4-FFF2-40B4-BE49-F238E27FC236}">
                  <a16:creationId xmlns:a16="http://schemas.microsoft.com/office/drawing/2014/main" id="{7FDDF96D-95E0-4634-92CA-2BD5749E0D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164">
              <a:extLst>
                <a:ext uri="{FF2B5EF4-FFF2-40B4-BE49-F238E27FC236}">
                  <a16:creationId xmlns:a16="http://schemas.microsoft.com/office/drawing/2014/main" id="{FFAB5B60-AC73-4661-9026-4738F218AA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165">
              <a:extLst>
                <a:ext uri="{FF2B5EF4-FFF2-40B4-BE49-F238E27FC236}">
                  <a16:creationId xmlns:a16="http://schemas.microsoft.com/office/drawing/2014/main" id="{55977D1F-AEBB-4C53-9386-D84525085B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167">
              <a:extLst>
                <a:ext uri="{FF2B5EF4-FFF2-40B4-BE49-F238E27FC236}">
                  <a16:creationId xmlns:a16="http://schemas.microsoft.com/office/drawing/2014/main" id="{1DC84208-E766-4580-A861-C3CFC0E372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5" name="Rectangle 168">
              <a:extLst>
                <a:ext uri="{FF2B5EF4-FFF2-40B4-BE49-F238E27FC236}">
                  <a16:creationId xmlns:a16="http://schemas.microsoft.com/office/drawing/2014/main" id="{2325F7E8-2FD3-4BEC-A7B6-AD4FD4B1F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6" name="Rectangle 169">
              <a:extLst>
                <a:ext uri="{FF2B5EF4-FFF2-40B4-BE49-F238E27FC236}">
                  <a16:creationId xmlns:a16="http://schemas.microsoft.com/office/drawing/2014/main" id="{E25EE725-3FFE-489B-90BB-54AF71067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7" name="Rectangle 170">
              <a:extLst>
                <a:ext uri="{FF2B5EF4-FFF2-40B4-BE49-F238E27FC236}">
                  <a16:creationId xmlns:a16="http://schemas.microsoft.com/office/drawing/2014/main" id="{5FF69CBE-D1C4-47E2-B021-1A16583B86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8" name="Rectangle 171">
              <a:extLst>
                <a:ext uri="{FF2B5EF4-FFF2-40B4-BE49-F238E27FC236}">
                  <a16:creationId xmlns:a16="http://schemas.microsoft.com/office/drawing/2014/main" id="{2FD7DC93-4697-49F2-9683-A519993F3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9" name="Rectangle 172">
              <a:extLst>
                <a:ext uri="{FF2B5EF4-FFF2-40B4-BE49-F238E27FC236}">
                  <a16:creationId xmlns:a16="http://schemas.microsoft.com/office/drawing/2014/main" id="{F078C2FC-1AFA-4F34-AEB1-722384C0D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0" name="Rectangle 173">
              <a:extLst>
                <a:ext uri="{FF2B5EF4-FFF2-40B4-BE49-F238E27FC236}">
                  <a16:creationId xmlns:a16="http://schemas.microsoft.com/office/drawing/2014/main" id="{B4CD4DEB-6026-4ACE-9EF8-D5BB38BCD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1" name="Rectangle 186">
              <a:extLst>
                <a:ext uri="{FF2B5EF4-FFF2-40B4-BE49-F238E27FC236}">
                  <a16:creationId xmlns:a16="http://schemas.microsoft.com/office/drawing/2014/main" id="{7BFD734A-1348-4955-827A-416C4FCDC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2" name="Rectangle 187">
              <a:extLst>
                <a:ext uri="{FF2B5EF4-FFF2-40B4-BE49-F238E27FC236}">
                  <a16:creationId xmlns:a16="http://schemas.microsoft.com/office/drawing/2014/main" id="{639C0A45-AA0E-4799-9B48-D56FD46E76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3" name="Rectangle 188">
              <a:extLst>
                <a:ext uri="{FF2B5EF4-FFF2-40B4-BE49-F238E27FC236}">
                  <a16:creationId xmlns:a16="http://schemas.microsoft.com/office/drawing/2014/main" id="{27B6305A-BDDA-4961-B3ED-4CDE68C9BE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4" name="Rectangle 189">
              <a:extLst>
                <a:ext uri="{FF2B5EF4-FFF2-40B4-BE49-F238E27FC236}">
                  <a16:creationId xmlns:a16="http://schemas.microsoft.com/office/drawing/2014/main" id="{DD6CA54E-582F-4C37-9D3A-BFA3E45D2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5" name="Rectangle 190">
              <a:extLst>
                <a:ext uri="{FF2B5EF4-FFF2-40B4-BE49-F238E27FC236}">
                  <a16:creationId xmlns:a16="http://schemas.microsoft.com/office/drawing/2014/main" id="{14E6965D-E230-4479-A391-3BCD5A2BBB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6" name="Rectangle 191">
              <a:extLst>
                <a:ext uri="{FF2B5EF4-FFF2-40B4-BE49-F238E27FC236}">
                  <a16:creationId xmlns:a16="http://schemas.microsoft.com/office/drawing/2014/main" id="{363FE856-8F60-49E3-9E59-695D571F03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7" name="Rectangle 192">
              <a:extLst>
                <a:ext uri="{FF2B5EF4-FFF2-40B4-BE49-F238E27FC236}">
                  <a16:creationId xmlns:a16="http://schemas.microsoft.com/office/drawing/2014/main" id="{2FB0342C-B7FA-47B4-B1FF-6954791FDF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3745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8" name="Rectangle 194">
              <a:extLst>
                <a:ext uri="{FF2B5EF4-FFF2-40B4-BE49-F238E27FC236}">
                  <a16:creationId xmlns:a16="http://schemas.microsoft.com/office/drawing/2014/main" id="{1122B8B2-F8E5-4A2E-A416-E53AAE197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9" name="Rectangle 195">
              <a:extLst>
                <a:ext uri="{FF2B5EF4-FFF2-40B4-BE49-F238E27FC236}">
                  <a16:creationId xmlns:a16="http://schemas.microsoft.com/office/drawing/2014/main" id="{4B87FC86-0D1F-4F15-9C22-AA0B2E2E12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882979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0" name="Rectangle 196">
              <a:extLst>
                <a:ext uri="{FF2B5EF4-FFF2-40B4-BE49-F238E27FC236}">
                  <a16:creationId xmlns:a16="http://schemas.microsoft.com/office/drawing/2014/main" id="{F8DDBB36-03C4-472F-9030-50E6B3212B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1" name="Rectangle 197">
              <a:extLst>
                <a:ext uri="{FF2B5EF4-FFF2-40B4-BE49-F238E27FC236}">
                  <a16:creationId xmlns:a16="http://schemas.microsoft.com/office/drawing/2014/main" id="{E84F816D-E7F7-4FC6-9198-C7A278EDB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2" name="Rectangle 198">
              <a:extLst>
                <a:ext uri="{FF2B5EF4-FFF2-40B4-BE49-F238E27FC236}">
                  <a16:creationId xmlns:a16="http://schemas.microsoft.com/office/drawing/2014/main" id="{8C5E4DCC-4206-42A4-BE08-8E415FF60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3" name="Rectangle 199">
              <a:extLst>
                <a:ext uri="{FF2B5EF4-FFF2-40B4-BE49-F238E27FC236}">
                  <a16:creationId xmlns:a16="http://schemas.microsoft.com/office/drawing/2014/main" id="{3EE8B95F-3C8D-4F9E-84E8-BEA481060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4" name="Rectangle 200">
              <a:extLst>
                <a:ext uri="{FF2B5EF4-FFF2-40B4-BE49-F238E27FC236}">
                  <a16:creationId xmlns:a16="http://schemas.microsoft.com/office/drawing/2014/main" id="{5E59882C-157C-443F-9111-16EC7661D4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5" name="Rectangle 214">
              <a:extLst>
                <a:ext uri="{FF2B5EF4-FFF2-40B4-BE49-F238E27FC236}">
                  <a16:creationId xmlns:a16="http://schemas.microsoft.com/office/drawing/2014/main" id="{779BE661-91DF-4B4E-8AF9-45D24F4AD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6" name="Rectangle 215">
              <a:extLst>
                <a:ext uri="{FF2B5EF4-FFF2-40B4-BE49-F238E27FC236}">
                  <a16:creationId xmlns:a16="http://schemas.microsoft.com/office/drawing/2014/main" id="{91810401-B6D2-4EA1-B203-697A043236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7" name="Rectangle 216">
              <a:extLst>
                <a:ext uri="{FF2B5EF4-FFF2-40B4-BE49-F238E27FC236}">
                  <a16:creationId xmlns:a16="http://schemas.microsoft.com/office/drawing/2014/main" id="{CC3BED62-8CA0-4375-AB0A-72617711B0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8" name="Rectangle 217">
              <a:extLst>
                <a:ext uri="{FF2B5EF4-FFF2-40B4-BE49-F238E27FC236}">
                  <a16:creationId xmlns:a16="http://schemas.microsoft.com/office/drawing/2014/main" id="{64B31A64-91AE-4DF4-8D81-94752C787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9" name="Rectangle 218">
              <a:extLst>
                <a:ext uri="{FF2B5EF4-FFF2-40B4-BE49-F238E27FC236}">
                  <a16:creationId xmlns:a16="http://schemas.microsoft.com/office/drawing/2014/main" id="{9ECDDCA8-99C7-4E2C-A3DA-6A39A5461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0" name="Rectangle 219">
              <a:extLst>
                <a:ext uri="{FF2B5EF4-FFF2-40B4-BE49-F238E27FC236}">
                  <a16:creationId xmlns:a16="http://schemas.microsoft.com/office/drawing/2014/main" id="{9E610FA0-F583-4C87-9186-97DA3A3F5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8829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1" name="Rectangle 220">
              <a:extLst>
                <a:ext uri="{FF2B5EF4-FFF2-40B4-BE49-F238E27FC236}">
                  <a16:creationId xmlns:a16="http://schemas.microsoft.com/office/drawing/2014/main" id="{C0181C2A-AC28-493E-9832-9D5782282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2" name="Rectangle 222">
              <a:extLst>
                <a:ext uri="{FF2B5EF4-FFF2-40B4-BE49-F238E27FC236}">
                  <a16:creationId xmlns:a16="http://schemas.microsoft.com/office/drawing/2014/main" id="{3A65CCD8-DA6B-47D9-BE08-9831358B7F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3" name="Rectangle 223">
              <a:extLst>
                <a:ext uri="{FF2B5EF4-FFF2-40B4-BE49-F238E27FC236}">
                  <a16:creationId xmlns:a16="http://schemas.microsoft.com/office/drawing/2014/main" id="{432DF8DB-2535-4604-A56C-4F411A13A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4" name="Rectangle 224">
              <a:extLst>
                <a:ext uri="{FF2B5EF4-FFF2-40B4-BE49-F238E27FC236}">
                  <a16:creationId xmlns:a16="http://schemas.microsoft.com/office/drawing/2014/main" id="{B585B91F-5190-4F14-B1D1-F49E48A0D8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5" name="Rectangle 225">
              <a:extLst>
                <a:ext uri="{FF2B5EF4-FFF2-40B4-BE49-F238E27FC236}">
                  <a16:creationId xmlns:a16="http://schemas.microsoft.com/office/drawing/2014/main" id="{49F28844-8AC8-4173-B5BB-9FF425A50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6" name="Rectangle 226">
              <a:extLst>
                <a:ext uri="{FF2B5EF4-FFF2-40B4-BE49-F238E27FC236}">
                  <a16:creationId xmlns:a16="http://schemas.microsoft.com/office/drawing/2014/main" id="{E750B745-BCDB-4D34-BBB4-107F54941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7" name="Rectangle 227">
              <a:extLst>
                <a:ext uri="{FF2B5EF4-FFF2-40B4-BE49-F238E27FC236}">
                  <a16:creationId xmlns:a16="http://schemas.microsoft.com/office/drawing/2014/main" id="{CB843387-A206-4CDB-845C-87952DF4F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8" name="Rectangle 228">
              <a:extLst>
                <a:ext uri="{FF2B5EF4-FFF2-40B4-BE49-F238E27FC236}">
                  <a16:creationId xmlns:a16="http://schemas.microsoft.com/office/drawing/2014/main" id="{F7012F48-14EA-4A10-B23B-D2DD376FD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9" name="Rectangle 241">
              <a:extLst>
                <a:ext uri="{FF2B5EF4-FFF2-40B4-BE49-F238E27FC236}">
                  <a16:creationId xmlns:a16="http://schemas.microsoft.com/office/drawing/2014/main" id="{9071865C-5264-4C64-86F2-5F136CDB3D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0" name="Rectangle 242">
              <a:extLst>
                <a:ext uri="{FF2B5EF4-FFF2-40B4-BE49-F238E27FC236}">
                  <a16:creationId xmlns:a16="http://schemas.microsoft.com/office/drawing/2014/main" id="{5FC89895-3E12-4B31-8AC4-F2C571271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1" name="Rectangle 243">
              <a:extLst>
                <a:ext uri="{FF2B5EF4-FFF2-40B4-BE49-F238E27FC236}">
                  <a16:creationId xmlns:a16="http://schemas.microsoft.com/office/drawing/2014/main" id="{822714A3-365A-4F69-84FD-C7A6C113C1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2" name="Rectangle 244">
              <a:extLst>
                <a:ext uri="{FF2B5EF4-FFF2-40B4-BE49-F238E27FC236}">
                  <a16:creationId xmlns:a16="http://schemas.microsoft.com/office/drawing/2014/main" id="{E831580F-B4FA-4FC0-94FF-AD9DB2B2F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3" name="Rectangle 245">
              <a:extLst>
                <a:ext uri="{FF2B5EF4-FFF2-40B4-BE49-F238E27FC236}">
                  <a16:creationId xmlns:a16="http://schemas.microsoft.com/office/drawing/2014/main" id="{6FC45DDA-F270-4338-BB79-E4F603065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4" name="Rectangle 246">
              <a:extLst>
                <a:ext uri="{FF2B5EF4-FFF2-40B4-BE49-F238E27FC236}">
                  <a16:creationId xmlns:a16="http://schemas.microsoft.com/office/drawing/2014/main" id="{DF6A400A-8A10-49DE-A315-385C4794A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5" name="Rectangle 247">
              <a:extLst>
                <a:ext uri="{FF2B5EF4-FFF2-40B4-BE49-F238E27FC236}">
                  <a16:creationId xmlns:a16="http://schemas.microsoft.com/office/drawing/2014/main" id="{2EA6C4C3-FE6D-4C45-9F6E-327D1D563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6" name="Rectangle 249">
              <a:extLst>
                <a:ext uri="{FF2B5EF4-FFF2-40B4-BE49-F238E27FC236}">
                  <a16:creationId xmlns:a16="http://schemas.microsoft.com/office/drawing/2014/main" id="{9164A3A4-A0CB-4566-AFBE-563D91A10F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7" name="Rectangle 250">
              <a:extLst>
                <a:ext uri="{FF2B5EF4-FFF2-40B4-BE49-F238E27FC236}">
                  <a16:creationId xmlns:a16="http://schemas.microsoft.com/office/drawing/2014/main" id="{FC689E73-96C3-4DFF-ABAC-A63C4BB15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8" name="Rectangle 251">
              <a:extLst>
                <a:ext uri="{FF2B5EF4-FFF2-40B4-BE49-F238E27FC236}">
                  <a16:creationId xmlns:a16="http://schemas.microsoft.com/office/drawing/2014/main" id="{49DC827D-FB7B-4DC2-A762-F5F17F148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9" name="Rectangle 252">
              <a:extLst>
                <a:ext uri="{FF2B5EF4-FFF2-40B4-BE49-F238E27FC236}">
                  <a16:creationId xmlns:a16="http://schemas.microsoft.com/office/drawing/2014/main" id="{C228A320-DB20-438B-A918-A580ACBFC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0" name="Rectangle 253">
              <a:extLst>
                <a:ext uri="{FF2B5EF4-FFF2-40B4-BE49-F238E27FC236}">
                  <a16:creationId xmlns:a16="http://schemas.microsoft.com/office/drawing/2014/main" id="{9897219B-EBD5-4581-8A2F-89939367A6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1" name="Rectangle 254">
              <a:extLst>
                <a:ext uri="{FF2B5EF4-FFF2-40B4-BE49-F238E27FC236}">
                  <a16:creationId xmlns:a16="http://schemas.microsoft.com/office/drawing/2014/main" id="{B8DDB46C-98EC-4AA3-8DC6-3C1937629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2" name="Rectangle 255">
              <a:extLst>
                <a:ext uri="{FF2B5EF4-FFF2-40B4-BE49-F238E27FC236}">
                  <a16:creationId xmlns:a16="http://schemas.microsoft.com/office/drawing/2014/main" id="{808B3D4B-87CC-405D-9F91-FF03DD240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3" name="Rectangle 268">
              <a:extLst>
                <a:ext uri="{FF2B5EF4-FFF2-40B4-BE49-F238E27FC236}">
                  <a16:creationId xmlns:a16="http://schemas.microsoft.com/office/drawing/2014/main" id="{368C3B92-A8BF-48DA-A49B-DEEB8B156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4" name="Rectangle 269">
              <a:extLst>
                <a:ext uri="{FF2B5EF4-FFF2-40B4-BE49-F238E27FC236}">
                  <a16:creationId xmlns:a16="http://schemas.microsoft.com/office/drawing/2014/main" id="{C6AE408F-F0A6-4B28-9BE9-0FACFB243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5" name="Rectangle 270">
              <a:extLst>
                <a:ext uri="{FF2B5EF4-FFF2-40B4-BE49-F238E27FC236}">
                  <a16:creationId xmlns:a16="http://schemas.microsoft.com/office/drawing/2014/main" id="{78937A9C-A111-49DA-A588-1C93AD60F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6" name="Rectangle 271">
              <a:extLst>
                <a:ext uri="{FF2B5EF4-FFF2-40B4-BE49-F238E27FC236}">
                  <a16:creationId xmlns:a16="http://schemas.microsoft.com/office/drawing/2014/main" id="{89501F7C-3060-4F40-952B-8BEDDCE50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7" name="Rectangle 272">
              <a:extLst>
                <a:ext uri="{FF2B5EF4-FFF2-40B4-BE49-F238E27FC236}">
                  <a16:creationId xmlns:a16="http://schemas.microsoft.com/office/drawing/2014/main" id="{C12674AC-F8DE-4BF0-B819-9E2A2AF2FE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4898595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8" name="Rectangle 273">
              <a:extLst>
                <a:ext uri="{FF2B5EF4-FFF2-40B4-BE49-F238E27FC236}">
                  <a16:creationId xmlns:a16="http://schemas.microsoft.com/office/drawing/2014/main" id="{B7785334-7690-4CF7-9269-7772426ED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4898595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9" name="Rectangle 274">
              <a:extLst>
                <a:ext uri="{FF2B5EF4-FFF2-40B4-BE49-F238E27FC236}">
                  <a16:creationId xmlns:a16="http://schemas.microsoft.com/office/drawing/2014/main" id="{1D74AEA1-716D-444E-9FA0-111672E59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4898595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0" name="Rectangle 276">
              <a:extLst>
                <a:ext uri="{FF2B5EF4-FFF2-40B4-BE49-F238E27FC236}">
                  <a16:creationId xmlns:a16="http://schemas.microsoft.com/office/drawing/2014/main" id="{3438C147-B1A7-4B1E-AE39-DA7715FBB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1" name="Rectangle 277">
              <a:extLst>
                <a:ext uri="{FF2B5EF4-FFF2-40B4-BE49-F238E27FC236}">
                  <a16:creationId xmlns:a16="http://schemas.microsoft.com/office/drawing/2014/main" id="{84AA6B27-1DF9-4C1A-8EB8-285EAD775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2" name="Rectangle 278">
              <a:extLst>
                <a:ext uri="{FF2B5EF4-FFF2-40B4-BE49-F238E27FC236}">
                  <a16:creationId xmlns:a16="http://schemas.microsoft.com/office/drawing/2014/main" id="{EC4CD7F9-CEBB-45D2-BC0F-696E95FC1E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3" name="Rectangle 279">
              <a:extLst>
                <a:ext uri="{FF2B5EF4-FFF2-40B4-BE49-F238E27FC236}">
                  <a16:creationId xmlns:a16="http://schemas.microsoft.com/office/drawing/2014/main" id="{25CE44E3-3ADD-478D-A105-8FBE0876C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4" name="Rectangle 280">
              <a:extLst>
                <a:ext uri="{FF2B5EF4-FFF2-40B4-BE49-F238E27FC236}">
                  <a16:creationId xmlns:a16="http://schemas.microsoft.com/office/drawing/2014/main" id="{A8F0BFFE-3D79-4101-821A-4AF5607EC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5" name="Rectangle 281">
              <a:extLst>
                <a:ext uri="{FF2B5EF4-FFF2-40B4-BE49-F238E27FC236}">
                  <a16:creationId xmlns:a16="http://schemas.microsoft.com/office/drawing/2014/main" id="{84D419AF-8225-41B8-86F5-75B9A63B2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6" name="Rectangle 282">
              <a:extLst>
                <a:ext uri="{FF2B5EF4-FFF2-40B4-BE49-F238E27FC236}">
                  <a16:creationId xmlns:a16="http://schemas.microsoft.com/office/drawing/2014/main" id="{4E58BD16-2A71-4755-BC85-16C8F3739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7" name="Rectangle 283">
              <a:extLst>
                <a:ext uri="{FF2B5EF4-FFF2-40B4-BE49-F238E27FC236}">
                  <a16:creationId xmlns:a16="http://schemas.microsoft.com/office/drawing/2014/main" id="{F56B1EBF-9ACC-4EEA-9794-00E325DCA5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8" name="Rectangle 284">
              <a:extLst>
                <a:ext uri="{FF2B5EF4-FFF2-40B4-BE49-F238E27FC236}">
                  <a16:creationId xmlns:a16="http://schemas.microsoft.com/office/drawing/2014/main" id="{CCFE505E-DEE7-4620-81F5-36AFA872F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9" name="Rectangle 285">
              <a:extLst>
                <a:ext uri="{FF2B5EF4-FFF2-40B4-BE49-F238E27FC236}">
                  <a16:creationId xmlns:a16="http://schemas.microsoft.com/office/drawing/2014/main" id="{30C4E4C1-9D8B-44EC-8D99-2E618636E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0" name="Rectangle 286">
              <a:extLst>
                <a:ext uri="{FF2B5EF4-FFF2-40B4-BE49-F238E27FC236}">
                  <a16:creationId xmlns:a16="http://schemas.microsoft.com/office/drawing/2014/main" id="{775CBB56-B210-43F2-87E2-DE5A0CA40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1" name="Rectangle 287">
              <a:extLst>
                <a:ext uri="{FF2B5EF4-FFF2-40B4-BE49-F238E27FC236}">
                  <a16:creationId xmlns:a16="http://schemas.microsoft.com/office/drawing/2014/main" id="{6667B41B-9A3E-4667-A1C7-B7369F0101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2" name="Rectangle 288">
              <a:extLst>
                <a:ext uri="{FF2B5EF4-FFF2-40B4-BE49-F238E27FC236}">
                  <a16:creationId xmlns:a16="http://schemas.microsoft.com/office/drawing/2014/main" id="{796F6F02-6043-46B6-ACB2-F0D85A865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3" name="Rectangle 289">
              <a:extLst>
                <a:ext uri="{FF2B5EF4-FFF2-40B4-BE49-F238E27FC236}">
                  <a16:creationId xmlns:a16="http://schemas.microsoft.com/office/drawing/2014/main" id="{929725D4-ED31-40E2-8AB3-47D0FD5DE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4" name="Rectangle 290">
              <a:extLst>
                <a:ext uri="{FF2B5EF4-FFF2-40B4-BE49-F238E27FC236}">
                  <a16:creationId xmlns:a16="http://schemas.microsoft.com/office/drawing/2014/main" id="{6E0AE0BD-ECE4-468E-A5C9-0DE456154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5" name="Rectangle 291">
              <a:extLst>
                <a:ext uri="{FF2B5EF4-FFF2-40B4-BE49-F238E27FC236}">
                  <a16:creationId xmlns:a16="http://schemas.microsoft.com/office/drawing/2014/main" id="{4400955C-33E1-4C75-9F63-728D8665A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6" name="Rectangle 292">
              <a:extLst>
                <a:ext uri="{FF2B5EF4-FFF2-40B4-BE49-F238E27FC236}">
                  <a16:creationId xmlns:a16="http://schemas.microsoft.com/office/drawing/2014/main" id="{D961C0B6-3B1B-4839-857B-114099F3F1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7" name="Rectangle 293">
              <a:extLst>
                <a:ext uri="{FF2B5EF4-FFF2-40B4-BE49-F238E27FC236}">
                  <a16:creationId xmlns:a16="http://schemas.microsoft.com/office/drawing/2014/main" id="{DF5F8018-F3F9-4B6A-961C-FDE42B1AC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8" name="Rectangle 294">
              <a:extLst>
                <a:ext uri="{FF2B5EF4-FFF2-40B4-BE49-F238E27FC236}">
                  <a16:creationId xmlns:a16="http://schemas.microsoft.com/office/drawing/2014/main" id="{F9B0F8D9-7724-4ACF-BA7F-110AA4FF0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9" name="Rectangle 295">
              <a:extLst>
                <a:ext uri="{FF2B5EF4-FFF2-40B4-BE49-F238E27FC236}">
                  <a16:creationId xmlns:a16="http://schemas.microsoft.com/office/drawing/2014/main" id="{1D3659AF-0565-450F-85E1-3D9707E72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0" name="Rectangle 296">
              <a:extLst>
                <a:ext uri="{FF2B5EF4-FFF2-40B4-BE49-F238E27FC236}">
                  <a16:creationId xmlns:a16="http://schemas.microsoft.com/office/drawing/2014/main" id="{5FE90139-0B55-4644-A3B5-120193B9A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1" name="Rectangle 297">
              <a:extLst>
                <a:ext uri="{FF2B5EF4-FFF2-40B4-BE49-F238E27FC236}">
                  <a16:creationId xmlns:a16="http://schemas.microsoft.com/office/drawing/2014/main" id="{5C52DEE4-F75A-448E-AC22-D4A8424D60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4069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2" name="Rectangle 298">
              <a:extLst>
                <a:ext uri="{FF2B5EF4-FFF2-40B4-BE49-F238E27FC236}">
                  <a16:creationId xmlns:a16="http://schemas.microsoft.com/office/drawing/2014/main" id="{0FAA6019-458E-49C0-82BF-4DA9376EF5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3" name="Rectangle 299">
              <a:extLst>
                <a:ext uri="{FF2B5EF4-FFF2-40B4-BE49-F238E27FC236}">
                  <a16:creationId xmlns:a16="http://schemas.microsoft.com/office/drawing/2014/main" id="{A10BEF18-4D65-4ECD-AD29-9B429488E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406987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4" name="Rectangle 300">
              <a:extLst>
                <a:ext uri="{FF2B5EF4-FFF2-40B4-BE49-F238E27FC236}">
                  <a16:creationId xmlns:a16="http://schemas.microsoft.com/office/drawing/2014/main" id="{B5150899-574E-4361-8BD8-908931E2F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5" name="Rectangle 301">
              <a:extLst>
                <a:ext uri="{FF2B5EF4-FFF2-40B4-BE49-F238E27FC236}">
                  <a16:creationId xmlns:a16="http://schemas.microsoft.com/office/drawing/2014/main" id="{BEA711FE-B1AF-4B37-81CB-C560FA27C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6" name="Rectangle 303">
              <a:extLst>
                <a:ext uri="{FF2B5EF4-FFF2-40B4-BE49-F238E27FC236}">
                  <a16:creationId xmlns:a16="http://schemas.microsoft.com/office/drawing/2014/main" id="{80E4ED87-41E6-49B3-91BA-686B2B81B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7" name="Rectangle 304">
              <a:extLst>
                <a:ext uri="{FF2B5EF4-FFF2-40B4-BE49-F238E27FC236}">
                  <a16:creationId xmlns:a16="http://schemas.microsoft.com/office/drawing/2014/main" id="{4E9BE40A-EE42-4123-8BA0-FF7F0385F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8" name="Rectangle 305">
              <a:extLst>
                <a:ext uri="{FF2B5EF4-FFF2-40B4-BE49-F238E27FC236}">
                  <a16:creationId xmlns:a16="http://schemas.microsoft.com/office/drawing/2014/main" id="{B611F1C1-8FC2-46A0-9BD2-C302F7B52C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9" name="Rectangle 306">
              <a:extLst>
                <a:ext uri="{FF2B5EF4-FFF2-40B4-BE49-F238E27FC236}">
                  <a16:creationId xmlns:a16="http://schemas.microsoft.com/office/drawing/2014/main" id="{930B6D85-2884-41AB-BDBA-4E324F36B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0" name="Rectangle 307">
              <a:extLst>
                <a:ext uri="{FF2B5EF4-FFF2-40B4-BE49-F238E27FC236}">
                  <a16:creationId xmlns:a16="http://schemas.microsoft.com/office/drawing/2014/main" id="{7F9C1F3D-FD52-424C-9FF6-C48477A49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1" name="Rectangle 308">
              <a:extLst>
                <a:ext uri="{FF2B5EF4-FFF2-40B4-BE49-F238E27FC236}">
                  <a16:creationId xmlns:a16="http://schemas.microsoft.com/office/drawing/2014/main" id="{E7486E9D-3A69-4A97-AA5C-AF76EF8F5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2" name="Rectangle 309">
              <a:extLst>
                <a:ext uri="{FF2B5EF4-FFF2-40B4-BE49-F238E27FC236}">
                  <a16:creationId xmlns:a16="http://schemas.microsoft.com/office/drawing/2014/main" id="{0AA7E796-96DA-498C-93D9-136DDFB2F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3" name="Rectangle 310">
              <a:extLst>
                <a:ext uri="{FF2B5EF4-FFF2-40B4-BE49-F238E27FC236}">
                  <a16:creationId xmlns:a16="http://schemas.microsoft.com/office/drawing/2014/main" id="{A66B0CB8-31EE-439B-AC73-841AF9BC5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4" name="Rectangle 311">
              <a:extLst>
                <a:ext uri="{FF2B5EF4-FFF2-40B4-BE49-F238E27FC236}">
                  <a16:creationId xmlns:a16="http://schemas.microsoft.com/office/drawing/2014/main" id="{3369CA06-5E6E-4F9E-A1F5-CDE829557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5" name="Rectangle 312">
              <a:extLst>
                <a:ext uri="{FF2B5EF4-FFF2-40B4-BE49-F238E27FC236}">
                  <a16:creationId xmlns:a16="http://schemas.microsoft.com/office/drawing/2014/main" id="{E99CE921-0DE8-4AB7-AC5C-1424E0C194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6" name="Rectangle 313">
              <a:extLst>
                <a:ext uri="{FF2B5EF4-FFF2-40B4-BE49-F238E27FC236}">
                  <a16:creationId xmlns:a16="http://schemas.microsoft.com/office/drawing/2014/main" id="{44B0D7FC-1229-4D80-AFFC-1892AC41B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7" name="Rectangle 314">
              <a:extLst>
                <a:ext uri="{FF2B5EF4-FFF2-40B4-BE49-F238E27FC236}">
                  <a16:creationId xmlns:a16="http://schemas.microsoft.com/office/drawing/2014/main" id="{9CC127BC-9564-47FC-B62B-448598DBAB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8" name="Rectangle 315">
              <a:extLst>
                <a:ext uri="{FF2B5EF4-FFF2-40B4-BE49-F238E27FC236}">
                  <a16:creationId xmlns:a16="http://schemas.microsoft.com/office/drawing/2014/main" id="{B9AB1F98-2ED9-4FA8-B563-43ABB5173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9" name="Rectangle 316">
              <a:extLst>
                <a:ext uri="{FF2B5EF4-FFF2-40B4-BE49-F238E27FC236}">
                  <a16:creationId xmlns:a16="http://schemas.microsoft.com/office/drawing/2014/main" id="{A6DA074F-063A-4813-AE3D-039A5CEC3F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0" name="Rectangle 317">
              <a:extLst>
                <a:ext uri="{FF2B5EF4-FFF2-40B4-BE49-F238E27FC236}">
                  <a16:creationId xmlns:a16="http://schemas.microsoft.com/office/drawing/2014/main" id="{E2D48949-643D-4CD5-94F2-5B81BCC4A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1" name="Rectangle 318">
              <a:extLst>
                <a:ext uri="{FF2B5EF4-FFF2-40B4-BE49-F238E27FC236}">
                  <a16:creationId xmlns:a16="http://schemas.microsoft.com/office/drawing/2014/main" id="{00728DC9-776B-49FA-ABFC-CE0772CDA2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2" name="Rectangle 319">
              <a:extLst>
                <a:ext uri="{FF2B5EF4-FFF2-40B4-BE49-F238E27FC236}">
                  <a16:creationId xmlns:a16="http://schemas.microsoft.com/office/drawing/2014/main" id="{F940E1FC-5AC7-4790-9F31-160A60507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3" name="Rectangle 320">
              <a:extLst>
                <a:ext uri="{FF2B5EF4-FFF2-40B4-BE49-F238E27FC236}">
                  <a16:creationId xmlns:a16="http://schemas.microsoft.com/office/drawing/2014/main" id="{9A9BC016-C68C-4EA0-9BAE-277C05D16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4" name="Rectangle 321">
              <a:extLst>
                <a:ext uri="{FF2B5EF4-FFF2-40B4-BE49-F238E27FC236}">
                  <a16:creationId xmlns:a16="http://schemas.microsoft.com/office/drawing/2014/main" id="{85D72911-CD6D-4223-B9B7-AF8B7667D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5" name="Rectangle 322">
              <a:extLst>
                <a:ext uri="{FF2B5EF4-FFF2-40B4-BE49-F238E27FC236}">
                  <a16:creationId xmlns:a16="http://schemas.microsoft.com/office/drawing/2014/main" id="{44F55F88-B6F7-42F9-A7A0-92FA35616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6" name="Rectangle 323">
              <a:extLst>
                <a:ext uri="{FF2B5EF4-FFF2-40B4-BE49-F238E27FC236}">
                  <a16:creationId xmlns:a16="http://schemas.microsoft.com/office/drawing/2014/main" id="{1FAEF597-1324-4785-A2F5-812B9B7E3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7" name="Rectangle 324">
              <a:extLst>
                <a:ext uri="{FF2B5EF4-FFF2-40B4-BE49-F238E27FC236}">
                  <a16:creationId xmlns:a16="http://schemas.microsoft.com/office/drawing/2014/main" id="{547E500B-89FF-4790-A774-7467AA539E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8" name="Rectangle 325">
              <a:extLst>
                <a:ext uri="{FF2B5EF4-FFF2-40B4-BE49-F238E27FC236}">
                  <a16:creationId xmlns:a16="http://schemas.microsoft.com/office/drawing/2014/main" id="{BDE832F9-2CD6-4DA9-8C6D-29D6EF4A6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9" name="Rectangle 326">
              <a:extLst>
                <a:ext uri="{FF2B5EF4-FFF2-40B4-BE49-F238E27FC236}">
                  <a16:creationId xmlns:a16="http://schemas.microsoft.com/office/drawing/2014/main" id="{8F14BE8F-17A2-48D9-99B9-13D9B36CF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0" name="Rectangle 327">
              <a:extLst>
                <a:ext uri="{FF2B5EF4-FFF2-40B4-BE49-F238E27FC236}">
                  <a16:creationId xmlns:a16="http://schemas.microsoft.com/office/drawing/2014/main" id="{2CA28AB2-A869-47B1-9798-9E8733980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1" name="Rectangle 328">
              <a:extLst>
                <a:ext uri="{FF2B5EF4-FFF2-40B4-BE49-F238E27FC236}">
                  <a16:creationId xmlns:a16="http://schemas.microsoft.com/office/drawing/2014/main" id="{FA45DCC4-369F-4348-B31A-DDD34207D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915379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2" name="Rectangle 303">
              <a:extLst>
                <a:ext uri="{FF2B5EF4-FFF2-40B4-BE49-F238E27FC236}">
                  <a16:creationId xmlns:a16="http://schemas.microsoft.com/office/drawing/2014/main" id="{5246F475-6CE9-44EF-B241-5C98A3993F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3" name="Rectangle 304">
              <a:extLst>
                <a:ext uri="{FF2B5EF4-FFF2-40B4-BE49-F238E27FC236}">
                  <a16:creationId xmlns:a16="http://schemas.microsoft.com/office/drawing/2014/main" id="{0212C143-6DDE-4AC2-94C2-CCD6202BF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4" name="Rectangle 305">
              <a:extLst>
                <a:ext uri="{FF2B5EF4-FFF2-40B4-BE49-F238E27FC236}">
                  <a16:creationId xmlns:a16="http://schemas.microsoft.com/office/drawing/2014/main" id="{DC9D434B-9E3A-4EBA-8C92-28B96B398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5" name="Rectangle 306">
              <a:extLst>
                <a:ext uri="{FF2B5EF4-FFF2-40B4-BE49-F238E27FC236}">
                  <a16:creationId xmlns:a16="http://schemas.microsoft.com/office/drawing/2014/main" id="{C336F0B6-E934-4035-96C1-1890FAB7F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6" name="Rectangle 307">
              <a:extLst>
                <a:ext uri="{FF2B5EF4-FFF2-40B4-BE49-F238E27FC236}">
                  <a16:creationId xmlns:a16="http://schemas.microsoft.com/office/drawing/2014/main" id="{449858E0-3129-497A-A76F-A7B8CCC41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7" name="Rectangle 308">
              <a:extLst>
                <a:ext uri="{FF2B5EF4-FFF2-40B4-BE49-F238E27FC236}">
                  <a16:creationId xmlns:a16="http://schemas.microsoft.com/office/drawing/2014/main" id="{5E5A0525-E0F7-473B-BF1D-921297C34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8" name="Rectangle 309">
              <a:extLst>
                <a:ext uri="{FF2B5EF4-FFF2-40B4-BE49-F238E27FC236}">
                  <a16:creationId xmlns:a16="http://schemas.microsoft.com/office/drawing/2014/main" id="{40BA3401-B130-4070-8812-6D1E64DFCA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9" name="Rectangle 310">
              <a:extLst>
                <a:ext uri="{FF2B5EF4-FFF2-40B4-BE49-F238E27FC236}">
                  <a16:creationId xmlns:a16="http://schemas.microsoft.com/office/drawing/2014/main" id="{43428A0F-0399-49CB-B65B-308D799020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0" name="Rectangle 311">
              <a:extLst>
                <a:ext uri="{FF2B5EF4-FFF2-40B4-BE49-F238E27FC236}">
                  <a16:creationId xmlns:a16="http://schemas.microsoft.com/office/drawing/2014/main" id="{03BCC0FA-5699-431F-8C8A-B7CFDACB8F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1" name="Rectangle 312">
              <a:extLst>
                <a:ext uri="{FF2B5EF4-FFF2-40B4-BE49-F238E27FC236}">
                  <a16:creationId xmlns:a16="http://schemas.microsoft.com/office/drawing/2014/main" id="{556516AA-1DCD-4F78-A473-1DD49BC9A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2" name="Rectangle 313">
              <a:extLst>
                <a:ext uri="{FF2B5EF4-FFF2-40B4-BE49-F238E27FC236}">
                  <a16:creationId xmlns:a16="http://schemas.microsoft.com/office/drawing/2014/main" id="{CA00595A-8F2B-4D73-846B-3B7A9C584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3" name="Rectangle 314">
              <a:extLst>
                <a:ext uri="{FF2B5EF4-FFF2-40B4-BE49-F238E27FC236}">
                  <a16:creationId xmlns:a16="http://schemas.microsoft.com/office/drawing/2014/main" id="{76207ABA-2173-41C4-88F3-C94E5346C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4" name="Rectangle 315">
              <a:extLst>
                <a:ext uri="{FF2B5EF4-FFF2-40B4-BE49-F238E27FC236}">
                  <a16:creationId xmlns:a16="http://schemas.microsoft.com/office/drawing/2014/main" id="{22D2EBC9-8BFC-4568-9B2E-776424248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5" name="Rectangle 316">
              <a:extLst>
                <a:ext uri="{FF2B5EF4-FFF2-40B4-BE49-F238E27FC236}">
                  <a16:creationId xmlns:a16="http://schemas.microsoft.com/office/drawing/2014/main" id="{BCF3A8ED-BBBB-4991-AF9D-6BECE831C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6" name="Rectangle 317">
              <a:extLst>
                <a:ext uri="{FF2B5EF4-FFF2-40B4-BE49-F238E27FC236}">
                  <a16:creationId xmlns:a16="http://schemas.microsoft.com/office/drawing/2014/main" id="{2C735C09-F863-40CC-B903-4E8394118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7" name="Rectangle 318">
              <a:extLst>
                <a:ext uri="{FF2B5EF4-FFF2-40B4-BE49-F238E27FC236}">
                  <a16:creationId xmlns:a16="http://schemas.microsoft.com/office/drawing/2014/main" id="{5B9A0F98-970C-4A0E-A6C7-B55BCE0CE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8" name="Rectangle 319">
              <a:extLst>
                <a:ext uri="{FF2B5EF4-FFF2-40B4-BE49-F238E27FC236}">
                  <a16:creationId xmlns:a16="http://schemas.microsoft.com/office/drawing/2014/main" id="{19BA8D7A-9A73-4E82-8C3D-2920BAD2FB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9" name="Rectangle 320">
              <a:extLst>
                <a:ext uri="{FF2B5EF4-FFF2-40B4-BE49-F238E27FC236}">
                  <a16:creationId xmlns:a16="http://schemas.microsoft.com/office/drawing/2014/main" id="{15718E9B-0168-4026-9DA9-25FB77F48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0" name="Rectangle 321">
              <a:extLst>
                <a:ext uri="{FF2B5EF4-FFF2-40B4-BE49-F238E27FC236}">
                  <a16:creationId xmlns:a16="http://schemas.microsoft.com/office/drawing/2014/main" id="{66E782F6-03F2-4976-9939-4FFC8A6D9B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1" name="Rectangle 322">
              <a:extLst>
                <a:ext uri="{FF2B5EF4-FFF2-40B4-BE49-F238E27FC236}">
                  <a16:creationId xmlns:a16="http://schemas.microsoft.com/office/drawing/2014/main" id="{0EFF48D8-9A72-4410-B099-6490C0479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2" name="Rectangle 323">
              <a:extLst>
                <a:ext uri="{FF2B5EF4-FFF2-40B4-BE49-F238E27FC236}">
                  <a16:creationId xmlns:a16="http://schemas.microsoft.com/office/drawing/2014/main" id="{8C821438-F658-42B0-81BE-28EF12CD7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22607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3" name="Rectangle 324">
              <a:extLst>
                <a:ext uri="{FF2B5EF4-FFF2-40B4-BE49-F238E27FC236}">
                  <a16:creationId xmlns:a16="http://schemas.microsoft.com/office/drawing/2014/main" id="{280043D3-9357-4611-AA94-C9B58CB0E6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4" name="Rectangle 325">
              <a:extLst>
                <a:ext uri="{FF2B5EF4-FFF2-40B4-BE49-F238E27FC236}">
                  <a16:creationId xmlns:a16="http://schemas.microsoft.com/office/drawing/2014/main" id="{D7287905-0D7C-4A58-ABD6-A6554D176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5" name="Rectangle 326">
              <a:extLst>
                <a:ext uri="{FF2B5EF4-FFF2-40B4-BE49-F238E27FC236}">
                  <a16:creationId xmlns:a16="http://schemas.microsoft.com/office/drawing/2014/main" id="{1D0E79F1-1AC9-47BF-B7F0-F709B8B444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22607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6" name="Rectangle 327">
              <a:extLst>
                <a:ext uri="{FF2B5EF4-FFF2-40B4-BE49-F238E27FC236}">
                  <a16:creationId xmlns:a16="http://schemas.microsoft.com/office/drawing/2014/main" id="{83AB9594-60A2-4730-A801-A458EEE55E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7" name="Rectangle 328">
              <a:extLst>
                <a:ext uri="{FF2B5EF4-FFF2-40B4-BE49-F238E27FC236}">
                  <a16:creationId xmlns:a16="http://schemas.microsoft.com/office/drawing/2014/main" id="{62B13014-86D5-44D0-A96C-D2A34A6B60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30893" y="2165593"/>
            <a:ext cx="5086633" cy="1943114"/>
          </a:xfrm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lang="en-US" sz="6000" b="1" kern="1200" smtClean="0">
                <a:solidFill>
                  <a:schemeClr val="bg1"/>
                </a:solidFill>
                <a:latin typeface="+mn-lt"/>
                <a:ea typeface="Segoe UI Black" panose="020B0A02040204020203" pitchFamily="34" charset="0"/>
                <a:cs typeface="+mj-cs"/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30893" y="4593057"/>
            <a:ext cx="5086633" cy="531269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2F3DD772-972B-4AAC-A0E6-89474032E07C}"/>
              </a:ext>
            </a:extLst>
          </p:cNvPr>
          <p:cNvCxnSpPr>
            <a:cxnSpLocks/>
          </p:cNvCxnSpPr>
          <p:nvPr userDrawn="1"/>
        </p:nvCxnSpPr>
        <p:spPr>
          <a:xfrm flipV="1">
            <a:off x="3530895" y="1938989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4DEFF758-3B08-4F1C-869F-4C6B6755CFC3}"/>
              </a:ext>
            </a:extLst>
          </p:cNvPr>
          <p:cNvCxnSpPr>
            <a:cxnSpLocks/>
          </p:cNvCxnSpPr>
          <p:nvPr userDrawn="1"/>
        </p:nvCxnSpPr>
        <p:spPr>
          <a:xfrm flipV="1">
            <a:off x="3530895" y="4382337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www.anubhavtrainings.com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F84C837-9DCF-4D09-8477-144AEA6C872E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87704B4-D820-4D37-AD30-8A5EB8A7D887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1" name="Rectangle 5">
                <a:extLst>
                  <a:ext uri="{FF2B5EF4-FFF2-40B4-BE49-F238E27FC236}">
                    <a16:creationId xmlns:a16="http://schemas.microsoft.com/office/drawing/2014/main" id="{A5DE7724-0266-4B26-B3E0-F4A53755EF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6">
                <a:extLst>
                  <a:ext uri="{FF2B5EF4-FFF2-40B4-BE49-F238E27FC236}">
                    <a16:creationId xmlns:a16="http://schemas.microsoft.com/office/drawing/2014/main" id="{92B81F68-69F1-412A-BA88-7CA31ABBD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7">
                <a:extLst>
                  <a:ext uri="{FF2B5EF4-FFF2-40B4-BE49-F238E27FC236}">
                    <a16:creationId xmlns:a16="http://schemas.microsoft.com/office/drawing/2014/main" id="{0DDE4945-C355-486A-AC39-DC1CBDD53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8">
                <a:extLst>
                  <a:ext uri="{FF2B5EF4-FFF2-40B4-BE49-F238E27FC236}">
                    <a16:creationId xmlns:a16="http://schemas.microsoft.com/office/drawing/2014/main" id="{17174557-3DA8-460E-9EA2-59F750420C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9">
                <a:extLst>
                  <a:ext uri="{FF2B5EF4-FFF2-40B4-BE49-F238E27FC236}">
                    <a16:creationId xmlns:a16="http://schemas.microsoft.com/office/drawing/2014/main" id="{911127AB-1DEB-4137-A7FC-F7DE99395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10">
                <a:extLst>
                  <a:ext uri="{FF2B5EF4-FFF2-40B4-BE49-F238E27FC236}">
                    <a16:creationId xmlns:a16="http://schemas.microsoft.com/office/drawing/2014/main" id="{4E17A780-BA9E-4864-B26E-9C35A8E063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7" name="Rectangle 11">
                <a:extLst>
                  <a:ext uri="{FF2B5EF4-FFF2-40B4-BE49-F238E27FC236}">
                    <a16:creationId xmlns:a16="http://schemas.microsoft.com/office/drawing/2014/main" id="{314C61F4-16FA-4712-81C9-E6993CF2E3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12">
                <a:extLst>
                  <a:ext uri="{FF2B5EF4-FFF2-40B4-BE49-F238E27FC236}">
                    <a16:creationId xmlns:a16="http://schemas.microsoft.com/office/drawing/2014/main" id="{9B524249-3869-485B-86A9-F6134949E3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13">
                <a:extLst>
                  <a:ext uri="{FF2B5EF4-FFF2-40B4-BE49-F238E27FC236}">
                    <a16:creationId xmlns:a16="http://schemas.microsoft.com/office/drawing/2014/main" id="{DAAD3B7E-EB92-41AE-846B-19E6FD8D82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14">
                <a:extLst>
                  <a:ext uri="{FF2B5EF4-FFF2-40B4-BE49-F238E27FC236}">
                    <a16:creationId xmlns:a16="http://schemas.microsoft.com/office/drawing/2014/main" id="{7F852861-98F4-44DF-AF49-726C8F948D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15">
                <a:extLst>
                  <a:ext uri="{FF2B5EF4-FFF2-40B4-BE49-F238E27FC236}">
                    <a16:creationId xmlns:a16="http://schemas.microsoft.com/office/drawing/2014/main" id="{0569D434-561F-415D-ADEF-1C97BBF45E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6">
                <a:extLst>
                  <a:ext uri="{FF2B5EF4-FFF2-40B4-BE49-F238E27FC236}">
                    <a16:creationId xmlns:a16="http://schemas.microsoft.com/office/drawing/2014/main" id="{E51E1051-20E9-499B-9F47-D453C9C4AD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7">
                <a:extLst>
                  <a:ext uri="{FF2B5EF4-FFF2-40B4-BE49-F238E27FC236}">
                    <a16:creationId xmlns:a16="http://schemas.microsoft.com/office/drawing/2014/main" id="{0A15F00D-D432-491D-BD07-4D98418B47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8">
                <a:extLst>
                  <a:ext uri="{FF2B5EF4-FFF2-40B4-BE49-F238E27FC236}">
                    <a16:creationId xmlns:a16="http://schemas.microsoft.com/office/drawing/2014/main" id="{E5C71B9E-2FEA-4B4A-9DAF-57371D0345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9">
                <a:extLst>
                  <a:ext uri="{FF2B5EF4-FFF2-40B4-BE49-F238E27FC236}">
                    <a16:creationId xmlns:a16="http://schemas.microsoft.com/office/drawing/2014/main" id="{0837AE5A-71E5-461E-86F8-382E419F4C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20">
                <a:extLst>
                  <a:ext uri="{FF2B5EF4-FFF2-40B4-BE49-F238E27FC236}">
                    <a16:creationId xmlns:a16="http://schemas.microsoft.com/office/drawing/2014/main" id="{226E3A9F-A5DF-4BD9-8BF9-BD63B178B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21">
                <a:extLst>
                  <a:ext uri="{FF2B5EF4-FFF2-40B4-BE49-F238E27FC236}">
                    <a16:creationId xmlns:a16="http://schemas.microsoft.com/office/drawing/2014/main" id="{0E15EBF9-0C38-49EB-BCE1-F087FE7B15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22">
                <a:extLst>
                  <a:ext uri="{FF2B5EF4-FFF2-40B4-BE49-F238E27FC236}">
                    <a16:creationId xmlns:a16="http://schemas.microsoft.com/office/drawing/2014/main" id="{CC706D37-6C28-4D62-837A-3DCE52AF5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23">
                <a:extLst>
                  <a:ext uri="{FF2B5EF4-FFF2-40B4-BE49-F238E27FC236}">
                    <a16:creationId xmlns:a16="http://schemas.microsoft.com/office/drawing/2014/main" id="{322A967E-C401-4E57-A3E0-032F5B3EE8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24">
                <a:extLst>
                  <a:ext uri="{FF2B5EF4-FFF2-40B4-BE49-F238E27FC236}">
                    <a16:creationId xmlns:a16="http://schemas.microsoft.com/office/drawing/2014/main" id="{4E47C428-6492-4775-B7F6-D97F4C21EE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25">
                <a:extLst>
                  <a:ext uri="{FF2B5EF4-FFF2-40B4-BE49-F238E27FC236}">
                    <a16:creationId xmlns:a16="http://schemas.microsoft.com/office/drawing/2014/main" id="{4FFE08B7-F49D-4351-AE15-CBCE567292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6">
                <a:extLst>
                  <a:ext uri="{FF2B5EF4-FFF2-40B4-BE49-F238E27FC236}">
                    <a16:creationId xmlns:a16="http://schemas.microsoft.com/office/drawing/2014/main" id="{6ACFDA49-281E-4897-9BD4-34DD13A792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7">
                <a:extLst>
                  <a:ext uri="{FF2B5EF4-FFF2-40B4-BE49-F238E27FC236}">
                    <a16:creationId xmlns:a16="http://schemas.microsoft.com/office/drawing/2014/main" id="{575841DC-16E8-4CB3-B2BC-119E646F21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8">
                <a:extLst>
                  <a:ext uri="{FF2B5EF4-FFF2-40B4-BE49-F238E27FC236}">
                    <a16:creationId xmlns:a16="http://schemas.microsoft.com/office/drawing/2014/main" id="{E1ED8453-673F-4AFA-BA06-840415974D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9">
                <a:extLst>
                  <a:ext uri="{FF2B5EF4-FFF2-40B4-BE49-F238E27FC236}">
                    <a16:creationId xmlns:a16="http://schemas.microsoft.com/office/drawing/2014/main" id="{DC901148-F99B-414C-A333-EA3FE0A590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30">
                <a:extLst>
                  <a:ext uri="{FF2B5EF4-FFF2-40B4-BE49-F238E27FC236}">
                    <a16:creationId xmlns:a16="http://schemas.microsoft.com/office/drawing/2014/main" id="{D5A0830B-E1AB-410A-8A04-76CEB6D7EF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440C2EB-8720-4F5C-8F92-8632FE72EE8A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05" name="Rectangle 32">
                <a:extLst>
                  <a:ext uri="{FF2B5EF4-FFF2-40B4-BE49-F238E27FC236}">
                    <a16:creationId xmlns:a16="http://schemas.microsoft.com/office/drawing/2014/main" id="{EF02C6FC-5D3B-435D-860D-5BB6346A13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33">
                <a:extLst>
                  <a:ext uri="{FF2B5EF4-FFF2-40B4-BE49-F238E27FC236}">
                    <a16:creationId xmlns:a16="http://schemas.microsoft.com/office/drawing/2014/main" id="{BC57A1E8-0766-4B17-941D-E18BE4B6C2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34">
                <a:extLst>
                  <a:ext uri="{FF2B5EF4-FFF2-40B4-BE49-F238E27FC236}">
                    <a16:creationId xmlns:a16="http://schemas.microsoft.com/office/drawing/2014/main" id="{21113A2C-E54A-447E-8F53-B5082437AE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35">
                <a:extLst>
                  <a:ext uri="{FF2B5EF4-FFF2-40B4-BE49-F238E27FC236}">
                    <a16:creationId xmlns:a16="http://schemas.microsoft.com/office/drawing/2014/main" id="{6F7DC80F-E11F-4661-A499-8EDA910AA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36">
                <a:extLst>
                  <a:ext uri="{FF2B5EF4-FFF2-40B4-BE49-F238E27FC236}">
                    <a16:creationId xmlns:a16="http://schemas.microsoft.com/office/drawing/2014/main" id="{8CD34363-9B07-446F-99AC-0743548944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37">
                <a:extLst>
                  <a:ext uri="{FF2B5EF4-FFF2-40B4-BE49-F238E27FC236}">
                    <a16:creationId xmlns:a16="http://schemas.microsoft.com/office/drawing/2014/main" id="{77985A41-F2CB-46B1-8553-15C2148C40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1" name="Rectangle 38">
                <a:extLst>
                  <a:ext uri="{FF2B5EF4-FFF2-40B4-BE49-F238E27FC236}">
                    <a16:creationId xmlns:a16="http://schemas.microsoft.com/office/drawing/2014/main" id="{90E6D67E-F055-4BC9-BE22-0DBDC394D9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9">
                <a:extLst>
                  <a:ext uri="{FF2B5EF4-FFF2-40B4-BE49-F238E27FC236}">
                    <a16:creationId xmlns:a16="http://schemas.microsoft.com/office/drawing/2014/main" id="{0228932B-BBDB-40C1-A9A1-395D14495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40">
                <a:extLst>
                  <a:ext uri="{FF2B5EF4-FFF2-40B4-BE49-F238E27FC236}">
                    <a16:creationId xmlns:a16="http://schemas.microsoft.com/office/drawing/2014/main" id="{B5CE198A-88BB-4A73-AC8E-4EBF9A34A8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41">
                <a:extLst>
                  <a:ext uri="{FF2B5EF4-FFF2-40B4-BE49-F238E27FC236}">
                    <a16:creationId xmlns:a16="http://schemas.microsoft.com/office/drawing/2014/main" id="{8B97A0DC-41F9-44D7-B0F6-04A2CDE901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42">
                <a:extLst>
                  <a:ext uri="{FF2B5EF4-FFF2-40B4-BE49-F238E27FC236}">
                    <a16:creationId xmlns:a16="http://schemas.microsoft.com/office/drawing/2014/main" id="{BD4550CC-C766-4008-A027-D4AD0A7C22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43">
                <a:extLst>
                  <a:ext uri="{FF2B5EF4-FFF2-40B4-BE49-F238E27FC236}">
                    <a16:creationId xmlns:a16="http://schemas.microsoft.com/office/drawing/2014/main" id="{5AEFD14B-8AC0-49F9-8636-E561501389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44">
                <a:extLst>
                  <a:ext uri="{FF2B5EF4-FFF2-40B4-BE49-F238E27FC236}">
                    <a16:creationId xmlns:a16="http://schemas.microsoft.com/office/drawing/2014/main" id="{F5728382-2E4A-44CB-B18D-09E3832100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45">
                <a:extLst>
                  <a:ext uri="{FF2B5EF4-FFF2-40B4-BE49-F238E27FC236}">
                    <a16:creationId xmlns:a16="http://schemas.microsoft.com/office/drawing/2014/main" id="{A37A49D1-6574-424E-A93E-54D01DF37E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6">
                <a:extLst>
                  <a:ext uri="{FF2B5EF4-FFF2-40B4-BE49-F238E27FC236}">
                    <a16:creationId xmlns:a16="http://schemas.microsoft.com/office/drawing/2014/main" id="{20D0DBF2-AF64-41DB-8881-E697C0FB2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7">
                <a:extLst>
                  <a:ext uri="{FF2B5EF4-FFF2-40B4-BE49-F238E27FC236}">
                    <a16:creationId xmlns:a16="http://schemas.microsoft.com/office/drawing/2014/main" id="{16993E22-9E00-4371-97E9-BC2FEC2901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8">
                <a:extLst>
                  <a:ext uri="{FF2B5EF4-FFF2-40B4-BE49-F238E27FC236}">
                    <a16:creationId xmlns:a16="http://schemas.microsoft.com/office/drawing/2014/main" id="{3179D9A5-A656-445A-AEB3-41E85991FE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9">
                <a:extLst>
                  <a:ext uri="{FF2B5EF4-FFF2-40B4-BE49-F238E27FC236}">
                    <a16:creationId xmlns:a16="http://schemas.microsoft.com/office/drawing/2014/main" id="{FC5854E8-7F75-4352-B984-69A650316B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50">
                <a:extLst>
                  <a:ext uri="{FF2B5EF4-FFF2-40B4-BE49-F238E27FC236}">
                    <a16:creationId xmlns:a16="http://schemas.microsoft.com/office/drawing/2014/main" id="{AF0E170F-2C99-4781-9DAD-76DB2ECCB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51">
                <a:extLst>
                  <a:ext uri="{FF2B5EF4-FFF2-40B4-BE49-F238E27FC236}">
                    <a16:creationId xmlns:a16="http://schemas.microsoft.com/office/drawing/2014/main" id="{28A11474-FB86-497C-99B9-4844B293C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52">
                <a:extLst>
                  <a:ext uri="{FF2B5EF4-FFF2-40B4-BE49-F238E27FC236}">
                    <a16:creationId xmlns:a16="http://schemas.microsoft.com/office/drawing/2014/main" id="{05C3E46C-5F7E-4619-BF04-C2ADA9C98E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53">
                <a:extLst>
                  <a:ext uri="{FF2B5EF4-FFF2-40B4-BE49-F238E27FC236}">
                    <a16:creationId xmlns:a16="http://schemas.microsoft.com/office/drawing/2014/main" id="{9C1B1068-38BC-4829-B1BD-84365C3B1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54">
                <a:extLst>
                  <a:ext uri="{FF2B5EF4-FFF2-40B4-BE49-F238E27FC236}">
                    <a16:creationId xmlns:a16="http://schemas.microsoft.com/office/drawing/2014/main" id="{86E8EEE5-A3C1-475B-B8D0-270016066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55">
                <a:extLst>
                  <a:ext uri="{FF2B5EF4-FFF2-40B4-BE49-F238E27FC236}">
                    <a16:creationId xmlns:a16="http://schemas.microsoft.com/office/drawing/2014/main" id="{746D302C-49CD-4082-A33B-0C8A909D3E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6">
                <a:extLst>
                  <a:ext uri="{FF2B5EF4-FFF2-40B4-BE49-F238E27FC236}">
                    <a16:creationId xmlns:a16="http://schemas.microsoft.com/office/drawing/2014/main" id="{4BBCB6AB-A251-4BF9-9D8C-3C637CBB18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7">
                <a:extLst>
                  <a:ext uri="{FF2B5EF4-FFF2-40B4-BE49-F238E27FC236}">
                    <a16:creationId xmlns:a16="http://schemas.microsoft.com/office/drawing/2014/main" id="{62940D8C-E4DD-44D0-B41A-E71282E21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DB7BC43-BB8B-4C07-9AD5-56CA6D4AF9C1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79" name="Rectangle 59">
                <a:extLst>
                  <a:ext uri="{FF2B5EF4-FFF2-40B4-BE49-F238E27FC236}">
                    <a16:creationId xmlns:a16="http://schemas.microsoft.com/office/drawing/2014/main" id="{13ADCA1F-7FF7-48B7-ADB4-DFA0248FF6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60">
                <a:extLst>
                  <a:ext uri="{FF2B5EF4-FFF2-40B4-BE49-F238E27FC236}">
                    <a16:creationId xmlns:a16="http://schemas.microsoft.com/office/drawing/2014/main" id="{5AD937D1-C68B-4F0D-ADEA-F3D1DE5947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61">
                <a:extLst>
                  <a:ext uri="{FF2B5EF4-FFF2-40B4-BE49-F238E27FC236}">
                    <a16:creationId xmlns:a16="http://schemas.microsoft.com/office/drawing/2014/main" id="{23E5266C-E488-4F40-B9BF-394BA98F35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62">
                <a:extLst>
                  <a:ext uri="{FF2B5EF4-FFF2-40B4-BE49-F238E27FC236}">
                    <a16:creationId xmlns:a16="http://schemas.microsoft.com/office/drawing/2014/main" id="{4F7FCCF1-F609-49F4-B325-65797AA4CB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63">
                <a:extLst>
                  <a:ext uri="{FF2B5EF4-FFF2-40B4-BE49-F238E27FC236}">
                    <a16:creationId xmlns:a16="http://schemas.microsoft.com/office/drawing/2014/main" id="{2E25BA80-BA5B-4875-AC25-EC30179E5F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64">
                <a:extLst>
                  <a:ext uri="{FF2B5EF4-FFF2-40B4-BE49-F238E27FC236}">
                    <a16:creationId xmlns:a16="http://schemas.microsoft.com/office/drawing/2014/main" id="{09628177-D54C-4C14-BD67-B47A10B548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5" name="Rectangle 65">
                <a:extLst>
                  <a:ext uri="{FF2B5EF4-FFF2-40B4-BE49-F238E27FC236}">
                    <a16:creationId xmlns:a16="http://schemas.microsoft.com/office/drawing/2014/main" id="{BD99C527-73CA-4724-A08D-E49D7BA265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6">
                <a:extLst>
                  <a:ext uri="{FF2B5EF4-FFF2-40B4-BE49-F238E27FC236}">
                    <a16:creationId xmlns:a16="http://schemas.microsoft.com/office/drawing/2014/main" id="{9A4D76E3-5CA7-46C2-930A-CF883079E8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7">
                <a:extLst>
                  <a:ext uri="{FF2B5EF4-FFF2-40B4-BE49-F238E27FC236}">
                    <a16:creationId xmlns:a16="http://schemas.microsoft.com/office/drawing/2014/main" id="{1B09DF21-850D-4386-91AE-BE671CF242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8">
                <a:extLst>
                  <a:ext uri="{FF2B5EF4-FFF2-40B4-BE49-F238E27FC236}">
                    <a16:creationId xmlns:a16="http://schemas.microsoft.com/office/drawing/2014/main" id="{6A750E47-CA9C-435F-AEEE-64AF6CF50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9">
                <a:extLst>
                  <a:ext uri="{FF2B5EF4-FFF2-40B4-BE49-F238E27FC236}">
                    <a16:creationId xmlns:a16="http://schemas.microsoft.com/office/drawing/2014/main" id="{7F2F089C-B349-4F50-9EB2-5363F2E4F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70">
                <a:extLst>
                  <a:ext uri="{FF2B5EF4-FFF2-40B4-BE49-F238E27FC236}">
                    <a16:creationId xmlns:a16="http://schemas.microsoft.com/office/drawing/2014/main" id="{B28AEF5D-9175-4653-BB17-DF5DBF173E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71">
                <a:extLst>
                  <a:ext uri="{FF2B5EF4-FFF2-40B4-BE49-F238E27FC236}">
                    <a16:creationId xmlns:a16="http://schemas.microsoft.com/office/drawing/2014/main" id="{09A5F7BF-091E-4363-BE84-44E8866B5D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72">
                <a:extLst>
                  <a:ext uri="{FF2B5EF4-FFF2-40B4-BE49-F238E27FC236}">
                    <a16:creationId xmlns:a16="http://schemas.microsoft.com/office/drawing/2014/main" id="{A2CCAB8E-B14D-4F5A-9CC9-0C5F45258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73">
                <a:extLst>
                  <a:ext uri="{FF2B5EF4-FFF2-40B4-BE49-F238E27FC236}">
                    <a16:creationId xmlns:a16="http://schemas.microsoft.com/office/drawing/2014/main" id="{922E39AA-A68F-4377-A1FB-723E4B73E9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74">
                <a:extLst>
                  <a:ext uri="{FF2B5EF4-FFF2-40B4-BE49-F238E27FC236}">
                    <a16:creationId xmlns:a16="http://schemas.microsoft.com/office/drawing/2014/main" id="{FD7E9F67-D814-430E-86B6-A7F91CDEC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75">
                <a:extLst>
                  <a:ext uri="{FF2B5EF4-FFF2-40B4-BE49-F238E27FC236}">
                    <a16:creationId xmlns:a16="http://schemas.microsoft.com/office/drawing/2014/main" id="{FBF10FF0-2477-44F4-AD26-A9B7175BBF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6">
                <a:extLst>
                  <a:ext uri="{FF2B5EF4-FFF2-40B4-BE49-F238E27FC236}">
                    <a16:creationId xmlns:a16="http://schemas.microsoft.com/office/drawing/2014/main" id="{A84D6BBF-5B9E-41F6-B5A3-2066E037BA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7">
                <a:extLst>
                  <a:ext uri="{FF2B5EF4-FFF2-40B4-BE49-F238E27FC236}">
                    <a16:creationId xmlns:a16="http://schemas.microsoft.com/office/drawing/2014/main" id="{BD98A702-4AE2-405F-BB4F-7E119FFDC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8">
                <a:extLst>
                  <a:ext uri="{FF2B5EF4-FFF2-40B4-BE49-F238E27FC236}">
                    <a16:creationId xmlns:a16="http://schemas.microsoft.com/office/drawing/2014/main" id="{66B0FD6C-084A-4D89-95E7-D5CAC5EA2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9">
                <a:extLst>
                  <a:ext uri="{FF2B5EF4-FFF2-40B4-BE49-F238E27FC236}">
                    <a16:creationId xmlns:a16="http://schemas.microsoft.com/office/drawing/2014/main" id="{C70441D6-82B8-4CC6-8746-DD03CBEE89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80">
                <a:extLst>
                  <a:ext uri="{FF2B5EF4-FFF2-40B4-BE49-F238E27FC236}">
                    <a16:creationId xmlns:a16="http://schemas.microsoft.com/office/drawing/2014/main" id="{9FC2715B-1BF3-4105-B102-F53753596B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81">
                <a:extLst>
                  <a:ext uri="{FF2B5EF4-FFF2-40B4-BE49-F238E27FC236}">
                    <a16:creationId xmlns:a16="http://schemas.microsoft.com/office/drawing/2014/main" id="{A884CBD3-DC33-4DDA-B61D-48269A49E5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82">
                <a:extLst>
                  <a:ext uri="{FF2B5EF4-FFF2-40B4-BE49-F238E27FC236}">
                    <a16:creationId xmlns:a16="http://schemas.microsoft.com/office/drawing/2014/main" id="{0211EF6E-ADB1-494B-9458-F01F26D9EC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83">
                <a:extLst>
                  <a:ext uri="{FF2B5EF4-FFF2-40B4-BE49-F238E27FC236}">
                    <a16:creationId xmlns:a16="http://schemas.microsoft.com/office/drawing/2014/main" id="{A0953B59-9108-4E9A-8D43-2D1964873D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84">
                <a:extLst>
                  <a:ext uri="{FF2B5EF4-FFF2-40B4-BE49-F238E27FC236}">
                    <a16:creationId xmlns:a16="http://schemas.microsoft.com/office/drawing/2014/main" id="{09D35A91-41F9-4DF2-9E43-8A679A8AE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EB3C98D-2192-438D-A8F2-467C07BB00E4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3" name="Rectangle 5">
                <a:extLst>
                  <a:ext uri="{FF2B5EF4-FFF2-40B4-BE49-F238E27FC236}">
                    <a16:creationId xmlns:a16="http://schemas.microsoft.com/office/drawing/2014/main" id="{F4F5A9CA-F0B3-4B27-88DB-29279CA138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6">
                <a:extLst>
                  <a:ext uri="{FF2B5EF4-FFF2-40B4-BE49-F238E27FC236}">
                    <a16:creationId xmlns:a16="http://schemas.microsoft.com/office/drawing/2014/main" id="{6B00101B-EA50-41D8-AD9E-90E5E30110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7">
                <a:extLst>
                  <a:ext uri="{FF2B5EF4-FFF2-40B4-BE49-F238E27FC236}">
                    <a16:creationId xmlns:a16="http://schemas.microsoft.com/office/drawing/2014/main" id="{5B915499-1768-4511-8756-ED4DBF54EA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8">
                <a:extLst>
                  <a:ext uri="{FF2B5EF4-FFF2-40B4-BE49-F238E27FC236}">
                    <a16:creationId xmlns:a16="http://schemas.microsoft.com/office/drawing/2014/main" id="{A51912B5-2E84-4F86-9590-C8D76F5F68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9">
                <a:extLst>
                  <a:ext uri="{FF2B5EF4-FFF2-40B4-BE49-F238E27FC236}">
                    <a16:creationId xmlns:a16="http://schemas.microsoft.com/office/drawing/2014/main" id="{8F0AB2A0-4FC0-47E9-B72D-78C5C79D42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10">
                <a:extLst>
                  <a:ext uri="{FF2B5EF4-FFF2-40B4-BE49-F238E27FC236}">
                    <a16:creationId xmlns:a16="http://schemas.microsoft.com/office/drawing/2014/main" id="{0288265D-6218-4AC1-8DA4-7C99A21FE3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9" name="Rectangle 11">
                <a:extLst>
                  <a:ext uri="{FF2B5EF4-FFF2-40B4-BE49-F238E27FC236}">
                    <a16:creationId xmlns:a16="http://schemas.microsoft.com/office/drawing/2014/main" id="{F6012ABB-E61A-44C5-B13C-723E2B94D0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12">
                <a:extLst>
                  <a:ext uri="{FF2B5EF4-FFF2-40B4-BE49-F238E27FC236}">
                    <a16:creationId xmlns:a16="http://schemas.microsoft.com/office/drawing/2014/main" id="{BE5ABB41-A5A7-4870-8D57-99A1B03518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13">
                <a:extLst>
                  <a:ext uri="{FF2B5EF4-FFF2-40B4-BE49-F238E27FC236}">
                    <a16:creationId xmlns:a16="http://schemas.microsoft.com/office/drawing/2014/main" id="{71CE02BC-F6C4-4AAA-85EE-CA1DC4C913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14">
                <a:extLst>
                  <a:ext uri="{FF2B5EF4-FFF2-40B4-BE49-F238E27FC236}">
                    <a16:creationId xmlns:a16="http://schemas.microsoft.com/office/drawing/2014/main" id="{B7FCF17E-80E5-4C42-982A-B0F7CB2860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15">
                <a:extLst>
                  <a:ext uri="{FF2B5EF4-FFF2-40B4-BE49-F238E27FC236}">
                    <a16:creationId xmlns:a16="http://schemas.microsoft.com/office/drawing/2014/main" id="{65887776-E441-4EC4-AD20-CF8E477AB6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6">
                <a:extLst>
                  <a:ext uri="{FF2B5EF4-FFF2-40B4-BE49-F238E27FC236}">
                    <a16:creationId xmlns:a16="http://schemas.microsoft.com/office/drawing/2014/main" id="{11D5F8BF-1FDC-441B-91C4-E2448245E0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7">
                <a:extLst>
                  <a:ext uri="{FF2B5EF4-FFF2-40B4-BE49-F238E27FC236}">
                    <a16:creationId xmlns:a16="http://schemas.microsoft.com/office/drawing/2014/main" id="{542342B8-4278-4527-BC1D-7340DBBAD7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8">
                <a:extLst>
                  <a:ext uri="{FF2B5EF4-FFF2-40B4-BE49-F238E27FC236}">
                    <a16:creationId xmlns:a16="http://schemas.microsoft.com/office/drawing/2014/main" id="{BA68B377-C604-4E24-AB51-317F3403A1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9">
                <a:extLst>
                  <a:ext uri="{FF2B5EF4-FFF2-40B4-BE49-F238E27FC236}">
                    <a16:creationId xmlns:a16="http://schemas.microsoft.com/office/drawing/2014/main" id="{826C09D4-4426-4EF1-9ECE-95EF5A1F45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20">
                <a:extLst>
                  <a:ext uri="{FF2B5EF4-FFF2-40B4-BE49-F238E27FC236}">
                    <a16:creationId xmlns:a16="http://schemas.microsoft.com/office/drawing/2014/main" id="{0450D0CD-0889-47F9-B308-AE91FF0E69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21">
                <a:extLst>
                  <a:ext uri="{FF2B5EF4-FFF2-40B4-BE49-F238E27FC236}">
                    <a16:creationId xmlns:a16="http://schemas.microsoft.com/office/drawing/2014/main" id="{D678AB17-E6DC-4FED-B940-2BA86FB46F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22">
                <a:extLst>
                  <a:ext uri="{FF2B5EF4-FFF2-40B4-BE49-F238E27FC236}">
                    <a16:creationId xmlns:a16="http://schemas.microsoft.com/office/drawing/2014/main" id="{8B5BEF55-677A-4EB2-A06C-CC0C269C2F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23">
                <a:extLst>
                  <a:ext uri="{FF2B5EF4-FFF2-40B4-BE49-F238E27FC236}">
                    <a16:creationId xmlns:a16="http://schemas.microsoft.com/office/drawing/2014/main" id="{7A560A20-EDE2-4276-B3A9-A1DB921EB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24">
                <a:extLst>
                  <a:ext uri="{FF2B5EF4-FFF2-40B4-BE49-F238E27FC236}">
                    <a16:creationId xmlns:a16="http://schemas.microsoft.com/office/drawing/2014/main" id="{8BEEAB2A-47D8-4D4E-B157-9D1337AC7B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25">
                <a:extLst>
                  <a:ext uri="{FF2B5EF4-FFF2-40B4-BE49-F238E27FC236}">
                    <a16:creationId xmlns:a16="http://schemas.microsoft.com/office/drawing/2014/main" id="{F9737555-61BD-4619-9BAB-2BC15EDBA3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6">
                <a:extLst>
                  <a:ext uri="{FF2B5EF4-FFF2-40B4-BE49-F238E27FC236}">
                    <a16:creationId xmlns:a16="http://schemas.microsoft.com/office/drawing/2014/main" id="{D8D44D5F-E679-4796-ACA6-4ADB68B94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7">
                <a:extLst>
                  <a:ext uri="{FF2B5EF4-FFF2-40B4-BE49-F238E27FC236}">
                    <a16:creationId xmlns:a16="http://schemas.microsoft.com/office/drawing/2014/main" id="{140EB7C4-6BBE-4D3F-AF7D-B22AA3DD2A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8">
                <a:extLst>
                  <a:ext uri="{FF2B5EF4-FFF2-40B4-BE49-F238E27FC236}">
                    <a16:creationId xmlns:a16="http://schemas.microsoft.com/office/drawing/2014/main" id="{C56E1FAA-3AE1-45F3-8397-D07C426434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9">
                <a:extLst>
                  <a:ext uri="{FF2B5EF4-FFF2-40B4-BE49-F238E27FC236}">
                    <a16:creationId xmlns:a16="http://schemas.microsoft.com/office/drawing/2014/main" id="{2F9A90DC-89AE-4C3E-8A65-C52AB581B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30">
                <a:extLst>
                  <a:ext uri="{FF2B5EF4-FFF2-40B4-BE49-F238E27FC236}">
                    <a16:creationId xmlns:a16="http://schemas.microsoft.com/office/drawing/2014/main" id="{600ADA2C-2F1D-47C5-8870-1B9E6C8A3F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1DA9E6-94F5-437E-8B7B-A56561BB4A1A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27" name="Rectangle 32">
                <a:extLst>
                  <a:ext uri="{FF2B5EF4-FFF2-40B4-BE49-F238E27FC236}">
                    <a16:creationId xmlns:a16="http://schemas.microsoft.com/office/drawing/2014/main" id="{8CDFED4E-F4A6-4874-8B65-398D610F1D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33">
                <a:extLst>
                  <a:ext uri="{FF2B5EF4-FFF2-40B4-BE49-F238E27FC236}">
                    <a16:creationId xmlns:a16="http://schemas.microsoft.com/office/drawing/2014/main" id="{8FCE50F7-C3D1-4B83-A0D8-CE83B0777F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34">
                <a:extLst>
                  <a:ext uri="{FF2B5EF4-FFF2-40B4-BE49-F238E27FC236}">
                    <a16:creationId xmlns:a16="http://schemas.microsoft.com/office/drawing/2014/main" id="{422101F3-5770-4041-BA3E-C5275D0FC7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35">
                <a:extLst>
                  <a:ext uri="{FF2B5EF4-FFF2-40B4-BE49-F238E27FC236}">
                    <a16:creationId xmlns:a16="http://schemas.microsoft.com/office/drawing/2014/main" id="{4D8FEC62-30CA-4E87-A592-AA45C61EAA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36">
                <a:extLst>
                  <a:ext uri="{FF2B5EF4-FFF2-40B4-BE49-F238E27FC236}">
                    <a16:creationId xmlns:a16="http://schemas.microsoft.com/office/drawing/2014/main" id="{52E99015-D9DC-40AE-91AD-5D24574CEC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37">
                <a:extLst>
                  <a:ext uri="{FF2B5EF4-FFF2-40B4-BE49-F238E27FC236}">
                    <a16:creationId xmlns:a16="http://schemas.microsoft.com/office/drawing/2014/main" id="{24DFE9E4-5C75-4EF9-AB54-F00FA9D911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3" name="Rectangle 38">
                <a:extLst>
                  <a:ext uri="{FF2B5EF4-FFF2-40B4-BE49-F238E27FC236}">
                    <a16:creationId xmlns:a16="http://schemas.microsoft.com/office/drawing/2014/main" id="{2BBEC44B-F424-4C00-AF4A-8EEEDA8AA0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9">
                <a:extLst>
                  <a:ext uri="{FF2B5EF4-FFF2-40B4-BE49-F238E27FC236}">
                    <a16:creationId xmlns:a16="http://schemas.microsoft.com/office/drawing/2014/main" id="{68F30D9A-CF13-4E29-967E-63B3AF05CF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40">
                <a:extLst>
                  <a:ext uri="{FF2B5EF4-FFF2-40B4-BE49-F238E27FC236}">
                    <a16:creationId xmlns:a16="http://schemas.microsoft.com/office/drawing/2014/main" id="{F7A8E062-ADFC-457E-ADD6-02843928F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41">
                <a:extLst>
                  <a:ext uri="{FF2B5EF4-FFF2-40B4-BE49-F238E27FC236}">
                    <a16:creationId xmlns:a16="http://schemas.microsoft.com/office/drawing/2014/main" id="{E046A9D0-D179-44F9-86D3-9BF139B68B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42">
                <a:extLst>
                  <a:ext uri="{FF2B5EF4-FFF2-40B4-BE49-F238E27FC236}">
                    <a16:creationId xmlns:a16="http://schemas.microsoft.com/office/drawing/2014/main" id="{CC517B0B-1BF2-473B-ABB9-1553D01B1C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43">
                <a:extLst>
                  <a:ext uri="{FF2B5EF4-FFF2-40B4-BE49-F238E27FC236}">
                    <a16:creationId xmlns:a16="http://schemas.microsoft.com/office/drawing/2014/main" id="{5EE71ED6-EA45-4940-B212-163ED3D1C0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44">
                <a:extLst>
                  <a:ext uri="{FF2B5EF4-FFF2-40B4-BE49-F238E27FC236}">
                    <a16:creationId xmlns:a16="http://schemas.microsoft.com/office/drawing/2014/main" id="{664318EC-EADE-4667-92A4-B3E5DB2A11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45">
                <a:extLst>
                  <a:ext uri="{FF2B5EF4-FFF2-40B4-BE49-F238E27FC236}">
                    <a16:creationId xmlns:a16="http://schemas.microsoft.com/office/drawing/2014/main" id="{17B37ABD-81DA-4624-808B-EF4BC0B425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6">
                <a:extLst>
                  <a:ext uri="{FF2B5EF4-FFF2-40B4-BE49-F238E27FC236}">
                    <a16:creationId xmlns:a16="http://schemas.microsoft.com/office/drawing/2014/main" id="{B1F30DC8-DD07-48C5-9D6C-FB85552792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7">
                <a:extLst>
                  <a:ext uri="{FF2B5EF4-FFF2-40B4-BE49-F238E27FC236}">
                    <a16:creationId xmlns:a16="http://schemas.microsoft.com/office/drawing/2014/main" id="{DFCE3AE1-313F-441F-8384-63A6EC165E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8">
                <a:extLst>
                  <a:ext uri="{FF2B5EF4-FFF2-40B4-BE49-F238E27FC236}">
                    <a16:creationId xmlns:a16="http://schemas.microsoft.com/office/drawing/2014/main" id="{2E331B42-AC28-4642-91F9-2F5BBFEC6A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9">
                <a:extLst>
                  <a:ext uri="{FF2B5EF4-FFF2-40B4-BE49-F238E27FC236}">
                    <a16:creationId xmlns:a16="http://schemas.microsoft.com/office/drawing/2014/main" id="{9F4D84A8-36FE-4CE0-8B9F-BAC2BA8A8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50">
                <a:extLst>
                  <a:ext uri="{FF2B5EF4-FFF2-40B4-BE49-F238E27FC236}">
                    <a16:creationId xmlns:a16="http://schemas.microsoft.com/office/drawing/2014/main" id="{41E2C310-8272-48CF-BD5B-A99A2C7B3C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51">
                <a:extLst>
                  <a:ext uri="{FF2B5EF4-FFF2-40B4-BE49-F238E27FC236}">
                    <a16:creationId xmlns:a16="http://schemas.microsoft.com/office/drawing/2014/main" id="{EFD4A3C6-7551-4DD0-AA1A-F932D7061D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52">
                <a:extLst>
                  <a:ext uri="{FF2B5EF4-FFF2-40B4-BE49-F238E27FC236}">
                    <a16:creationId xmlns:a16="http://schemas.microsoft.com/office/drawing/2014/main" id="{01F299DF-D3FF-4439-8EC7-B5A34146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53">
                <a:extLst>
                  <a:ext uri="{FF2B5EF4-FFF2-40B4-BE49-F238E27FC236}">
                    <a16:creationId xmlns:a16="http://schemas.microsoft.com/office/drawing/2014/main" id="{086FB16A-99D0-4DB0-9B38-CF351B5DF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54">
                <a:extLst>
                  <a:ext uri="{FF2B5EF4-FFF2-40B4-BE49-F238E27FC236}">
                    <a16:creationId xmlns:a16="http://schemas.microsoft.com/office/drawing/2014/main" id="{126BCD40-1D3C-4937-A15E-AD2E9671B5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55">
                <a:extLst>
                  <a:ext uri="{FF2B5EF4-FFF2-40B4-BE49-F238E27FC236}">
                    <a16:creationId xmlns:a16="http://schemas.microsoft.com/office/drawing/2014/main" id="{03E4C7B0-DDFC-433A-A8E5-2315FA6EFE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6">
                <a:extLst>
                  <a:ext uri="{FF2B5EF4-FFF2-40B4-BE49-F238E27FC236}">
                    <a16:creationId xmlns:a16="http://schemas.microsoft.com/office/drawing/2014/main" id="{7237BB88-10E9-454D-9D13-48878C421E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7">
                <a:extLst>
                  <a:ext uri="{FF2B5EF4-FFF2-40B4-BE49-F238E27FC236}">
                    <a16:creationId xmlns:a16="http://schemas.microsoft.com/office/drawing/2014/main" id="{515F18F4-5E57-4249-AB0A-249437781E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5AB7310-F80F-4091-8BFE-CE8C71666A9B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1" name="Rectangle 59">
                <a:extLst>
                  <a:ext uri="{FF2B5EF4-FFF2-40B4-BE49-F238E27FC236}">
                    <a16:creationId xmlns:a16="http://schemas.microsoft.com/office/drawing/2014/main" id="{9E50B916-ECC1-4F73-8059-F029E65813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60">
                <a:extLst>
                  <a:ext uri="{FF2B5EF4-FFF2-40B4-BE49-F238E27FC236}">
                    <a16:creationId xmlns:a16="http://schemas.microsoft.com/office/drawing/2014/main" id="{A8DD1ADE-2032-47AE-B88E-78E0F1B018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61">
                <a:extLst>
                  <a:ext uri="{FF2B5EF4-FFF2-40B4-BE49-F238E27FC236}">
                    <a16:creationId xmlns:a16="http://schemas.microsoft.com/office/drawing/2014/main" id="{9A6D6E1F-6E00-44C8-ADD2-06A738E758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62">
                <a:extLst>
                  <a:ext uri="{FF2B5EF4-FFF2-40B4-BE49-F238E27FC236}">
                    <a16:creationId xmlns:a16="http://schemas.microsoft.com/office/drawing/2014/main" id="{84FC7274-3463-4889-8E62-B693D50AE9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63">
                <a:extLst>
                  <a:ext uri="{FF2B5EF4-FFF2-40B4-BE49-F238E27FC236}">
                    <a16:creationId xmlns:a16="http://schemas.microsoft.com/office/drawing/2014/main" id="{E4E1A84A-DCAC-483B-BC08-579BF10B10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64">
                <a:extLst>
                  <a:ext uri="{FF2B5EF4-FFF2-40B4-BE49-F238E27FC236}">
                    <a16:creationId xmlns:a16="http://schemas.microsoft.com/office/drawing/2014/main" id="{F14EE80D-C3D2-4E22-93C5-CDD0904213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7" name="Rectangle 65">
                <a:extLst>
                  <a:ext uri="{FF2B5EF4-FFF2-40B4-BE49-F238E27FC236}">
                    <a16:creationId xmlns:a16="http://schemas.microsoft.com/office/drawing/2014/main" id="{FB8FBFAE-E2E1-41A6-987B-CEFBAC1801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6">
                <a:extLst>
                  <a:ext uri="{FF2B5EF4-FFF2-40B4-BE49-F238E27FC236}">
                    <a16:creationId xmlns:a16="http://schemas.microsoft.com/office/drawing/2014/main" id="{138AF1CB-7808-4C24-B76D-AB9F6A4503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7">
                <a:extLst>
                  <a:ext uri="{FF2B5EF4-FFF2-40B4-BE49-F238E27FC236}">
                    <a16:creationId xmlns:a16="http://schemas.microsoft.com/office/drawing/2014/main" id="{F5E88013-D7CE-4120-B4BB-C894EC19C9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8">
                <a:extLst>
                  <a:ext uri="{FF2B5EF4-FFF2-40B4-BE49-F238E27FC236}">
                    <a16:creationId xmlns:a16="http://schemas.microsoft.com/office/drawing/2014/main" id="{B6FC4D89-F7B1-46F5-9502-62F41E89DE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9">
                <a:extLst>
                  <a:ext uri="{FF2B5EF4-FFF2-40B4-BE49-F238E27FC236}">
                    <a16:creationId xmlns:a16="http://schemas.microsoft.com/office/drawing/2014/main" id="{64C81BD0-C449-4A1B-8492-204301960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70">
                <a:extLst>
                  <a:ext uri="{FF2B5EF4-FFF2-40B4-BE49-F238E27FC236}">
                    <a16:creationId xmlns:a16="http://schemas.microsoft.com/office/drawing/2014/main" id="{5F91B7CB-59D7-4965-B754-71C102E43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71">
                <a:extLst>
                  <a:ext uri="{FF2B5EF4-FFF2-40B4-BE49-F238E27FC236}">
                    <a16:creationId xmlns:a16="http://schemas.microsoft.com/office/drawing/2014/main" id="{677F7EA6-E57D-4E12-A4A5-AAFDCA8AA1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72">
                <a:extLst>
                  <a:ext uri="{FF2B5EF4-FFF2-40B4-BE49-F238E27FC236}">
                    <a16:creationId xmlns:a16="http://schemas.microsoft.com/office/drawing/2014/main" id="{56B270F4-040D-43EF-974A-3598BC6876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73">
                <a:extLst>
                  <a:ext uri="{FF2B5EF4-FFF2-40B4-BE49-F238E27FC236}">
                    <a16:creationId xmlns:a16="http://schemas.microsoft.com/office/drawing/2014/main" id="{EA8C5736-4550-4B46-8B52-247CF04D7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74">
                <a:extLst>
                  <a:ext uri="{FF2B5EF4-FFF2-40B4-BE49-F238E27FC236}">
                    <a16:creationId xmlns:a16="http://schemas.microsoft.com/office/drawing/2014/main" id="{F42B7DAA-E3F5-4B02-B786-473C7605B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75">
                <a:extLst>
                  <a:ext uri="{FF2B5EF4-FFF2-40B4-BE49-F238E27FC236}">
                    <a16:creationId xmlns:a16="http://schemas.microsoft.com/office/drawing/2014/main" id="{D850716E-F966-418B-A415-5B6E0F8A18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6">
                <a:extLst>
                  <a:ext uri="{FF2B5EF4-FFF2-40B4-BE49-F238E27FC236}">
                    <a16:creationId xmlns:a16="http://schemas.microsoft.com/office/drawing/2014/main" id="{B6DAAC97-C425-42B4-9405-AC447E2E0B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7">
                <a:extLst>
                  <a:ext uri="{FF2B5EF4-FFF2-40B4-BE49-F238E27FC236}">
                    <a16:creationId xmlns:a16="http://schemas.microsoft.com/office/drawing/2014/main" id="{42D8FACA-2CB3-400B-9610-94CBA7A3EE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8">
                <a:extLst>
                  <a:ext uri="{FF2B5EF4-FFF2-40B4-BE49-F238E27FC236}">
                    <a16:creationId xmlns:a16="http://schemas.microsoft.com/office/drawing/2014/main" id="{22200CE3-AD18-4A71-BA64-E2F227C44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9">
                <a:extLst>
                  <a:ext uri="{FF2B5EF4-FFF2-40B4-BE49-F238E27FC236}">
                    <a16:creationId xmlns:a16="http://schemas.microsoft.com/office/drawing/2014/main" id="{475F60A0-5B50-42FC-8C11-E137E7C56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80">
                <a:extLst>
                  <a:ext uri="{FF2B5EF4-FFF2-40B4-BE49-F238E27FC236}">
                    <a16:creationId xmlns:a16="http://schemas.microsoft.com/office/drawing/2014/main" id="{CAA2354D-703C-4594-B119-475938CFD4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81">
                <a:extLst>
                  <a:ext uri="{FF2B5EF4-FFF2-40B4-BE49-F238E27FC236}">
                    <a16:creationId xmlns:a16="http://schemas.microsoft.com/office/drawing/2014/main" id="{F8619CF6-1E39-4CF1-AEF0-BE5A67EB6F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82">
                <a:extLst>
                  <a:ext uri="{FF2B5EF4-FFF2-40B4-BE49-F238E27FC236}">
                    <a16:creationId xmlns:a16="http://schemas.microsoft.com/office/drawing/2014/main" id="{354E893E-B006-4B22-BBCB-52A79A5461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83">
                <a:extLst>
                  <a:ext uri="{FF2B5EF4-FFF2-40B4-BE49-F238E27FC236}">
                    <a16:creationId xmlns:a16="http://schemas.microsoft.com/office/drawing/2014/main" id="{0D56028C-9156-43E8-B855-AF135DD7E6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84">
                <a:extLst>
                  <a:ext uri="{FF2B5EF4-FFF2-40B4-BE49-F238E27FC236}">
                    <a16:creationId xmlns:a16="http://schemas.microsoft.com/office/drawing/2014/main" id="{950FA1E9-CD04-4DB1-B523-ABF2C1B6ED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AA6044-FF9C-4224-BBD4-786BCC486D91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75" name="Rectangle 5">
                <a:extLst>
                  <a:ext uri="{FF2B5EF4-FFF2-40B4-BE49-F238E27FC236}">
                    <a16:creationId xmlns:a16="http://schemas.microsoft.com/office/drawing/2014/main" id="{CEC88F9D-6CCB-4C48-AB60-4743F3C98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6">
                <a:extLst>
                  <a:ext uri="{FF2B5EF4-FFF2-40B4-BE49-F238E27FC236}">
                    <a16:creationId xmlns:a16="http://schemas.microsoft.com/office/drawing/2014/main" id="{BC4930EB-874F-4D2B-94B1-FF1459F4A7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7">
                <a:extLst>
                  <a:ext uri="{FF2B5EF4-FFF2-40B4-BE49-F238E27FC236}">
                    <a16:creationId xmlns:a16="http://schemas.microsoft.com/office/drawing/2014/main" id="{66BB2441-7C95-4A21-B558-2971312D5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8">
                <a:extLst>
                  <a:ext uri="{FF2B5EF4-FFF2-40B4-BE49-F238E27FC236}">
                    <a16:creationId xmlns:a16="http://schemas.microsoft.com/office/drawing/2014/main" id="{B2A1B236-8D43-4B78-90F2-27A974E1FE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9">
                <a:extLst>
                  <a:ext uri="{FF2B5EF4-FFF2-40B4-BE49-F238E27FC236}">
                    <a16:creationId xmlns:a16="http://schemas.microsoft.com/office/drawing/2014/main" id="{E0526BF0-467E-421F-870A-02C866AC0C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10">
                <a:extLst>
                  <a:ext uri="{FF2B5EF4-FFF2-40B4-BE49-F238E27FC236}">
                    <a16:creationId xmlns:a16="http://schemas.microsoft.com/office/drawing/2014/main" id="{79ACA6FA-E263-441B-B650-DEE2A495E1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1" name="Rectangle 11">
                <a:extLst>
                  <a:ext uri="{FF2B5EF4-FFF2-40B4-BE49-F238E27FC236}">
                    <a16:creationId xmlns:a16="http://schemas.microsoft.com/office/drawing/2014/main" id="{DA7F6558-782C-4107-91F4-AF8E5136C7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12">
                <a:extLst>
                  <a:ext uri="{FF2B5EF4-FFF2-40B4-BE49-F238E27FC236}">
                    <a16:creationId xmlns:a16="http://schemas.microsoft.com/office/drawing/2014/main" id="{E575740C-61C5-4D08-9803-25E05FA3F5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13">
                <a:extLst>
                  <a:ext uri="{FF2B5EF4-FFF2-40B4-BE49-F238E27FC236}">
                    <a16:creationId xmlns:a16="http://schemas.microsoft.com/office/drawing/2014/main" id="{D4CCCBBA-5E32-47C6-B40B-3E2155E3F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14">
                <a:extLst>
                  <a:ext uri="{FF2B5EF4-FFF2-40B4-BE49-F238E27FC236}">
                    <a16:creationId xmlns:a16="http://schemas.microsoft.com/office/drawing/2014/main" id="{FC65131F-93B3-419C-B068-14D36AAC3F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15">
                <a:extLst>
                  <a:ext uri="{FF2B5EF4-FFF2-40B4-BE49-F238E27FC236}">
                    <a16:creationId xmlns:a16="http://schemas.microsoft.com/office/drawing/2014/main" id="{469B75D4-B4A8-4C2E-8EBB-E95FAB7C56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6">
                <a:extLst>
                  <a:ext uri="{FF2B5EF4-FFF2-40B4-BE49-F238E27FC236}">
                    <a16:creationId xmlns:a16="http://schemas.microsoft.com/office/drawing/2014/main" id="{6C8F3B5D-1D93-4D85-8639-75B5E46EC6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7">
                <a:extLst>
                  <a:ext uri="{FF2B5EF4-FFF2-40B4-BE49-F238E27FC236}">
                    <a16:creationId xmlns:a16="http://schemas.microsoft.com/office/drawing/2014/main" id="{DCCEB301-1F26-43A3-8B34-DBAFC32B32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8">
                <a:extLst>
                  <a:ext uri="{FF2B5EF4-FFF2-40B4-BE49-F238E27FC236}">
                    <a16:creationId xmlns:a16="http://schemas.microsoft.com/office/drawing/2014/main" id="{DD08B69C-E406-41F3-856E-A8C150CB64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9">
                <a:extLst>
                  <a:ext uri="{FF2B5EF4-FFF2-40B4-BE49-F238E27FC236}">
                    <a16:creationId xmlns:a16="http://schemas.microsoft.com/office/drawing/2014/main" id="{A1A90F4B-6060-4BA1-8AF2-FAFFAA04A8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20">
                <a:extLst>
                  <a:ext uri="{FF2B5EF4-FFF2-40B4-BE49-F238E27FC236}">
                    <a16:creationId xmlns:a16="http://schemas.microsoft.com/office/drawing/2014/main" id="{B1F471FD-A187-4EE2-9D21-E0A637683F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21">
                <a:extLst>
                  <a:ext uri="{FF2B5EF4-FFF2-40B4-BE49-F238E27FC236}">
                    <a16:creationId xmlns:a16="http://schemas.microsoft.com/office/drawing/2014/main" id="{68DAAA74-257B-4E75-A315-6B710A314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22">
                <a:extLst>
                  <a:ext uri="{FF2B5EF4-FFF2-40B4-BE49-F238E27FC236}">
                    <a16:creationId xmlns:a16="http://schemas.microsoft.com/office/drawing/2014/main" id="{63000D52-BDE3-430B-8243-08564FFE96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23">
                <a:extLst>
                  <a:ext uri="{FF2B5EF4-FFF2-40B4-BE49-F238E27FC236}">
                    <a16:creationId xmlns:a16="http://schemas.microsoft.com/office/drawing/2014/main" id="{F6BDC60F-B33E-4AD8-9807-B2C1A4C2C6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24">
                <a:extLst>
                  <a:ext uri="{FF2B5EF4-FFF2-40B4-BE49-F238E27FC236}">
                    <a16:creationId xmlns:a16="http://schemas.microsoft.com/office/drawing/2014/main" id="{F1DB5734-0088-4CC2-9415-998F194165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25">
                <a:extLst>
                  <a:ext uri="{FF2B5EF4-FFF2-40B4-BE49-F238E27FC236}">
                    <a16:creationId xmlns:a16="http://schemas.microsoft.com/office/drawing/2014/main" id="{1C679BCE-F04D-48E0-8E2B-0174E8E975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6">
                <a:extLst>
                  <a:ext uri="{FF2B5EF4-FFF2-40B4-BE49-F238E27FC236}">
                    <a16:creationId xmlns:a16="http://schemas.microsoft.com/office/drawing/2014/main" id="{EA8ABD89-DF79-45A9-9CDB-0E871222D5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7">
                <a:extLst>
                  <a:ext uri="{FF2B5EF4-FFF2-40B4-BE49-F238E27FC236}">
                    <a16:creationId xmlns:a16="http://schemas.microsoft.com/office/drawing/2014/main" id="{C1A57486-D9A6-4CD5-878E-093E44A760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8">
                <a:extLst>
                  <a:ext uri="{FF2B5EF4-FFF2-40B4-BE49-F238E27FC236}">
                    <a16:creationId xmlns:a16="http://schemas.microsoft.com/office/drawing/2014/main" id="{B6582662-B56F-42F6-A821-B5F52FB840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9">
                <a:extLst>
                  <a:ext uri="{FF2B5EF4-FFF2-40B4-BE49-F238E27FC236}">
                    <a16:creationId xmlns:a16="http://schemas.microsoft.com/office/drawing/2014/main" id="{1105049D-68B2-4636-9C28-7B8C2177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30">
                <a:extLst>
                  <a:ext uri="{FF2B5EF4-FFF2-40B4-BE49-F238E27FC236}">
                    <a16:creationId xmlns:a16="http://schemas.microsoft.com/office/drawing/2014/main" id="{E0F75D5D-3B9C-40B7-AF8E-4C4322B6C9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0F6A935-DCBA-461C-832C-A343F475413E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49" name="Rectangle 32">
                <a:extLst>
                  <a:ext uri="{FF2B5EF4-FFF2-40B4-BE49-F238E27FC236}">
                    <a16:creationId xmlns:a16="http://schemas.microsoft.com/office/drawing/2014/main" id="{67654A26-DC7F-47CD-8FF8-BC012501CC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33">
                <a:extLst>
                  <a:ext uri="{FF2B5EF4-FFF2-40B4-BE49-F238E27FC236}">
                    <a16:creationId xmlns:a16="http://schemas.microsoft.com/office/drawing/2014/main" id="{9949B927-96E9-4F44-9050-A81CD79D73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34">
                <a:extLst>
                  <a:ext uri="{FF2B5EF4-FFF2-40B4-BE49-F238E27FC236}">
                    <a16:creationId xmlns:a16="http://schemas.microsoft.com/office/drawing/2014/main" id="{3B5D9536-992F-4F39-93BC-BB2533D785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35">
                <a:extLst>
                  <a:ext uri="{FF2B5EF4-FFF2-40B4-BE49-F238E27FC236}">
                    <a16:creationId xmlns:a16="http://schemas.microsoft.com/office/drawing/2014/main" id="{F1FA2A7F-208B-4450-9E7E-F29BB39251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36">
                <a:extLst>
                  <a:ext uri="{FF2B5EF4-FFF2-40B4-BE49-F238E27FC236}">
                    <a16:creationId xmlns:a16="http://schemas.microsoft.com/office/drawing/2014/main" id="{EF607D70-7F21-4A9F-A183-730E45EF31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37">
                <a:extLst>
                  <a:ext uri="{FF2B5EF4-FFF2-40B4-BE49-F238E27FC236}">
                    <a16:creationId xmlns:a16="http://schemas.microsoft.com/office/drawing/2014/main" id="{4ECF017A-32D9-44C4-837F-2C37B7B9FC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5" name="Rectangle 38">
                <a:extLst>
                  <a:ext uri="{FF2B5EF4-FFF2-40B4-BE49-F238E27FC236}">
                    <a16:creationId xmlns:a16="http://schemas.microsoft.com/office/drawing/2014/main" id="{34B3B9C3-9513-414E-B30D-F7CFC02E05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9">
                <a:extLst>
                  <a:ext uri="{FF2B5EF4-FFF2-40B4-BE49-F238E27FC236}">
                    <a16:creationId xmlns:a16="http://schemas.microsoft.com/office/drawing/2014/main" id="{E6A1B5D1-A0C1-47E7-A068-C05A44F3D7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40">
                <a:extLst>
                  <a:ext uri="{FF2B5EF4-FFF2-40B4-BE49-F238E27FC236}">
                    <a16:creationId xmlns:a16="http://schemas.microsoft.com/office/drawing/2014/main" id="{96D2BA52-50C4-45BF-B115-62AE7F01B0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41">
                <a:extLst>
                  <a:ext uri="{FF2B5EF4-FFF2-40B4-BE49-F238E27FC236}">
                    <a16:creationId xmlns:a16="http://schemas.microsoft.com/office/drawing/2014/main" id="{9DCC33D9-FAF4-4D54-A2F1-85D656FB93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42">
                <a:extLst>
                  <a:ext uri="{FF2B5EF4-FFF2-40B4-BE49-F238E27FC236}">
                    <a16:creationId xmlns:a16="http://schemas.microsoft.com/office/drawing/2014/main" id="{8DD0B56F-45FF-4041-A939-24B54541A3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43">
                <a:extLst>
                  <a:ext uri="{FF2B5EF4-FFF2-40B4-BE49-F238E27FC236}">
                    <a16:creationId xmlns:a16="http://schemas.microsoft.com/office/drawing/2014/main" id="{96AB8477-5546-4080-8BC1-02BF0BB8F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44">
                <a:extLst>
                  <a:ext uri="{FF2B5EF4-FFF2-40B4-BE49-F238E27FC236}">
                    <a16:creationId xmlns:a16="http://schemas.microsoft.com/office/drawing/2014/main" id="{4E453DC0-BE05-4525-866A-335CE37B00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45">
                <a:extLst>
                  <a:ext uri="{FF2B5EF4-FFF2-40B4-BE49-F238E27FC236}">
                    <a16:creationId xmlns:a16="http://schemas.microsoft.com/office/drawing/2014/main" id="{DE66478E-4EC6-4BE6-B27E-C0C0531CC1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6">
                <a:extLst>
                  <a:ext uri="{FF2B5EF4-FFF2-40B4-BE49-F238E27FC236}">
                    <a16:creationId xmlns:a16="http://schemas.microsoft.com/office/drawing/2014/main" id="{698E3192-E8A7-4BE3-A213-C67294E393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7">
                <a:extLst>
                  <a:ext uri="{FF2B5EF4-FFF2-40B4-BE49-F238E27FC236}">
                    <a16:creationId xmlns:a16="http://schemas.microsoft.com/office/drawing/2014/main" id="{73311133-150A-4295-BA6B-AE591A758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8">
                <a:extLst>
                  <a:ext uri="{FF2B5EF4-FFF2-40B4-BE49-F238E27FC236}">
                    <a16:creationId xmlns:a16="http://schemas.microsoft.com/office/drawing/2014/main" id="{01A2298C-D71C-4EE8-97EC-882AE8FE27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9">
                <a:extLst>
                  <a:ext uri="{FF2B5EF4-FFF2-40B4-BE49-F238E27FC236}">
                    <a16:creationId xmlns:a16="http://schemas.microsoft.com/office/drawing/2014/main" id="{4A510FF8-75EB-4CBF-8672-72CB0674B9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50">
                <a:extLst>
                  <a:ext uri="{FF2B5EF4-FFF2-40B4-BE49-F238E27FC236}">
                    <a16:creationId xmlns:a16="http://schemas.microsoft.com/office/drawing/2014/main" id="{1A2C9E47-1571-4FD2-8B6B-C7B564E897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51">
                <a:extLst>
                  <a:ext uri="{FF2B5EF4-FFF2-40B4-BE49-F238E27FC236}">
                    <a16:creationId xmlns:a16="http://schemas.microsoft.com/office/drawing/2014/main" id="{86EF56B1-DD4A-4A19-A43F-347855BF84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52">
                <a:extLst>
                  <a:ext uri="{FF2B5EF4-FFF2-40B4-BE49-F238E27FC236}">
                    <a16:creationId xmlns:a16="http://schemas.microsoft.com/office/drawing/2014/main" id="{593C0948-4102-4E67-9CCD-6F94446F70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53">
                <a:extLst>
                  <a:ext uri="{FF2B5EF4-FFF2-40B4-BE49-F238E27FC236}">
                    <a16:creationId xmlns:a16="http://schemas.microsoft.com/office/drawing/2014/main" id="{ACB6589F-762B-4CA7-8D92-92E5FB76FD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54">
                <a:extLst>
                  <a:ext uri="{FF2B5EF4-FFF2-40B4-BE49-F238E27FC236}">
                    <a16:creationId xmlns:a16="http://schemas.microsoft.com/office/drawing/2014/main" id="{9992ACB2-51DA-4341-842A-58050D15CC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55">
                <a:extLst>
                  <a:ext uri="{FF2B5EF4-FFF2-40B4-BE49-F238E27FC236}">
                    <a16:creationId xmlns:a16="http://schemas.microsoft.com/office/drawing/2014/main" id="{D9C60E55-0956-424D-8C75-2976AC3B65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6">
                <a:extLst>
                  <a:ext uri="{FF2B5EF4-FFF2-40B4-BE49-F238E27FC236}">
                    <a16:creationId xmlns:a16="http://schemas.microsoft.com/office/drawing/2014/main" id="{BE0FF237-544C-4EAB-ABB0-731D5FA88D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7">
                <a:extLst>
                  <a:ext uri="{FF2B5EF4-FFF2-40B4-BE49-F238E27FC236}">
                    <a16:creationId xmlns:a16="http://schemas.microsoft.com/office/drawing/2014/main" id="{D1E0212C-F045-489C-9689-7C49F762CC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C90BB14-74DB-4A2D-847B-7D160CCB7907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3" name="Rectangle 59">
                <a:extLst>
                  <a:ext uri="{FF2B5EF4-FFF2-40B4-BE49-F238E27FC236}">
                    <a16:creationId xmlns:a16="http://schemas.microsoft.com/office/drawing/2014/main" id="{99D447A1-2220-4498-AEF5-6E3E1E6E7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60">
                <a:extLst>
                  <a:ext uri="{FF2B5EF4-FFF2-40B4-BE49-F238E27FC236}">
                    <a16:creationId xmlns:a16="http://schemas.microsoft.com/office/drawing/2014/main" id="{7C3A93F4-91DD-433B-968A-852BE617B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61">
                <a:extLst>
                  <a:ext uri="{FF2B5EF4-FFF2-40B4-BE49-F238E27FC236}">
                    <a16:creationId xmlns:a16="http://schemas.microsoft.com/office/drawing/2014/main" id="{1C73CE31-214B-4439-A783-35C6A8ED75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62">
                <a:extLst>
                  <a:ext uri="{FF2B5EF4-FFF2-40B4-BE49-F238E27FC236}">
                    <a16:creationId xmlns:a16="http://schemas.microsoft.com/office/drawing/2014/main" id="{36D68C3F-8E09-4424-AE30-DC0EA8A4B6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63">
                <a:extLst>
                  <a:ext uri="{FF2B5EF4-FFF2-40B4-BE49-F238E27FC236}">
                    <a16:creationId xmlns:a16="http://schemas.microsoft.com/office/drawing/2014/main" id="{D77BDB0F-9FB9-4B1E-8B4A-1E2673E90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64">
                <a:extLst>
                  <a:ext uri="{FF2B5EF4-FFF2-40B4-BE49-F238E27FC236}">
                    <a16:creationId xmlns:a16="http://schemas.microsoft.com/office/drawing/2014/main" id="{11FC8FC1-3854-4435-94FA-7C19C8CF4B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9" name="Rectangle 65">
                <a:extLst>
                  <a:ext uri="{FF2B5EF4-FFF2-40B4-BE49-F238E27FC236}">
                    <a16:creationId xmlns:a16="http://schemas.microsoft.com/office/drawing/2014/main" id="{CD7A3181-77BB-4B10-BAE0-192A2D4C54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6">
                <a:extLst>
                  <a:ext uri="{FF2B5EF4-FFF2-40B4-BE49-F238E27FC236}">
                    <a16:creationId xmlns:a16="http://schemas.microsoft.com/office/drawing/2014/main" id="{34704098-6430-4842-A78C-8EA208FF5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7">
                <a:extLst>
                  <a:ext uri="{FF2B5EF4-FFF2-40B4-BE49-F238E27FC236}">
                    <a16:creationId xmlns:a16="http://schemas.microsoft.com/office/drawing/2014/main" id="{821A9373-4697-4443-B247-58130E1D40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8">
                <a:extLst>
                  <a:ext uri="{FF2B5EF4-FFF2-40B4-BE49-F238E27FC236}">
                    <a16:creationId xmlns:a16="http://schemas.microsoft.com/office/drawing/2014/main" id="{BE59B0E9-E64A-4252-ABFF-7D0CCECB5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9">
                <a:extLst>
                  <a:ext uri="{FF2B5EF4-FFF2-40B4-BE49-F238E27FC236}">
                    <a16:creationId xmlns:a16="http://schemas.microsoft.com/office/drawing/2014/main" id="{066F8BCA-C3C4-48C8-9103-65FC2FFF62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70">
                <a:extLst>
                  <a:ext uri="{FF2B5EF4-FFF2-40B4-BE49-F238E27FC236}">
                    <a16:creationId xmlns:a16="http://schemas.microsoft.com/office/drawing/2014/main" id="{68B69181-5D7D-4EFF-9724-B2BDD62DB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71">
                <a:extLst>
                  <a:ext uri="{FF2B5EF4-FFF2-40B4-BE49-F238E27FC236}">
                    <a16:creationId xmlns:a16="http://schemas.microsoft.com/office/drawing/2014/main" id="{996BC465-13D7-4B01-81BD-88E7BAA5A9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72">
                <a:extLst>
                  <a:ext uri="{FF2B5EF4-FFF2-40B4-BE49-F238E27FC236}">
                    <a16:creationId xmlns:a16="http://schemas.microsoft.com/office/drawing/2014/main" id="{61C9420C-6853-4164-9D24-98349CD58C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73">
                <a:extLst>
                  <a:ext uri="{FF2B5EF4-FFF2-40B4-BE49-F238E27FC236}">
                    <a16:creationId xmlns:a16="http://schemas.microsoft.com/office/drawing/2014/main" id="{EF04FF35-9797-4571-BCFF-435C37D2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74">
                <a:extLst>
                  <a:ext uri="{FF2B5EF4-FFF2-40B4-BE49-F238E27FC236}">
                    <a16:creationId xmlns:a16="http://schemas.microsoft.com/office/drawing/2014/main" id="{78C68F3A-1768-4D3F-8ABF-D899CEF5DE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75">
                <a:extLst>
                  <a:ext uri="{FF2B5EF4-FFF2-40B4-BE49-F238E27FC236}">
                    <a16:creationId xmlns:a16="http://schemas.microsoft.com/office/drawing/2014/main" id="{A69F85D7-2261-4042-B85B-C3FABE4A08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6">
                <a:extLst>
                  <a:ext uri="{FF2B5EF4-FFF2-40B4-BE49-F238E27FC236}">
                    <a16:creationId xmlns:a16="http://schemas.microsoft.com/office/drawing/2014/main" id="{31444D56-FEBA-4CC9-B179-200833A9B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7">
                <a:extLst>
                  <a:ext uri="{FF2B5EF4-FFF2-40B4-BE49-F238E27FC236}">
                    <a16:creationId xmlns:a16="http://schemas.microsoft.com/office/drawing/2014/main" id="{A7678401-8C3E-4FAF-A888-70B49C91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8">
                <a:extLst>
                  <a:ext uri="{FF2B5EF4-FFF2-40B4-BE49-F238E27FC236}">
                    <a16:creationId xmlns:a16="http://schemas.microsoft.com/office/drawing/2014/main" id="{618CC429-D47D-440E-9695-6E61D60960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9">
                <a:extLst>
                  <a:ext uri="{FF2B5EF4-FFF2-40B4-BE49-F238E27FC236}">
                    <a16:creationId xmlns:a16="http://schemas.microsoft.com/office/drawing/2014/main" id="{F2B544AE-5CC8-4A61-BBDF-82DA13A5F7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80">
                <a:extLst>
                  <a:ext uri="{FF2B5EF4-FFF2-40B4-BE49-F238E27FC236}">
                    <a16:creationId xmlns:a16="http://schemas.microsoft.com/office/drawing/2014/main" id="{46B39C8E-D445-41B8-8B42-2DE170717B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81">
                <a:extLst>
                  <a:ext uri="{FF2B5EF4-FFF2-40B4-BE49-F238E27FC236}">
                    <a16:creationId xmlns:a16="http://schemas.microsoft.com/office/drawing/2014/main" id="{38E7AB8E-5E17-460F-8595-4178AF462D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82">
                <a:extLst>
                  <a:ext uri="{FF2B5EF4-FFF2-40B4-BE49-F238E27FC236}">
                    <a16:creationId xmlns:a16="http://schemas.microsoft.com/office/drawing/2014/main" id="{B1EBA00C-8D23-4B8D-996F-763D447186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83">
                <a:extLst>
                  <a:ext uri="{FF2B5EF4-FFF2-40B4-BE49-F238E27FC236}">
                    <a16:creationId xmlns:a16="http://schemas.microsoft.com/office/drawing/2014/main" id="{A74D84D5-1D5F-4261-AC8E-F836107F1A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84">
                <a:extLst>
                  <a:ext uri="{FF2B5EF4-FFF2-40B4-BE49-F238E27FC236}">
                    <a16:creationId xmlns:a16="http://schemas.microsoft.com/office/drawing/2014/main" id="{FAE1892A-CE1C-4062-87F1-490874F36E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802612C-7EF5-4229-B874-804F63CA5157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97" name="Rectangle 5">
                <a:extLst>
                  <a:ext uri="{FF2B5EF4-FFF2-40B4-BE49-F238E27FC236}">
                    <a16:creationId xmlns:a16="http://schemas.microsoft.com/office/drawing/2014/main" id="{79ECF9B6-3DAB-4C5C-B34E-D0A7F38B76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6">
                <a:extLst>
                  <a:ext uri="{FF2B5EF4-FFF2-40B4-BE49-F238E27FC236}">
                    <a16:creationId xmlns:a16="http://schemas.microsoft.com/office/drawing/2014/main" id="{35C9E271-FB6D-4F58-AC40-C72BEAE8A2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7">
                <a:extLst>
                  <a:ext uri="{FF2B5EF4-FFF2-40B4-BE49-F238E27FC236}">
                    <a16:creationId xmlns:a16="http://schemas.microsoft.com/office/drawing/2014/main" id="{6C77D497-A891-4E55-B019-C188318C9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8">
                <a:extLst>
                  <a:ext uri="{FF2B5EF4-FFF2-40B4-BE49-F238E27FC236}">
                    <a16:creationId xmlns:a16="http://schemas.microsoft.com/office/drawing/2014/main" id="{789A10D5-86A9-4355-A65E-55E0070B0C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9">
                <a:extLst>
                  <a:ext uri="{FF2B5EF4-FFF2-40B4-BE49-F238E27FC236}">
                    <a16:creationId xmlns:a16="http://schemas.microsoft.com/office/drawing/2014/main" id="{190FC9CA-1CD6-4748-9D13-6C41111A17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10">
                <a:extLst>
                  <a:ext uri="{FF2B5EF4-FFF2-40B4-BE49-F238E27FC236}">
                    <a16:creationId xmlns:a16="http://schemas.microsoft.com/office/drawing/2014/main" id="{C8822FE6-6227-48F7-AA73-92699ABEA3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3" name="Rectangle 11">
                <a:extLst>
                  <a:ext uri="{FF2B5EF4-FFF2-40B4-BE49-F238E27FC236}">
                    <a16:creationId xmlns:a16="http://schemas.microsoft.com/office/drawing/2014/main" id="{E5E1E87B-24C4-475C-8A8F-5B997B2D07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12">
                <a:extLst>
                  <a:ext uri="{FF2B5EF4-FFF2-40B4-BE49-F238E27FC236}">
                    <a16:creationId xmlns:a16="http://schemas.microsoft.com/office/drawing/2014/main" id="{A10C8796-2AC4-44B9-947C-67EA0E9667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13">
                <a:extLst>
                  <a:ext uri="{FF2B5EF4-FFF2-40B4-BE49-F238E27FC236}">
                    <a16:creationId xmlns:a16="http://schemas.microsoft.com/office/drawing/2014/main" id="{9C3B2967-6FE1-42A9-8AA6-D88F39ED25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14">
                <a:extLst>
                  <a:ext uri="{FF2B5EF4-FFF2-40B4-BE49-F238E27FC236}">
                    <a16:creationId xmlns:a16="http://schemas.microsoft.com/office/drawing/2014/main" id="{D65A60F3-B8CA-4A07-BA50-4382410F7D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15">
                <a:extLst>
                  <a:ext uri="{FF2B5EF4-FFF2-40B4-BE49-F238E27FC236}">
                    <a16:creationId xmlns:a16="http://schemas.microsoft.com/office/drawing/2014/main" id="{CE9D0345-78D9-481A-97CD-9F4F5005DC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6">
                <a:extLst>
                  <a:ext uri="{FF2B5EF4-FFF2-40B4-BE49-F238E27FC236}">
                    <a16:creationId xmlns:a16="http://schemas.microsoft.com/office/drawing/2014/main" id="{335FF664-C997-40CD-A253-17AE029463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7">
                <a:extLst>
                  <a:ext uri="{FF2B5EF4-FFF2-40B4-BE49-F238E27FC236}">
                    <a16:creationId xmlns:a16="http://schemas.microsoft.com/office/drawing/2014/main" id="{9CC2681F-B216-40D9-B5A0-F02DCEABDF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8">
                <a:extLst>
                  <a:ext uri="{FF2B5EF4-FFF2-40B4-BE49-F238E27FC236}">
                    <a16:creationId xmlns:a16="http://schemas.microsoft.com/office/drawing/2014/main" id="{A3004976-7D17-4D1E-8C1B-307A36D4D3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9">
                <a:extLst>
                  <a:ext uri="{FF2B5EF4-FFF2-40B4-BE49-F238E27FC236}">
                    <a16:creationId xmlns:a16="http://schemas.microsoft.com/office/drawing/2014/main" id="{2441E1C0-EA8F-4829-96F9-79E4F9F9B8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20">
                <a:extLst>
                  <a:ext uri="{FF2B5EF4-FFF2-40B4-BE49-F238E27FC236}">
                    <a16:creationId xmlns:a16="http://schemas.microsoft.com/office/drawing/2014/main" id="{44BC57F8-5DE7-403F-B665-F6F2827DB8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21">
                <a:extLst>
                  <a:ext uri="{FF2B5EF4-FFF2-40B4-BE49-F238E27FC236}">
                    <a16:creationId xmlns:a16="http://schemas.microsoft.com/office/drawing/2014/main" id="{B34B239C-EECF-4F26-A48A-B0CC0F65BC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22">
                <a:extLst>
                  <a:ext uri="{FF2B5EF4-FFF2-40B4-BE49-F238E27FC236}">
                    <a16:creationId xmlns:a16="http://schemas.microsoft.com/office/drawing/2014/main" id="{9761DB51-CFA3-48D3-A481-6AAF4370D4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23">
                <a:extLst>
                  <a:ext uri="{FF2B5EF4-FFF2-40B4-BE49-F238E27FC236}">
                    <a16:creationId xmlns:a16="http://schemas.microsoft.com/office/drawing/2014/main" id="{8BF8C0DC-CA13-4B3A-9B31-81AD0D5A3B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24">
                <a:extLst>
                  <a:ext uri="{FF2B5EF4-FFF2-40B4-BE49-F238E27FC236}">
                    <a16:creationId xmlns:a16="http://schemas.microsoft.com/office/drawing/2014/main" id="{3B5D9432-1B5F-4352-8E2D-A4C9BA2788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25">
                <a:extLst>
                  <a:ext uri="{FF2B5EF4-FFF2-40B4-BE49-F238E27FC236}">
                    <a16:creationId xmlns:a16="http://schemas.microsoft.com/office/drawing/2014/main" id="{A72578CA-857C-4FF3-99D2-2409F1404F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6">
                <a:extLst>
                  <a:ext uri="{FF2B5EF4-FFF2-40B4-BE49-F238E27FC236}">
                    <a16:creationId xmlns:a16="http://schemas.microsoft.com/office/drawing/2014/main" id="{CAD4F8AF-D5EE-4F50-B004-20393F40DD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7">
                <a:extLst>
                  <a:ext uri="{FF2B5EF4-FFF2-40B4-BE49-F238E27FC236}">
                    <a16:creationId xmlns:a16="http://schemas.microsoft.com/office/drawing/2014/main" id="{8A57F274-20A6-4680-B7C0-AD8EA5A0BB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8">
                <a:extLst>
                  <a:ext uri="{FF2B5EF4-FFF2-40B4-BE49-F238E27FC236}">
                    <a16:creationId xmlns:a16="http://schemas.microsoft.com/office/drawing/2014/main" id="{0F14F482-588A-4EEB-8243-0F8DF0EBF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9">
                <a:extLst>
                  <a:ext uri="{FF2B5EF4-FFF2-40B4-BE49-F238E27FC236}">
                    <a16:creationId xmlns:a16="http://schemas.microsoft.com/office/drawing/2014/main" id="{DBE68752-D099-4312-A230-0F3B7131BC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30">
                <a:extLst>
                  <a:ext uri="{FF2B5EF4-FFF2-40B4-BE49-F238E27FC236}">
                    <a16:creationId xmlns:a16="http://schemas.microsoft.com/office/drawing/2014/main" id="{405BD9F5-ECE9-4C54-B627-8C58DFD735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1BDD497-9AE8-4EFE-A518-EB1944C837FD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1" name="Rectangle 32">
                <a:extLst>
                  <a:ext uri="{FF2B5EF4-FFF2-40B4-BE49-F238E27FC236}">
                    <a16:creationId xmlns:a16="http://schemas.microsoft.com/office/drawing/2014/main" id="{46DE1FDE-4944-42F3-AB62-2DB5477E3F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33">
                <a:extLst>
                  <a:ext uri="{FF2B5EF4-FFF2-40B4-BE49-F238E27FC236}">
                    <a16:creationId xmlns:a16="http://schemas.microsoft.com/office/drawing/2014/main" id="{06FCE84A-9F7C-4DFE-8CA9-5982F096E6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34">
                <a:extLst>
                  <a:ext uri="{FF2B5EF4-FFF2-40B4-BE49-F238E27FC236}">
                    <a16:creationId xmlns:a16="http://schemas.microsoft.com/office/drawing/2014/main" id="{DD56D081-1AAA-49A3-ABDB-5C753E6ABE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35">
                <a:extLst>
                  <a:ext uri="{FF2B5EF4-FFF2-40B4-BE49-F238E27FC236}">
                    <a16:creationId xmlns:a16="http://schemas.microsoft.com/office/drawing/2014/main" id="{BD4D92B3-9AE0-48B8-959E-07EA7AB29F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36">
                <a:extLst>
                  <a:ext uri="{FF2B5EF4-FFF2-40B4-BE49-F238E27FC236}">
                    <a16:creationId xmlns:a16="http://schemas.microsoft.com/office/drawing/2014/main" id="{3DD3026A-6FE6-4FA7-90F4-6DE1E8898C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37">
                <a:extLst>
                  <a:ext uri="{FF2B5EF4-FFF2-40B4-BE49-F238E27FC236}">
                    <a16:creationId xmlns:a16="http://schemas.microsoft.com/office/drawing/2014/main" id="{AC970942-28D3-4460-85B7-BD20B0D76A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7" name="Rectangle 38">
                <a:extLst>
                  <a:ext uri="{FF2B5EF4-FFF2-40B4-BE49-F238E27FC236}">
                    <a16:creationId xmlns:a16="http://schemas.microsoft.com/office/drawing/2014/main" id="{03D96458-7899-4A24-B66B-461086FAA1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9">
                <a:extLst>
                  <a:ext uri="{FF2B5EF4-FFF2-40B4-BE49-F238E27FC236}">
                    <a16:creationId xmlns:a16="http://schemas.microsoft.com/office/drawing/2014/main" id="{C8A769BE-C8A3-44B6-A98B-9A0CA8C8C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40">
                <a:extLst>
                  <a:ext uri="{FF2B5EF4-FFF2-40B4-BE49-F238E27FC236}">
                    <a16:creationId xmlns:a16="http://schemas.microsoft.com/office/drawing/2014/main" id="{42866ABD-1FE3-40D1-8819-FC2FC19BC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41">
                <a:extLst>
                  <a:ext uri="{FF2B5EF4-FFF2-40B4-BE49-F238E27FC236}">
                    <a16:creationId xmlns:a16="http://schemas.microsoft.com/office/drawing/2014/main" id="{0DA7C80D-458F-4BCF-9DF9-4EA5C63B69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42">
                <a:extLst>
                  <a:ext uri="{FF2B5EF4-FFF2-40B4-BE49-F238E27FC236}">
                    <a16:creationId xmlns:a16="http://schemas.microsoft.com/office/drawing/2014/main" id="{0BDDAC83-E0E2-46D1-BE39-29D715978A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43">
                <a:extLst>
                  <a:ext uri="{FF2B5EF4-FFF2-40B4-BE49-F238E27FC236}">
                    <a16:creationId xmlns:a16="http://schemas.microsoft.com/office/drawing/2014/main" id="{778B5BE3-4E1C-4C31-8E26-1435B98AAD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44">
                <a:extLst>
                  <a:ext uri="{FF2B5EF4-FFF2-40B4-BE49-F238E27FC236}">
                    <a16:creationId xmlns:a16="http://schemas.microsoft.com/office/drawing/2014/main" id="{12D1914C-8D7D-4C81-BF2A-CC415E7FEF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45">
                <a:extLst>
                  <a:ext uri="{FF2B5EF4-FFF2-40B4-BE49-F238E27FC236}">
                    <a16:creationId xmlns:a16="http://schemas.microsoft.com/office/drawing/2014/main" id="{3F7280B3-7FC7-46CC-B0AA-9279C8F01F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6">
                <a:extLst>
                  <a:ext uri="{FF2B5EF4-FFF2-40B4-BE49-F238E27FC236}">
                    <a16:creationId xmlns:a16="http://schemas.microsoft.com/office/drawing/2014/main" id="{8518DB40-11B0-4C34-8085-E25C7CCE90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7">
                <a:extLst>
                  <a:ext uri="{FF2B5EF4-FFF2-40B4-BE49-F238E27FC236}">
                    <a16:creationId xmlns:a16="http://schemas.microsoft.com/office/drawing/2014/main" id="{A0A4571B-8522-4F7C-A623-D22275A4BA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8">
                <a:extLst>
                  <a:ext uri="{FF2B5EF4-FFF2-40B4-BE49-F238E27FC236}">
                    <a16:creationId xmlns:a16="http://schemas.microsoft.com/office/drawing/2014/main" id="{0058B0EA-93A6-4250-B9BB-2189D860E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9">
                <a:extLst>
                  <a:ext uri="{FF2B5EF4-FFF2-40B4-BE49-F238E27FC236}">
                    <a16:creationId xmlns:a16="http://schemas.microsoft.com/office/drawing/2014/main" id="{AD35427D-2F04-45B3-A5EA-4C931023EC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50">
                <a:extLst>
                  <a:ext uri="{FF2B5EF4-FFF2-40B4-BE49-F238E27FC236}">
                    <a16:creationId xmlns:a16="http://schemas.microsoft.com/office/drawing/2014/main" id="{C9AE1296-0B65-425E-B952-6EA87FD817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51">
                <a:extLst>
                  <a:ext uri="{FF2B5EF4-FFF2-40B4-BE49-F238E27FC236}">
                    <a16:creationId xmlns:a16="http://schemas.microsoft.com/office/drawing/2014/main" id="{7A1EA1D6-A2F2-45C1-B37A-53504239CE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52">
                <a:extLst>
                  <a:ext uri="{FF2B5EF4-FFF2-40B4-BE49-F238E27FC236}">
                    <a16:creationId xmlns:a16="http://schemas.microsoft.com/office/drawing/2014/main" id="{505AF1AD-40CE-4BC2-AC86-033E06E7B6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53">
                <a:extLst>
                  <a:ext uri="{FF2B5EF4-FFF2-40B4-BE49-F238E27FC236}">
                    <a16:creationId xmlns:a16="http://schemas.microsoft.com/office/drawing/2014/main" id="{4E83FA98-5620-4FBC-83BE-A15F94C83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54">
                <a:extLst>
                  <a:ext uri="{FF2B5EF4-FFF2-40B4-BE49-F238E27FC236}">
                    <a16:creationId xmlns:a16="http://schemas.microsoft.com/office/drawing/2014/main" id="{994A88E7-EC98-4704-B017-A2BEA7AB44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55">
                <a:extLst>
                  <a:ext uri="{FF2B5EF4-FFF2-40B4-BE49-F238E27FC236}">
                    <a16:creationId xmlns:a16="http://schemas.microsoft.com/office/drawing/2014/main" id="{44F8541E-6BEB-4522-8934-CDC85C95B8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6">
                <a:extLst>
                  <a:ext uri="{FF2B5EF4-FFF2-40B4-BE49-F238E27FC236}">
                    <a16:creationId xmlns:a16="http://schemas.microsoft.com/office/drawing/2014/main" id="{41BE143F-1045-43B6-9112-9CA42EAB94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7">
                <a:extLst>
                  <a:ext uri="{FF2B5EF4-FFF2-40B4-BE49-F238E27FC236}">
                    <a16:creationId xmlns:a16="http://schemas.microsoft.com/office/drawing/2014/main" id="{15B3273B-882C-4741-AFCB-88C00782C0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2D156E4-2FEE-41D1-B234-92FA676F4D8E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45" name="Rectangle 59">
                <a:extLst>
                  <a:ext uri="{FF2B5EF4-FFF2-40B4-BE49-F238E27FC236}">
                    <a16:creationId xmlns:a16="http://schemas.microsoft.com/office/drawing/2014/main" id="{1282A854-928F-4C4C-AF50-E805B6E24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60">
                <a:extLst>
                  <a:ext uri="{FF2B5EF4-FFF2-40B4-BE49-F238E27FC236}">
                    <a16:creationId xmlns:a16="http://schemas.microsoft.com/office/drawing/2014/main" id="{BF09B981-640A-4B56-97EF-77A7674F2A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61">
                <a:extLst>
                  <a:ext uri="{FF2B5EF4-FFF2-40B4-BE49-F238E27FC236}">
                    <a16:creationId xmlns:a16="http://schemas.microsoft.com/office/drawing/2014/main" id="{0E3D84C4-7127-44E3-9D80-DD4C9DF86B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62">
                <a:extLst>
                  <a:ext uri="{FF2B5EF4-FFF2-40B4-BE49-F238E27FC236}">
                    <a16:creationId xmlns:a16="http://schemas.microsoft.com/office/drawing/2014/main" id="{3C0ED1F5-7157-4C03-AF23-63AA54E202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63">
                <a:extLst>
                  <a:ext uri="{FF2B5EF4-FFF2-40B4-BE49-F238E27FC236}">
                    <a16:creationId xmlns:a16="http://schemas.microsoft.com/office/drawing/2014/main" id="{DA4CC94A-11EC-484D-93A8-A6BA55C94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64">
                <a:extLst>
                  <a:ext uri="{FF2B5EF4-FFF2-40B4-BE49-F238E27FC236}">
                    <a16:creationId xmlns:a16="http://schemas.microsoft.com/office/drawing/2014/main" id="{F3F8546E-5077-4146-94A8-9C4CC244E5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1" name="Rectangle 65">
                <a:extLst>
                  <a:ext uri="{FF2B5EF4-FFF2-40B4-BE49-F238E27FC236}">
                    <a16:creationId xmlns:a16="http://schemas.microsoft.com/office/drawing/2014/main" id="{931F67C4-9C1D-4588-A8E6-3E99D64C70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6">
                <a:extLst>
                  <a:ext uri="{FF2B5EF4-FFF2-40B4-BE49-F238E27FC236}">
                    <a16:creationId xmlns:a16="http://schemas.microsoft.com/office/drawing/2014/main" id="{EB21CB79-3CB2-4077-A9B9-C459851971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7">
                <a:extLst>
                  <a:ext uri="{FF2B5EF4-FFF2-40B4-BE49-F238E27FC236}">
                    <a16:creationId xmlns:a16="http://schemas.microsoft.com/office/drawing/2014/main" id="{DD611496-16E5-4416-B1A2-02348ABD39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8">
                <a:extLst>
                  <a:ext uri="{FF2B5EF4-FFF2-40B4-BE49-F238E27FC236}">
                    <a16:creationId xmlns:a16="http://schemas.microsoft.com/office/drawing/2014/main" id="{EF4511E4-6AE1-4AD2-9E94-8DFEBF58B1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9">
                <a:extLst>
                  <a:ext uri="{FF2B5EF4-FFF2-40B4-BE49-F238E27FC236}">
                    <a16:creationId xmlns:a16="http://schemas.microsoft.com/office/drawing/2014/main" id="{5A9F5148-2BFE-49A2-882C-9C270DAC2D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70">
                <a:extLst>
                  <a:ext uri="{FF2B5EF4-FFF2-40B4-BE49-F238E27FC236}">
                    <a16:creationId xmlns:a16="http://schemas.microsoft.com/office/drawing/2014/main" id="{17978533-954B-41FA-ACA1-BB2EAC45FE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71">
                <a:extLst>
                  <a:ext uri="{FF2B5EF4-FFF2-40B4-BE49-F238E27FC236}">
                    <a16:creationId xmlns:a16="http://schemas.microsoft.com/office/drawing/2014/main" id="{9926B974-3B58-43BE-A627-034A472C6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72">
                <a:extLst>
                  <a:ext uri="{FF2B5EF4-FFF2-40B4-BE49-F238E27FC236}">
                    <a16:creationId xmlns:a16="http://schemas.microsoft.com/office/drawing/2014/main" id="{E88CA7B8-FC95-4FE1-9B97-D5EF9F9424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73">
                <a:extLst>
                  <a:ext uri="{FF2B5EF4-FFF2-40B4-BE49-F238E27FC236}">
                    <a16:creationId xmlns:a16="http://schemas.microsoft.com/office/drawing/2014/main" id="{A92934FD-C410-4C84-A5E1-081E7B422A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74">
                <a:extLst>
                  <a:ext uri="{FF2B5EF4-FFF2-40B4-BE49-F238E27FC236}">
                    <a16:creationId xmlns:a16="http://schemas.microsoft.com/office/drawing/2014/main" id="{2DA33973-6FE4-4D86-BBFB-90D4909293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75">
                <a:extLst>
                  <a:ext uri="{FF2B5EF4-FFF2-40B4-BE49-F238E27FC236}">
                    <a16:creationId xmlns:a16="http://schemas.microsoft.com/office/drawing/2014/main" id="{94818BD6-2B6E-47BE-B503-E9E8E6375D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6">
                <a:extLst>
                  <a:ext uri="{FF2B5EF4-FFF2-40B4-BE49-F238E27FC236}">
                    <a16:creationId xmlns:a16="http://schemas.microsoft.com/office/drawing/2014/main" id="{F051DFF7-292C-4CA6-B811-8790171A2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7">
                <a:extLst>
                  <a:ext uri="{FF2B5EF4-FFF2-40B4-BE49-F238E27FC236}">
                    <a16:creationId xmlns:a16="http://schemas.microsoft.com/office/drawing/2014/main" id="{728FA892-539E-4633-A6ED-61FF464A50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8">
                <a:extLst>
                  <a:ext uri="{FF2B5EF4-FFF2-40B4-BE49-F238E27FC236}">
                    <a16:creationId xmlns:a16="http://schemas.microsoft.com/office/drawing/2014/main" id="{FE6AF4DA-E293-4A89-BE4C-DD3E6BDBE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9">
                <a:extLst>
                  <a:ext uri="{FF2B5EF4-FFF2-40B4-BE49-F238E27FC236}">
                    <a16:creationId xmlns:a16="http://schemas.microsoft.com/office/drawing/2014/main" id="{11BA7696-6E60-4A76-8A02-38F11535F1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80">
                <a:extLst>
                  <a:ext uri="{FF2B5EF4-FFF2-40B4-BE49-F238E27FC236}">
                    <a16:creationId xmlns:a16="http://schemas.microsoft.com/office/drawing/2014/main" id="{EBA43DA8-F00F-4803-9505-8D973D07BA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81">
                <a:extLst>
                  <a:ext uri="{FF2B5EF4-FFF2-40B4-BE49-F238E27FC236}">
                    <a16:creationId xmlns:a16="http://schemas.microsoft.com/office/drawing/2014/main" id="{5996994C-303B-47AD-B7A1-EB4C4801F2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82">
                <a:extLst>
                  <a:ext uri="{FF2B5EF4-FFF2-40B4-BE49-F238E27FC236}">
                    <a16:creationId xmlns:a16="http://schemas.microsoft.com/office/drawing/2014/main" id="{AC9DA622-9D85-4CCD-AC5B-C16EC91FDA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83">
                <a:extLst>
                  <a:ext uri="{FF2B5EF4-FFF2-40B4-BE49-F238E27FC236}">
                    <a16:creationId xmlns:a16="http://schemas.microsoft.com/office/drawing/2014/main" id="{74795EEC-C77C-457E-8ED2-A2565D98D6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84">
                <a:extLst>
                  <a:ext uri="{FF2B5EF4-FFF2-40B4-BE49-F238E27FC236}">
                    <a16:creationId xmlns:a16="http://schemas.microsoft.com/office/drawing/2014/main" id="{E7A6C9D7-E009-43E7-83C2-4012ED6CC0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6EC6267-892C-414C-9F90-78AE254ABFE9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19" name="Rectangle 59">
                <a:extLst>
                  <a:ext uri="{FF2B5EF4-FFF2-40B4-BE49-F238E27FC236}">
                    <a16:creationId xmlns:a16="http://schemas.microsoft.com/office/drawing/2014/main" id="{3E75128E-3C74-4C95-89B7-CB30EBD0DA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" name="Rectangle 60">
                <a:extLst>
                  <a:ext uri="{FF2B5EF4-FFF2-40B4-BE49-F238E27FC236}">
                    <a16:creationId xmlns:a16="http://schemas.microsoft.com/office/drawing/2014/main" id="{5123F894-661A-41E9-A3C4-D651537859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" name="Rectangle 61">
                <a:extLst>
                  <a:ext uri="{FF2B5EF4-FFF2-40B4-BE49-F238E27FC236}">
                    <a16:creationId xmlns:a16="http://schemas.microsoft.com/office/drawing/2014/main" id="{6DE83EB5-D56C-4E03-AFAA-ABFCDBF526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" name="Rectangle 62">
                <a:extLst>
                  <a:ext uri="{FF2B5EF4-FFF2-40B4-BE49-F238E27FC236}">
                    <a16:creationId xmlns:a16="http://schemas.microsoft.com/office/drawing/2014/main" id="{A7150839-4B6F-48D6-8DC1-234F92C99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" name="Rectangle 63">
                <a:extLst>
                  <a:ext uri="{FF2B5EF4-FFF2-40B4-BE49-F238E27FC236}">
                    <a16:creationId xmlns:a16="http://schemas.microsoft.com/office/drawing/2014/main" id="{F57DE175-BDB3-46EA-A233-0D1C4BC629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" name="Rectangle 64">
                <a:extLst>
                  <a:ext uri="{FF2B5EF4-FFF2-40B4-BE49-F238E27FC236}">
                    <a16:creationId xmlns:a16="http://schemas.microsoft.com/office/drawing/2014/main" id="{E0DC63F5-28E3-423C-884B-60E11C90C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" name="Rectangle 65">
                <a:extLst>
                  <a:ext uri="{FF2B5EF4-FFF2-40B4-BE49-F238E27FC236}">
                    <a16:creationId xmlns:a16="http://schemas.microsoft.com/office/drawing/2014/main" id="{1B8EDB48-7E1A-4E8D-8DD6-E2E9045E5C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6">
                <a:extLst>
                  <a:ext uri="{FF2B5EF4-FFF2-40B4-BE49-F238E27FC236}">
                    <a16:creationId xmlns:a16="http://schemas.microsoft.com/office/drawing/2014/main" id="{7B2F1A3E-E3C9-4E74-A8BB-5D7489CCC8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7">
                <a:extLst>
                  <a:ext uri="{FF2B5EF4-FFF2-40B4-BE49-F238E27FC236}">
                    <a16:creationId xmlns:a16="http://schemas.microsoft.com/office/drawing/2014/main" id="{986E435A-5565-453A-9521-30F8988F19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8">
                <a:extLst>
                  <a:ext uri="{FF2B5EF4-FFF2-40B4-BE49-F238E27FC236}">
                    <a16:creationId xmlns:a16="http://schemas.microsoft.com/office/drawing/2014/main" id="{1B037B73-2947-4134-8DBF-86815CE18D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9">
                <a:extLst>
                  <a:ext uri="{FF2B5EF4-FFF2-40B4-BE49-F238E27FC236}">
                    <a16:creationId xmlns:a16="http://schemas.microsoft.com/office/drawing/2014/main" id="{59E3FCFD-4BC9-4154-9F9A-FEDADE6AF8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70">
                <a:extLst>
                  <a:ext uri="{FF2B5EF4-FFF2-40B4-BE49-F238E27FC236}">
                    <a16:creationId xmlns:a16="http://schemas.microsoft.com/office/drawing/2014/main" id="{75B4E090-E69E-4E1B-9D47-2E7610643E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71">
                <a:extLst>
                  <a:ext uri="{FF2B5EF4-FFF2-40B4-BE49-F238E27FC236}">
                    <a16:creationId xmlns:a16="http://schemas.microsoft.com/office/drawing/2014/main" id="{3E8EF4EA-870F-4671-9D93-BBDD11E3A6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72">
                <a:extLst>
                  <a:ext uri="{FF2B5EF4-FFF2-40B4-BE49-F238E27FC236}">
                    <a16:creationId xmlns:a16="http://schemas.microsoft.com/office/drawing/2014/main" id="{381F046F-5BF7-4214-B4FB-EEBE29F7CA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73">
                <a:extLst>
                  <a:ext uri="{FF2B5EF4-FFF2-40B4-BE49-F238E27FC236}">
                    <a16:creationId xmlns:a16="http://schemas.microsoft.com/office/drawing/2014/main" id="{836148AC-AF61-43A3-A1B1-BB54CE216A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74">
                <a:extLst>
                  <a:ext uri="{FF2B5EF4-FFF2-40B4-BE49-F238E27FC236}">
                    <a16:creationId xmlns:a16="http://schemas.microsoft.com/office/drawing/2014/main" id="{B1DE9085-D5E0-4B83-BB80-E434D7DDD1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75">
                <a:extLst>
                  <a:ext uri="{FF2B5EF4-FFF2-40B4-BE49-F238E27FC236}">
                    <a16:creationId xmlns:a16="http://schemas.microsoft.com/office/drawing/2014/main" id="{317373CF-A0A3-4A1C-88A0-683C2A8DF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6">
                <a:extLst>
                  <a:ext uri="{FF2B5EF4-FFF2-40B4-BE49-F238E27FC236}">
                    <a16:creationId xmlns:a16="http://schemas.microsoft.com/office/drawing/2014/main" id="{4347A2CA-AF14-4C9E-BBAB-D90DBAA96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7">
                <a:extLst>
                  <a:ext uri="{FF2B5EF4-FFF2-40B4-BE49-F238E27FC236}">
                    <a16:creationId xmlns:a16="http://schemas.microsoft.com/office/drawing/2014/main" id="{B9A6E2C3-57A3-42A9-A83E-18CDCD7C69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8">
                <a:extLst>
                  <a:ext uri="{FF2B5EF4-FFF2-40B4-BE49-F238E27FC236}">
                    <a16:creationId xmlns:a16="http://schemas.microsoft.com/office/drawing/2014/main" id="{66345FAF-D8B3-4589-B236-9592A4B2E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9">
                <a:extLst>
                  <a:ext uri="{FF2B5EF4-FFF2-40B4-BE49-F238E27FC236}">
                    <a16:creationId xmlns:a16="http://schemas.microsoft.com/office/drawing/2014/main" id="{B6D66C40-7B12-4FAE-BA0D-F11071E94A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80">
                <a:extLst>
                  <a:ext uri="{FF2B5EF4-FFF2-40B4-BE49-F238E27FC236}">
                    <a16:creationId xmlns:a16="http://schemas.microsoft.com/office/drawing/2014/main" id="{88E16CD4-DE64-472C-92F2-04F69839E8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81">
                <a:extLst>
                  <a:ext uri="{FF2B5EF4-FFF2-40B4-BE49-F238E27FC236}">
                    <a16:creationId xmlns:a16="http://schemas.microsoft.com/office/drawing/2014/main" id="{D595AF87-0CEC-4595-A702-E82EE7CBEF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82">
                <a:extLst>
                  <a:ext uri="{FF2B5EF4-FFF2-40B4-BE49-F238E27FC236}">
                    <a16:creationId xmlns:a16="http://schemas.microsoft.com/office/drawing/2014/main" id="{61ED73B8-7315-4650-922A-B9670ED5FF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83">
                <a:extLst>
                  <a:ext uri="{FF2B5EF4-FFF2-40B4-BE49-F238E27FC236}">
                    <a16:creationId xmlns:a16="http://schemas.microsoft.com/office/drawing/2014/main" id="{78E5D2BE-A2AA-4686-881A-1AAC20E769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84">
                <a:extLst>
                  <a:ext uri="{FF2B5EF4-FFF2-40B4-BE49-F238E27FC236}">
                    <a16:creationId xmlns:a16="http://schemas.microsoft.com/office/drawing/2014/main" id="{6983C63B-88C2-4A51-9595-E3C3B3B911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357" name="Title 1">
            <a:extLst>
              <a:ext uri="{FF2B5EF4-FFF2-40B4-BE49-F238E27FC236}">
                <a16:creationId xmlns:a16="http://schemas.microsoft.com/office/drawing/2014/main" id="{854A438C-BC9A-4A4F-ABD3-80A84279E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56" y="73844"/>
            <a:ext cx="10969943" cy="711081"/>
          </a:xfrm>
        </p:spPr>
        <p:txBody>
          <a:bodyPr>
            <a:noAutofit/>
          </a:bodyPr>
          <a:lstStyle>
            <a:lvl1pPr algn="l">
              <a:defRPr sz="3600">
                <a:solidFill>
                  <a:schemeClr val="bg1"/>
                </a:solidFill>
                <a:latin typeface="Cooper Black" panose="0208090404030B0204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0383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www.anubhavtrainings.com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8ACDF83-3992-49FB-93C3-FD7BBB55C9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5931" y="607234"/>
            <a:ext cx="6932127" cy="4386230"/>
          </a:xfrm>
          <a:custGeom>
            <a:avLst/>
            <a:gdLst>
              <a:gd name="connsiteX0" fmla="*/ 387523 w 6932127"/>
              <a:gd name="connsiteY0" fmla="*/ 0 h 4386230"/>
              <a:gd name="connsiteX1" fmla="*/ 6544604 w 6932127"/>
              <a:gd name="connsiteY1" fmla="*/ 0 h 4386230"/>
              <a:gd name="connsiteX2" fmla="*/ 6932127 w 6932127"/>
              <a:gd name="connsiteY2" fmla="*/ 387523 h 4386230"/>
              <a:gd name="connsiteX3" fmla="*/ 6932127 w 6932127"/>
              <a:gd name="connsiteY3" fmla="*/ 3998707 h 4386230"/>
              <a:gd name="connsiteX4" fmla="*/ 6544604 w 6932127"/>
              <a:gd name="connsiteY4" fmla="*/ 4386230 h 4386230"/>
              <a:gd name="connsiteX5" fmla="*/ 387523 w 6932127"/>
              <a:gd name="connsiteY5" fmla="*/ 4386230 h 4386230"/>
              <a:gd name="connsiteX6" fmla="*/ 0 w 6932127"/>
              <a:gd name="connsiteY6" fmla="*/ 3998707 h 4386230"/>
              <a:gd name="connsiteX7" fmla="*/ 0 w 6932127"/>
              <a:gd name="connsiteY7" fmla="*/ 387523 h 4386230"/>
              <a:gd name="connsiteX8" fmla="*/ 387523 w 6932127"/>
              <a:gd name="connsiteY8" fmla="*/ 0 h 4386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32127" h="4386230">
                <a:moveTo>
                  <a:pt x="387523" y="0"/>
                </a:moveTo>
                <a:lnTo>
                  <a:pt x="6544604" y="0"/>
                </a:lnTo>
                <a:cubicBezTo>
                  <a:pt x="6758627" y="0"/>
                  <a:pt x="6932127" y="173500"/>
                  <a:pt x="6932127" y="387523"/>
                </a:cubicBezTo>
                <a:lnTo>
                  <a:pt x="6932127" y="3998707"/>
                </a:lnTo>
                <a:cubicBezTo>
                  <a:pt x="6932127" y="4212730"/>
                  <a:pt x="6758627" y="4386230"/>
                  <a:pt x="6544604" y="4386230"/>
                </a:cubicBezTo>
                <a:lnTo>
                  <a:pt x="387523" y="4386230"/>
                </a:lnTo>
                <a:cubicBezTo>
                  <a:pt x="173500" y="4386230"/>
                  <a:pt x="0" y="4212730"/>
                  <a:pt x="0" y="3998707"/>
                </a:cubicBezTo>
                <a:lnTo>
                  <a:pt x="0" y="387523"/>
                </a:lnTo>
                <a:cubicBezTo>
                  <a:pt x="0" y="173500"/>
                  <a:pt x="173500" y="0"/>
                  <a:pt x="387523" y="0"/>
                </a:cubicBezTo>
                <a:close/>
              </a:path>
            </a:pathLst>
          </a:custGeom>
          <a:solidFill>
            <a:schemeClr val="accent3"/>
          </a:solidFill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090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364" name="Picture Placeholder 2">
            <a:extLst>
              <a:ext uri="{FF2B5EF4-FFF2-40B4-BE49-F238E27FC236}">
                <a16:creationId xmlns:a16="http://schemas.microsoft.com/office/drawing/2014/main" id="{251EF59E-16AF-4781-8288-EC19B9762CA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0540" y="-11151"/>
            <a:ext cx="6784876" cy="5685522"/>
          </a:xfrm>
          <a:custGeom>
            <a:avLst/>
            <a:gdLst>
              <a:gd name="connsiteX0" fmla="*/ 0 w 7654699"/>
              <a:gd name="connsiteY0" fmla="*/ 0 h 5678805"/>
              <a:gd name="connsiteX1" fmla="*/ 7654699 w 7654699"/>
              <a:gd name="connsiteY1" fmla="*/ 0 h 5678805"/>
              <a:gd name="connsiteX2" fmla="*/ 7654699 w 7654699"/>
              <a:gd name="connsiteY2" fmla="*/ 0 h 5678805"/>
              <a:gd name="connsiteX3" fmla="*/ 7654699 w 7654699"/>
              <a:gd name="connsiteY3" fmla="*/ 4808982 h 5678805"/>
              <a:gd name="connsiteX4" fmla="*/ 6784876 w 7654699"/>
              <a:gd name="connsiteY4" fmla="*/ 5678805 h 5678805"/>
              <a:gd name="connsiteX5" fmla="*/ 869823 w 7654699"/>
              <a:gd name="connsiteY5" fmla="*/ 5678805 h 5678805"/>
              <a:gd name="connsiteX6" fmla="*/ 0 w 7654699"/>
              <a:gd name="connsiteY6" fmla="*/ 4808982 h 5678805"/>
              <a:gd name="connsiteX7" fmla="*/ 0 w 7654699"/>
              <a:gd name="connsiteY7" fmla="*/ 0 h 5678805"/>
              <a:gd name="connsiteX8" fmla="*/ 0 w 7654699"/>
              <a:gd name="connsiteY8" fmla="*/ 0 h 5678805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9" fmla="*/ 0 w 7654699"/>
              <a:gd name="connsiteY9" fmla="*/ 6717 h 5685522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0" fmla="*/ 0 w 7654699"/>
              <a:gd name="connsiteY0" fmla="*/ 4815699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0" fmla="*/ 776254 w 7561130"/>
              <a:gd name="connsiteY0" fmla="*/ 5685522 h 5685522"/>
              <a:gd name="connsiteX1" fmla="*/ 807946 w 7561130"/>
              <a:gd name="connsiteY1" fmla="*/ 0 h 5685522"/>
              <a:gd name="connsiteX2" fmla="*/ 7561130 w 7561130"/>
              <a:gd name="connsiteY2" fmla="*/ 6717 h 5685522"/>
              <a:gd name="connsiteX3" fmla="*/ 7561130 w 7561130"/>
              <a:gd name="connsiteY3" fmla="*/ 6717 h 5685522"/>
              <a:gd name="connsiteX4" fmla="*/ 7561130 w 7561130"/>
              <a:gd name="connsiteY4" fmla="*/ 4815699 h 5685522"/>
              <a:gd name="connsiteX5" fmla="*/ 6691307 w 7561130"/>
              <a:gd name="connsiteY5" fmla="*/ 5685522 h 5685522"/>
              <a:gd name="connsiteX6" fmla="*/ 776254 w 7561130"/>
              <a:gd name="connsiteY6" fmla="*/ 5685522 h 5685522"/>
              <a:gd name="connsiteX0" fmla="*/ 0 w 6784876"/>
              <a:gd name="connsiteY0" fmla="*/ 5685522 h 5685522"/>
              <a:gd name="connsiteX1" fmla="*/ 31692 w 6784876"/>
              <a:gd name="connsiteY1" fmla="*/ 0 h 5685522"/>
              <a:gd name="connsiteX2" fmla="*/ 6784876 w 6784876"/>
              <a:gd name="connsiteY2" fmla="*/ 6717 h 5685522"/>
              <a:gd name="connsiteX3" fmla="*/ 6784876 w 6784876"/>
              <a:gd name="connsiteY3" fmla="*/ 6717 h 5685522"/>
              <a:gd name="connsiteX4" fmla="*/ 6784876 w 6784876"/>
              <a:gd name="connsiteY4" fmla="*/ 4815699 h 5685522"/>
              <a:gd name="connsiteX5" fmla="*/ 5915053 w 6784876"/>
              <a:gd name="connsiteY5" fmla="*/ 5685522 h 5685522"/>
              <a:gd name="connsiteX6" fmla="*/ 0 w 6784876"/>
              <a:gd name="connsiteY6" fmla="*/ 5685522 h 5685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84876" h="5685522">
                <a:moveTo>
                  <a:pt x="0" y="5685522"/>
                </a:moveTo>
                <a:lnTo>
                  <a:pt x="31692" y="0"/>
                </a:lnTo>
                <a:lnTo>
                  <a:pt x="6784876" y="6717"/>
                </a:lnTo>
                <a:lnTo>
                  <a:pt x="6784876" y="6717"/>
                </a:lnTo>
                <a:lnTo>
                  <a:pt x="6784876" y="4815699"/>
                </a:lnTo>
                <a:cubicBezTo>
                  <a:pt x="6784876" y="5296089"/>
                  <a:pt x="6395443" y="5685522"/>
                  <a:pt x="5915053" y="5685522"/>
                </a:cubicBezTo>
                <a:lnTo>
                  <a:pt x="0" y="5685522"/>
                </a:lnTo>
                <a:close/>
              </a:path>
            </a:pathLst>
          </a:custGeom>
          <a:solidFill>
            <a:schemeClr val="accent3"/>
          </a:solidFill>
          <a:effectLst>
            <a:outerShdw blurRad="635000" dist="825500" dir="21540000" algn="l" rotWithShape="0">
              <a:prstClr val="black">
                <a:alpha val="20000"/>
              </a:prstClr>
            </a:outerShdw>
          </a:effectLst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32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43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Team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  <a:p>
            <a:endParaRPr lang="en-US" dirty="0"/>
          </a:p>
        </p:txBody>
      </p:sp>
      <p:sp>
        <p:nvSpPr>
          <p:cNvPr id="363" name="Picture Placeholder 13">
            <a:extLst>
              <a:ext uri="{FF2B5EF4-FFF2-40B4-BE49-F238E27FC236}">
                <a16:creationId xmlns:a16="http://schemas.microsoft.com/office/drawing/2014/main" id="{AF7BEAA2-6D2C-4224-A195-391044C69E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86125" y="2297680"/>
            <a:ext cx="1728788" cy="172878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5" name="Picture Placeholder 13">
            <a:extLst>
              <a:ext uri="{FF2B5EF4-FFF2-40B4-BE49-F238E27FC236}">
                <a16:creationId xmlns:a16="http://schemas.microsoft.com/office/drawing/2014/main" id="{23BFF80F-B426-466E-B0BF-CF7C190E49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12310" y="1412776"/>
            <a:ext cx="1681778" cy="168177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6" name="Picture Placeholder 13">
            <a:extLst>
              <a:ext uri="{FF2B5EF4-FFF2-40B4-BE49-F238E27FC236}">
                <a16:creationId xmlns:a16="http://schemas.microsoft.com/office/drawing/2014/main" id="{41BD29D0-2556-4715-91D8-E02770D6F8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22663" y="3342563"/>
            <a:ext cx="1302826" cy="13028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7" name="Picture Placeholder 13">
            <a:extLst>
              <a:ext uri="{FF2B5EF4-FFF2-40B4-BE49-F238E27FC236}">
                <a16:creationId xmlns:a16="http://schemas.microsoft.com/office/drawing/2014/main" id="{4B3928D8-3106-4129-84DA-31AD6A29256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03405" y="3537009"/>
            <a:ext cx="2012950" cy="201294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80" name="Title 1">
            <a:extLst>
              <a:ext uri="{FF2B5EF4-FFF2-40B4-BE49-F238E27FC236}">
                <a16:creationId xmlns:a16="http://schemas.microsoft.com/office/drawing/2014/main" id="{FEE9D826-2462-4D57-A5DD-57BFA6D5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</p:spPr>
        <p:txBody>
          <a:bodyPr>
            <a:no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92498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ktop Mocku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81" name="Freeform: Shape 380">
            <a:extLst>
              <a:ext uri="{FF2B5EF4-FFF2-40B4-BE49-F238E27FC236}">
                <a16:creationId xmlns:a16="http://schemas.microsoft.com/office/drawing/2014/main" id="{AE984D29-61FE-4C99-9687-A51CC7822CA6}"/>
              </a:ext>
            </a:extLst>
          </p:cNvPr>
          <p:cNvSpPr/>
          <p:nvPr userDrawn="1"/>
        </p:nvSpPr>
        <p:spPr>
          <a:xfrm>
            <a:off x="5662364" y="1569860"/>
            <a:ext cx="6526461" cy="5288141"/>
          </a:xfrm>
          <a:custGeom>
            <a:avLst/>
            <a:gdLst>
              <a:gd name="connsiteX0" fmla="*/ 393743 w 6526461"/>
              <a:gd name="connsiteY0" fmla="*/ 0 h 5288141"/>
              <a:gd name="connsiteX1" fmla="*/ 6526461 w 6526461"/>
              <a:gd name="connsiteY1" fmla="*/ 0 h 5288141"/>
              <a:gd name="connsiteX2" fmla="*/ 6526461 w 6526461"/>
              <a:gd name="connsiteY2" fmla="*/ 5288141 h 5288141"/>
              <a:gd name="connsiteX3" fmla="*/ 0 w 6526461"/>
              <a:gd name="connsiteY3" fmla="*/ 5288141 h 5288141"/>
              <a:gd name="connsiteX4" fmla="*/ 0 w 6526461"/>
              <a:gd name="connsiteY4" fmla="*/ 393743 h 5288141"/>
              <a:gd name="connsiteX5" fmla="*/ 393743 w 6526461"/>
              <a:gd name="connsiteY5" fmla="*/ 0 h 5288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26461" h="5288141">
                <a:moveTo>
                  <a:pt x="393743" y="0"/>
                </a:moveTo>
                <a:lnTo>
                  <a:pt x="6526461" y="0"/>
                </a:lnTo>
                <a:lnTo>
                  <a:pt x="6526461" y="5288141"/>
                </a:lnTo>
                <a:lnTo>
                  <a:pt x="0" y="5288141"/>
                </a:lnTo>
                <a:lnTo>
                  <a:pt x="0" y="393743"/>
                </a:lnTo>
                <a:cubicBezTo>
                  <a:pt x="0" y="176285"/>
                  <a:pt x="176285" y="0"/>
                  <a:pt x="39374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2" name="Picture Placeholder 381">
            <a:extLst>
              <a:ext uri="{FF2B5EF4-FFF2-40B4-BE49-F238E27FC236}">
                <a16:creationId xmlns:a16="http://schemas.microsoft.com/office/drawing/2014/main" id="{8F59953D-8D34-4876-B098-4D1DAD1918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6549" y="2111829"/>
            <a:ext cx="5922276" cy="4746172"/>
          </a:xfrm>
          <a:custGeom>
            <a:avLst/>
            <a:gdLst>
              <a:gd name="connsiteX0" fmla="*/ 0 w 5922276"/>
              <a:gd name="connsiteY0" fmla="*/ 0 h 4746172"/>
              <a:gd name="connsiteX1" fmla="*/ 5922276 w 5922276"/>
              <a:gd name="connsiteY1" fmla="*/ 0 h 4746172"/>
              <a:gd name="connsiteX2" fmla="*/ 5922276 w 5922276"/>
              <a:gd name="connsiteY2" fmla="*/ 4746172 h 4746172"/>
              <a:gd name="connsiteX3" fmla="*/ 0 w 5922276"/>
              <a:gd name="connsiteY3" fmla="*/ 4746172 h 4746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2276" h="4746172">
                <a:moveTo>
                  <a:pt x="0" y="0"/>
                </a:moveTo>
                <a:lnTo>
                  <a:pt x="5922276" y="0"/>
                </a:lnTo>
                <a:lnTo>
                  <a:pt x="5922276" y="4746172"/>
                </a:lnTo>
                <a:lnTo>
                  <a:pt x="0" y="4746172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36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</p:spTree>
    <p:extLst>
      <p:ext uri="{BB962C8B-B14F-4D97-AF65-F5344CB8AC3E}">
        <p14:creationId xmlns:p14="http://schemas.microsoft.com/office/powerpoint/2010/main" val="1042361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4" name="Rectangle 5">
            <a:extLst>
              <a:ext uri="{FF2B5EF4-FFF2-40B4-BE49-F238E27FC236}">
                <a16:creationId xmlns:a16="http://schemas.microsoft.com/office/drawing/2014/main" id="{1D5D3984-7DC7-4194-AD39-51045112A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5" name="Rectangle 6">
            <a:extLst>
              <a:ext uri="{FF2B5EF4-FFF2-40B4-BE49-F238E27FC236}">
                <a16:creationId xmlns:a16="http://schemas.microsoft.com/office/drawing/2014/main" id="{C4A1AA13-BC36-4E79-B4E8-CBD99F7B0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6" name="Rectangle 7">
            <a:extLst>
              <a:ext uri="{FF2B5EF4-FFF2-40B4-BE49-F238E27FC236}">
                <a16:creationId xmlns:a16="http://schemas.microsoft.com/office/drawing/2014/main" id="{064FA383-421A-4408-B960-0EEA4EA6D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7" name="Rectangle 8">
            <a:extLst>
              <a:ext uri="{FF2B5EF4-FFF2-40B4-BE49-F238E27FC236}">
                <a16:creationId xmlns:a16="http://schemas.microsoft.com/office/drawing/2014/main" id="{A749CDFB-EE99-4334-8923-0D518C5B2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8" name="Rectangle 9">
            <a:extLst>
              <a:ext uri="{FF2B5EF4-FFF2-40B4-BE49-F238E27FC236}">
                <a16:creationId xmlns:a16="http://schemas.microsoft.com/office/drawing/2014/main" id="{6E9A5901-7AB9-4355-8A8C-EDEDF74E0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9" name="Rectangle 10">
            <a:extLst>
              <a:ext uri="{FF2B5EF4-FFF2-40B4-BE49-F238E27FC236}">
                <a16:creationId xmlns:a16="http://schemas.microsoft.com/office/drawing/2014/main" id="{719A89F7-F1DD-434B-B30D-4B32BEFEB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0" name="Rectangle 11">
            <a:extLst>
              <a:ext uri="{FF2B5EF4-FFF2-40B4-BE49-F238E27FC236}">
                <a16:creationId xmlns:a16="http://schemas.microsoft.com/office/drawing/2014/main" id="{E2F34566-8F29-46BF-862B-492CFB9F0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1" name="Rectangle 12">
            <a:extLst>
              <a:ext uri="{FF2B5EF4-FFF2-40B4-BE49-F238E27FC236}">
                <a16:creationId xmlns:a16="http://schemas.microsoft.com/office/drawing/2014/main" id="{13B17D5B-B8E7-479A-9557-1DE1F3355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2" name="Rectangle 13">
            <a:extLst>
              <a:ext uri="{FF2B5EF4-FFF2-40B4-BE49-F238E27FC236}">
                <a16:creationId xmlns:a16="http://schemas.microsoft.com/office/drawing/2014/main" id="{648B9A6E-E46B-4E77-8AFC-175F26F71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3" name="Rectangle 14">
            <a:extLst>
              <a:ext uri="{FF2B5EF4-FFF2-40B4-BE49-F238E27FC236}">
                <a16:creationId xmlns:a16="http://schemas.microsoft.com/office/drawing/2014/main" id="{66ED677A-B450-444C-8C05-6164CEFBB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4" name="Rectangle 15">
            <a:extLst>
              <a:ext uri="{FF2B5EF4-FFF2-40B4-BE49-F238E27FC236}">
                <a16:creationId xmlns:a16="http://schemas.microsoft.com/office/drawing/2014/main" id="{6B37F876-20AD-4B0B-B794-D98057E31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5" name="Rectangle 16">
            <a:extLst>
              <a:ext uri="{FF2B5EF4-FFF2-40B4-BE49-F238E27FC236}">
                <a16:creationId xmlns:a16="http://schemas.microsoft.com/office/drawing/2014/main" id="{9EED317B-A291-4834-AF57-5CB5972CF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6" name="Rectangle 17">
            <a:extLst>
              <a:ext uri="{FF2B5EF4-FFF2-40B4-BE49-F238E27FC236}">
                <a16:creationId xmlns:a16="http://schemas.microsoft.com/office/drawing/2014/main" id="{6F10DAB5-CF53-4900-8A89-3398C2031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7" name="Rectangle 18">
            <a:extLst>
              <a:ext uri="{FF2B5EF4-FFF2-40B4-BE49-F238E27FC236}">
                <a16:creationId xmlns:a16="http://schemas.microsoft.com/office/drawing/2014/main" id="{F5888EEF-E323-44C5-9096-B1D8A26B3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8" name="Rectangle 19">
            <a:extLst>
              <a:ext uri="{FF2B5EF4-FFF2-40B4-BE49-F238E27FC236}">
                <a16:creationId xmlns:a16="http://schemas.microsoft.com/office/drawing/2014/main" id="{9825D3DA-CFCD-4B62-AA3E-6B6A3F6A4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9" name="Rectangle 20">
            <a:extLst>
              <a:ext uri="{FF2B5EF4-FFF2-40B4-BE49-F238E27FC236}">
                <a16:creationId xmlns:a16="http://schemas.microsoft.com/office/drawing/2014/main" id="{485F1DFD-B6E0-4E81-9E5D-A16F629BF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0" name="Rectangle 21">
            <a:extLst>
              <a:ext uri="{FF2B5EF4-FFF2-40B4-BE49-F238E27FC236}">
                <a16:creationId xmlns:a16="http://schemas.microsoft.com/office/drawing/2014/main" id="{22C892AF-FE66-492B-8360-9F3902E2D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1" name="Rectangle 22">
            <a:extLst>
              <a:ext uri="{FF2B5EF4-FFF2-40B4-BE49-F238E27FC236}">
                <a16:creationId xmlns:a16="http://schemas.microsoft.com/office/drawing/2014/main" id="{BF8787BC-8DED-4E08-BA9C-0F363C018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2" name="Rectangle 23">
            <a:extLst>
              <a:ext uri="{FF2B5EF4-FFF2-40B4-BE49-F238E27FC236}">
                <a16:creationId xmlns:a16="http://schemas.microsoft.com/office/drawing/2014/main" id="{ECC6E2E7-5D4C-494A-9957-C74873D73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3" name="Rectangle 24">
            <a:extLst>
              <a:ext uri="{FF2B5EF4-FFF2-40B4-BE49-F238E27FC236}">
                <a16:creationId xmlns:a16="http://schemas.microsoft.com/office/drawing/2014/main" id="{619B2CB8-4BD4-49C4-99C7-1EDC4DE98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4" name="Rectangle 25">
            <a:extLst>
              <a:ext uri="{FF2B5EF4-FFF2-40B4-BE49-F238E27FC236}">
                <a16:creationId xmlns:a16="http://schemas.microsoft.com/office/drawing/2014/main" id="{2BD052E5-B9B7-4DDC-921A-0BA5DC53A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5" name="Rectangle 26">
            <a:extLst>
              <a:ext uri="{FF2B5EF4-FFF2-40B4-BE49-F238E27FC236}">
                <a16:creationId xmlns:a16="http://schemas.microsoft.com/office/drawing/2014/main" id="{854CCDB5-6DB3-4877-AAD4-2D60BD904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6" name="Rectangle 27">
            <a:extLst>
              <a:ext uri="{FF2B5EF4-FFF2-40B4-BE49-F238E27FC236}">
                <a16:creationId xmlns:a16="http://schemas.microsoft.com/office/drawing/2014/main" id="{E3701413-7CE4-4A3C-88EA-C6C0B42E4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7" name="Rectangle 28">
            <a:extLst>
              <a:ext uri="{FF2B5EF4-FFF2-40B4-BE49-F238E27FC236}">
                <a16:creationId xmlns:a16="http://schemas.microsoft.com/office/drawing/2014/main" id="{BA36D018-6320-417B-8F9E-55683DDC9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8" name="Rectangle 29">
            <a:extLst>
              <a:ext uri="{FF2B5EF4-FFF2-40B4-BE49-F238E27FC236}">
                <a16:creationId xmlns:a16="http://schemas.microsoft.com/office/drawing/2014/main" id="{2B1F5663-A83E-4D95-BDF4-EBB44F3CC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9" name="Rectangle 30">
            <a:extLst>
              <a:ext uri="{FF2B5EF4-FFF2-40B4-BE49-F238E27FC236}">
                <a16:creationId xmlns:a16="http://schemas.microsoft.com/office/drawing/2014/main" id="{462D901F-2505-492E-B20E-7B4077FF6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0" name="Rectangle 32">
            <a:extLst>
              <a:ext uri="{FF2B5EF4-FFF2-40B4-BE49-F238E27FC236}">
                <a16:creationId xmlns:a16="http://schemas.microsoft.com/office/drawing/2014/main" id="{FDEA931C-C5A4-4A39-893A-F9D600DAA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4963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1" name="Rectangle 33">
            <a:extLst>
              <a:ext uri="{FF2B5EF4-FFF2-40B4-BE49-F238E27FC236}">
                <a16:creationId xmlns:a16="http://schemas.microsoft.com/office/drawing/2014/main" id="{53FAB04F-C814-4903-887C-6B8749BF4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2" name="Rectangle 34">
            <a:extLst>
              <a:ext uri="{FF2B5EF4-FFF2-40B4-BE49-F238E27FC236}">
                <a16:creationId xmlns:a16="http://schemas.microsoft.com/office/drawing/2014/main" id="{E80BB6CA-5007-43DC-9106-9AC1FD8F5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3" name="Rectangle 35">
            <a:extLst>
              <a:ext uri="{FF2B5EF4-FFF2-40B4-BE49-F238E27FC236}">
                <a16:creationId xmlns:a16="http://schemas.microsoft.com/office/drawing/2014/main" id="{3E18C2F1-101D-4393-9918-DE77B3379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4" name="Rectangle 36">
            <a:extLst>
              <a:ext uri="{FF2B5EF4-FFF2-40B4-BE49-F238E27FC236}">
                <a16:creationId xmlns:a16="http://schemas.microsoft.com/office/drawing/2014/main" id="{2EA02F2D-5F5D-4284-953F-D92F8BA89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5" name="Rectangle 37">
            <a:extLst>
              <a:ext uri="{FF2B5EF4-FFF2-40B4-BE49-F238E27FC236}">
                <a16:creationId xmlns:a16="http://schemas.microsoft.com/office/drawing/2014/main" id="{B5280DAC-9E73-48E4-A0C0-043ACF981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6" name="Rectangle 38">
            <a:extLst>
              <a:ext uri="{FF2B5EF4-FFF2-40B4-BE49-F238E27FC236}">
                <a16:creationId xmlns:a16="http://schemas.microsoft.com/office/drawing/2014/main" id="{60B1EDB9-9DC9-475A-BEBF-49644F4E1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7" name="Rectangle 39">
            <a:extLst>
              <a:ext uri="{FF2B5EF4-FFF2-40B4-BE49-F238E27FC236}">
                <a16:creationId xmlns:a16="http://schemas.microsoft.com/office/drawing/2014/main" id="{820A7A5C-FCE4-4A98-ABAF-F0127EC77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8" name="Rectangle 40">
            <a:extLst>
              <a:ext uri="{FF2B5EF4-FFF2-40B4-BE49-F238E27FC236}">
                <a16:creationId xmlns:a16="http://schemas.microsoft.com/office/drawing/2014/main" id="{7A431B81-7C7C-42A1-8E97-0E59A743E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9" name="Rectangle 41">
            <a:extLst>
              <a:ext uri="{FF2B5EF4-FFF2-40B4-BE49-F238E27FC236}">
                <a16:creationId xmlns:a16="http://schemas.microsoft.com/office/drawing/2014/main" id="{F7C18536-4714-447C-B2CD-5CCE34FE6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0" name="Rectangle 42">
            <a:extLst>
              <a:ext uri="{FF2B5EF4-FFF2-40B4-BE49-F238E27FC236}">
                <a16:creationId xmlns:a16="http://schemas.microsoft.com/office/drawing/2014/main" id="{A5220EB9-CFCA-4E11-B625-CBA6910ED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1" name="Rectangle 43">
            <a:extLst>
              <a:ext uri="{FF2B5EF4-FFF2-40B4-BE49-F238E27FC236}">
                <a16:creationId xmlns:a16="http://schemas.microsoft.com/office/drawing/2014/main" id="{C9AB4232-42B9-4172-8F6B-0CCF9E84F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2" name="Rectangle 44">
            <a:extLst>
              <a:ext uri="{FF2B5EF4-FFF2-40B4-BE49-F238E27FC236}">
                <a16:creationId xmlns:a16="http://schemas.microsoft.com/office/drawing/2014/main" id="{77D0A2B3-F2AF-45C0-BC1A-629B0AF4C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3" name="Rectangle 45">
            <a:extLst>
              <a:ext uri="{FF2B5EF4-FFF2-40B4-BE49-F238E27FC236}">
                <a16:creationId xmlns:a16="http://schemas.microsoft.com/office/drawing/2014/main" id="{C2A2BCF5-ACB6-4194-9DE7-BE45865F0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4" name="Rectangle 46">
            <a:extLst>
              <a:ext uri="{FF2B5EF4-FFF2-40B4-BE49-F238E27FC236}">
                <a16:creationId xmlns:a16="http://schemas.microsoft.com/office/drawing/2014/main" id="{E5AE97FB-206B-4E16-BB3C-161246A67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5" name="Rectangle 47">
            <a:extLst>
              <a:ext uri="{FF2B5EF4-FFF2-40B4-BE49-F238E27FC236}">
                <a16:creationId xmlns:a16="http://schemas.microsoft.com/office/drawing/2014/main" id="{E2148554-6A62-41A8-B70A-3265589BB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6" name="Rectangle 48">
            <a:extLst>
              <a:ext uri="{FF2B5EF4-FFF2-40B4-BE49-F238E27FC236}">
                <a16:creationId xmlns:a16="http://schemas.microsoft.com/office/drawing/2014/main" id="{1F2DBB84-56F7-4574-B1C3-59A49824B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7" name="Rectangle 49">
            <a:extLst>
              <a:ext uri="{FF2B5EF4-FFF2-40B4-BE49-F238E27FC236}">
                <a16:creationId xmlns:a16="http://schemas.microsoft.com/office/drawing/2014/main" id="{3803743A-8621-4AD5-9BEE-D1FBC8D62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8" name="Rectangle 50">
            <a:extLst>
              <a:ext uri="{FF2B5EF4-FFF2-40B4-BE49-F238E27FC236}">
                <a16:creationId xmlns:a16="http://schemas.microsoft.com/office/drawing/2014/main" id="{2940D20D-CE5D-4F7F-87D5-4081213E1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9" name="Rectangle 51">
            <a:extLst>
              <a:ext uri="{FF2B5EF4-FFF2-40B4-BE49-F238E27FC236}">
                <a16:creationId xmlns:a16="http://schemas.microsoft.com/office/drawing/2014/main" id="{F24365F1-8EF6-4443-AB20-203041B14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0" name="Rectangle 52">
            <a:extLst>
              <a:ext uri="{FF2B5EF4-FFF2-40B4-BE49-F238E27FC236}">
                <a16:creationId xmlns:a16="http://schemas.microsoft.com/office/drawing/2014/main" id="{43BD6223-42F5-4EA4-BED3-40CDDED81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1" name="Rectangle 53">
            <a:extLst>
              <a:ext uri="{FF2B5EF4-FFF2-40B4-BE49-F238E27FC236}">
                <a16:creationId xmlns:a16="http://schemas.microsoft.com/office/drawing/2014/main" id="{C44C46DF-3231-4732-836F-60E5D9F31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2" name="Rectangle 54">
            <a:extLst>
              <a:ext uri="{FF2B5EF4-FFF2-40B4-BE49-F238E27FC236}">
                <a16:creationId xmlns:a16="http://schemas.microsoft.com/office/drawing/2014/main" id="{19478349-0B6B-45A3-A8D0-F9FFADAB4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3" name="Rectangle 55">
            <a:extLst>
              <a:ext uri="{FF2B5EF4-FFF2-40B4-BE49-F238E27FC236}">
                <a16:creationId xmlns:a16="http://schemas.microsoft.com/office/drawing/2014/main" id="{AECC5927-A5DD-4BD3-91EB-7B58FC036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4" name="Rectangle 56">
            <a:extLst>
              <a:ext uri="{FF2B5EF4-FFF2-40B4-BE49-F238E27FC236}">
                <a16:creationId xmlns:a16="http://schemas.microsoft.com/office/drawing/2014/main" id="{2592B56B-0EE5-44E3-8D4E-C331547A4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5" name="Rectangle 57">
            <a:extLst>
              <a:ext uri="{FF2B5EF4-FFF2-40B4-BE49-F238E27FC236}">
                <a16:creationId xmlns:a16="http://schemas.microsoft.com/office/drawing/2014/main" id="{E5B2E8AF-A971-4061-B059-E39A6A858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6" name="Rectangle 59">
            <a:extLst>
              <a:ext uri="{FF2B5EF4-FFF2-40B4-BE49-F238E27FC236}">
                <a16:creationId xmlns:a16="http://schemas.microsoft.com/office/drawing/2014/main" id="{63258960-6D1D-4D67-AFE7-6C7417FA7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42187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7" name="Rectangle 60">
            <a:extLst>
              <a:ext uri="{FF2B5EF4-FFF2-40B4-BE49-F238E27FC236}">
                <a16:creationId xmlns:a16="http://schemas.microsoft.com/office/drawing/2014/main" id="{CF3B53C2-CA07-4D06-8438-0D7F9828A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8" name="Rectangle 61">
            <a:extLst>
              <a:ext uri="{FF2B5EF4-FFF2-40B4-BE49-F238E27FC236}">
                <a16:creationId xmlns:a16="http://schemas.microsoft.com/office/drawing/2014/main" id="{D0868746-D1A0-47AC-9F34-0192B3B37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9" name="Rectangle 62">
            <a:extLst>
              <a:ext uri="{FF2B5EF4-FFF2-40B4-BE49-F238E27FC236}">
                <a16:creationId xmlns:a16="http://schemas.microsoft.com/office/drawing/2014/main" id="{009DD5A6-ADDF-48C9-BC16-9426AEC40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0" name="Rectangle 63">
            <a:extLst>
              <a:ext uri="{FF2B5EF4-FFF2-40B4-BE49-F238E27FC236}">
                <a16:creationId xmlns:a16="http://schemas.microsoft.com/office/drawing/2014/main" id="{2285F7C8-078E-440F-95B4-A367E03BE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1" name="Rectangle 64">
            <a:extLst>
              <a:ext uri="{FF2B5EF4-FFF2-40B4-BE49-F238E27FC236}">
                <a16:creationId xmlns:a16="http://schemas.microsoft.com/office/drawing/2014/main" id="{26CCF678-B825-4A9D-AF59-68723A333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2" name="Rectangle 65">
            <a:extLst>
              <a:ext uri="{FF2B5EF4-FFF2-40B4-BE49-F238E27FC236}">
                <a16:creationId xmlns:a16="http://schemas.microsoft.com/office/drawing/2014/main" id="{ECE3A29D-36C2-447D-BAC8-F721C873D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3" name="Rectangle 66">
            <a:extLst>
              <a:ext uri="{FF2B5EF4-FFF2-40B4-BE49-F238E27FC236}">
                <a16:creationId xmlns:a16="http://schemas.microsoft.com/office/drawing/2014/main" id="{3EAFBB34-6EA0-4152-8AD7-5299E7456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4" name="Rectangle 67">
            <a:extLst>
              <a:ext uri="{FF2B5EF4-FFF2-40B4-BE49-F238E27FC236}">
                <a16:creationId xmlns:a16="http://schemas.microsoft.com/office/drawing/2014/main" id="{2F86D70C-2640-4E78-9AC8-499F31B08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5" name="Rectangle 68">
            <a:extLst>
              <a:ext uri="{FF2B5EF4-FFF2-40B4-BE49-F238E27FC236}">
                <a16:creationId xmlns:a16="http://schemas.microsoft.com/office/drawing/2014/main" id="{A275C0EA-73CC-4699-B3C9-4A3708797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6" name="Rectangle 69">
            <a:extLst>
              <a:ext uri="{FF2B5EF4-FFF2-40B4-BE49-F238E27FC236}">
                <a16:creationId xmlns:a16="http://schemas.microsoft.com/office/drawing/2014/main" id="{F86BBF02-3C76-4314-A0E0-F7356FA34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7" name="Rectangle 70">
            <a:extLst>
              <a:ext uri="{FF2B5EF4-FFF2-40B4-BE49-F238E27FC236}">
                <a16:creationId xmlns:a16="http://schemas.microsoft.com/office/drawing/2014/main" id="{F2323DB0-CBBB-4827-9FCF-88B352492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8" name="Rectangle 71">
            <a:extLst>
              <a:ext uri="{FF2B5EF4-FFF2-40B4-BE49-F238E27FC236}">
                <a16:creationId xmlns:a16="http://schemas.microsoft.com/office/drawing/2014/main" id="{6C55D080-856F-44CE-A0EC-C7625E2A2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9" name="Rectangle 72">
            <a:extLst>
              <a:ext uri="{FF2B5EF4-FFF2-40B4-BE49-F238E27FC236}">
                <a16:creationId xmlns:a16="http://schemas.microsoft.com/office/drawing/2014/main" id="{8BF6FDB3-DFE2-48BE-8E96-9C26D4FD9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0" name="Rectangle 73">
            <a:extLst>
              <a:ext uri="{FF2B5EF4-FFF2-40B4-BE49-F238E27FC236}">
                <a16:creationId xmlns:a16="http://schemas.microsoft.com/office/drawing/2014/main" id="{D430B815-9711-421A-B4EE-DC1E51BD0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1" name="Rectangle 74">
            <a:extLst>
              <a:ext uri="{FF2B5EF4-FFF2-40B4-BE49-F238E27FC236}">
                <a16:creationId xmlns:a16="http://schemas.microsoft.com/office/drawing/2014/main" id="{B8A5CB15-B1A9-4CE5-AD04-579255B67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2" name="Rectangle 75">
            <a:extLst>
              <a:ext uri="{FF2B5EF4-FFF2-40B4-BE49-F238E27FC236}">
                <a16:creationId xmlns:a16="http://schemas.microsoft.com/office/drawing/2014/main" id="{6F6AC38A-D3A1-44B2-8398-DA1775028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3" name="Rectangle 76">
            <a:extLst>
              <a:ext uri="{FF2B5EF4-FFF2-40B4-BE49-F238E27FC236}">
                <a16:creationId xmlns:a16="http://schemas.microsoft.com/office/drawing/2014/main" id="{6A4C12CD-07BF-46EB-AC44-6B119866C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4" name="Rectangle 77">
            <a:extLst>
              <a:ext uri="{FF2B5EF4-FFF2-40B4-BE49-F238E27FC236}">
                <a16:creationId xmlns:a16="http://schemas.microsoft.com/office/drawing/2014/main" id="{5C4A1230-B968-451A-B024-8739FD0C1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5" name="Rectangle 78">
            <a:extLst>
              <a:ext uri="{FF2B5EF4-FFF2-40B4-BE49-F238E27FC236}">
                <a16:creationId xmlns:a16="http://schemas.microsoft.com/office/drawing/2014/main" id="{D75AC3CE-9734-481C-9D3F-2AF13116E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6" name="Rectangle 79">
            <a:extLst>
              <a:ext uri="{FF2B5EF4-FFF2-40B4-BE49-F238E27FC236}">
                <a16:creationId xmlns:a16="http://schemas.microsoft.com/office/drawing/2014/main" id="{69A12AE9-4D1E-4F86-ABCC-DC9AA3068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7" name="Rectangle 80">
            <a:extLst>
              <a:ext uri="{FF2B5EF4-FFF2-40B4-BE49-F238E27FC236}">
                <a16:creationId xmlns:a16="http://schemas.microsoft.com/office/drawing/2014/main" id="{30C6E2D2-A01B-4BF9-9EAF-4F62A9AF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8" name="Rectangle 81">
            <a:extLst>
              <a:ext uri="{FF2B5EF4-FFF2-40B4-BE49-F238E27FC236}">
                <a16:creationId xmlns:a16="http://schemas.microsoft.com/office/drawing/2014/main" id="{C9F10DE1-A75B-4DA6-AACE-23581D8E6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9" name="Rectangle 82">
            <a:extLst>
              <a:ext uri="{FF2B5EF4-FFF2-40B4-BE49-F238E27FC236}">
                <a16:creationId xmlns:a16="http://schemas.microsoft.com/office/drawing/2014/main" id="{0A775802-DD96-46A9-9F60-3C0D0736E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0" name="Rectangle 83">
            <a:extLst>
              <a:ext uri="{FF2B5EF4-FFF2-40B4-BE49-F238E27FC236}">
                <a16:creationId xmlns:a16="http://schemas.microsoft.com/office/drawing/2014/main" id="{D665EA6F-14AA-4648-AB60-F7117F986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1" name="Rectangle 84">
            <a:extLst>
              <a:ext uri="{FF2B5EF4-FFF2-40B4-BE49-F238E27FC236}">
                <a16:creationId xmlns:a16="http://schemas.microsoft.com/office/drawing/2014/main" id="{ACB843B8-638E-4047-9D91-8223083C0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2" name="Rectangle 86">
            <a:extLst>
              <a:ext uri="{FF2B5EF4-FFF2-40B4-BE49-F238E27FC236}">
                <a16:creationId xmlns:a16="http://schemas.microsoft.com/office/drawing/2014/main" id="{B7163B2C-02BA-42E9-BFC1-6A12FD59E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3" name="Rectangle 87">
            <a:extLst>
              <a:ext uri="{FF2B5EF4-FFF2-40B4-BE49-F238E27FC236}">
                <a16:creationId xmlns:a16="http://schemas.microsoft.com/office/drawing/2014/main" id="{0B2288ED-33E4-4DE9-A750-24B68416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4" name="Rectangle 88">
            <a:extLst>
              <a:ext uri="{FF2B5EF4-FFF2-40B4-BE49-F238E27FC236}">
                <a16:creationId xmlns:a16="http://schemas.microsoft.com/office/drawing/2014/main" id="{69096790-3EDA-447C-B893-B58EB2311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5" name="Rectangle 89">
            <a:extLst>
              <a:ext uri="{FF2B5EF4-FFF2-40B4-BE49-F238E27FC236}">
                <a16:creationId xmlns:a16="http://schemas.microsoft.com/office/drawing/2014/main" id="{CE854A02-0132-4C04-ADC5-9E062CF23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505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6" name="Rectangle 90">
            <a:extLst>
              <a:ext uri="{FF2B5EF4-FFF2-40B4-BE49-F238E27FC236}">
                <a16:creationId xmlns:a16="http://schemas.microsoft.com/office/drawing/2014/main" id="{E95D99AF-99D5-475B-AE63-90F7E8CC6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7" name="Rectangle 91">
            <a:extLst>
              <a:ext uri="{FF2B5EF4-FFF2-40B4-BE49-F238E27FC236}">
                <a16:creationId xmlns:a16="http://schemas.microsoft.com/office/drawing/2014/main" id="{A34BE509-D4BA-40A3-A4CD-3DF07B9E1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8" name="Rectangle 92">
            <a:extLst>
              <a:ext uri="{FF2B5EF4-FFF2-40B4-BE49-F238E27FC236}">
                <a16:creationId xmlns:a16="http://schemas.microsoft.com/office/drawing/2014/main" id="{A37FB970-0E25-4676-BC34-1A82728AF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9" name="Rectangle 105">
            <a:extLst>
              <a:ext uri="{FF2B5EF4-FFF2-40B4-BE49-F238E27FC236}">
                <a16:creationId xmlns:a16="http://schemas.microsoft.com/office/drawing/2014/main" id="{970F9FCF-AA68-4E8F-8EA5-AAC4C5810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0" name="Rectangle 106">
            <a:extLst>
              <a:ext uri="{FF2B5EF4-FFF2-40B4-BE49-F238E27FC236}">
                <a16:creationId xmlns:a16="http://schemas.microsoft.com/office/drawing/2014/main" id="{9D296959-779A-4776-ABF7-2FF2A73C8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1" name="Rectangle 107">
            <a:extLst>
              <a:ext uri="{FF2B5EF4-FFF2-40B4-BE49-F238E27FC236}">
                <a16:creationId xmlns:a16="http://schemas.microsoft.com/office/drawing/2014/main" id="{59855A4C-2548-423F-B57F-42922BC9B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2" name="Rectangle 108">
            <a:extLst>
              <a:ext uri="{FF2B5EF4-FFF2-40B4-BE49-F238E27FC236}">
                <a16:creationId xmlns:a16="http://schemas.microsoft.com/office/drawing/2014/main" id="{54509127-BDD5-48E1-BE65-947CAC6B0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3" name="Rectangle 109">
            <a:extLst>
              <a:ext uri="{FF2B5EF4-FFF2-40B4-BE49-F238E27FC236}">
                <a16:creationId xmlns:a16="http://schemas.microsoft.com/office/drawing/2014/main" id="{58C13B87-F971-4720-889B-EE6DE93E6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4" name="Rectangle 110">
            <a:extLst>
              <a:ext uri="{FF2B5EF4-FFF2-40B4-BE49-F238E27FC236}">
                <a16:creationId xmlns:a16="http://schemas.microsoft.com/office/drawing/2014/main" id="{681AD0E1-0BA7-4208-8DF7-EAB9E75AE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5" name="Rectangle 111">
            <a:extLst>
              <a:ext uri="{FF2B5EF4-FFF2-40B4-BE49-F238E27FC236}">
                <a16:creationId xmlns:a16="http://schemas.microsoft.com/office/drawing/2014/main" id="{FCBB3D30-B78E-44FC-8174-C95F9A164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6" name="Rectangle 113">
            <a:extLst>
              <a:ext uri="{FF2B5EF4-FFF2-40B4-BE49-F238E27FC236}">
                <a16:creationId xmlns:a16="http://schemas.microsoft.com/office/drawing/2014/main" id="{699FABD8-D290-42AB-87FC-C9A58ADC7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7" name="Rectangle 114">
            <a:extLst>
              <a:ext uri="{FF2B5EF4-FFF2-40B4-BE49-F238E27FC236}">
                <a16:creationId xmlns:a16="http://schemas.microsoft.com/office/drawing/2014/main" id="{0B4D148D-F129-4DB7-88C2-471CB37E2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8" name="Rectangle 115">
            <a:extLst>
              <a:ext uri="{FF2B5EF4-FFF2-40B4-BE49-F238E27FC236}">
                <a16:creationId xmlns:a16="http://schemas.microsoft.com/office/drawing/2014/main" id="{6DF2FDEE-C085-4999-B8E9-1B5D1D8FD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897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9" name="Rectangle 116">
            <a:extLst>
              <a:ext uri="{FF2B5EF4-FFF2-40B4-BE49-F238E27FC236}">
                <a16:creationId xmlns:a16="http://schemas.microsoft.com/office/drawing/2014/main" id="{2F001154-22EC-4762-9895-75CD714E3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0" name="Rectangle 117">
            <a:extLst>
              <a:ext uri="{FF2B5EF4-FFF2-40B4-BE49-F238E27FC236}">
                <a16:creationId xmlns:a16="http://schemas.microsoft.com/office/drawing/2014/main" id="{8CB1148A-8A8E-4217-B7AD-E1D5D2B0D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8971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1" name="Rectangle 118">
            <a:extLst>
              <a:ext uri="{FF2B5EF4-FFF2-40B4-BE49-F238E27FC236}">
                <a16:creationId xmlns:a16="http://schemas.microsoft.com/office/drawing/2014/main" id="{20FE1950-CE5A-4D2F-96A0-94186638C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2" name="Rectangle 119">
            <a:extLst>
              <a:ext uri="{FF2B5EF4-FFF2-40B4-BE49-F238E27FC236}">
                <a16:creationId xmlns:a16="http://schemas.microsoft.com/office/drawing/2014/main" id="{83A14354-B3F5-4073-AA5C-F099A82F6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3" name="Rectangle 132">
            <a:extLst>
              <a:ext uri="{FF2B5EF4-FFF2-40B4-BE49-F238E27FC236}">
                <a16:creationId xmlns:a16="http://schemas.microsoft.com/office/drawing/2014/main" id="{76AA0892-AC62-4F6F-833D-458C99E02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4" name="Rectangle 133">
            <a:extLst>
              <a:ext uri="{FF2B5EF4-FFF2-40B4-BE49-F238E27FC236}">
                <a16:creationId xmlns:a16="http://schemas.microsoft.com/office/drawing/2014/main" id="{A9C2DB91-40AA-4597-9B38-C5864CB8F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5" name="Rectangle 134">
            <a:extLst>
              <a:ext uri="{FF2B5EF4-FFF2-40B4-BE49-F238E27FC236}">
                <a16:creationId xmlns:a16="http://schemas.microsoft.com/office/drawing/2014/main" id="{4C7BF4BD-0F20-4B33-94A1-72CA3EDF2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6" name="Rectangle 135">
            <a:extLst>
              <a:ext uri="{FF2B5EF4-FFF2-40B4-BE49-F238E27FC236}">
                <a16:creationId xmlns:a16="http://schemas.microsoft.com/office/drawing/2014/main" id="{06A886E0-5EF6-4EF7-A054-B2E0B10BC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7" name="Rectangle 136">
            <a:extLst>
              <a:ext uri="{FF2B5EF4-FFF2-40B4-BE49-F238E27FC236}">
                <a16:creationId xmlns:a16="http://schemas.microsoft.com/office/drawing/2014/main" id="{15585719-9169-4D98-80F3-2CB8A58F3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8" name="Rectangle 137">
            <a:extLst>
              <a:ext uri="{FF2B5EF4-FFF2-40B4-BE49-F238E27FC236}">
                <a16:creationId xmlns:a16="http://schemas.microsoft.com/office/drawing/2014/main" id="{1528ECA1-B6B5-4F12-B518-F98298404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9" name="Rectangle 138">
            <a:extLst>
              <a:ext uri="{FF2B5EF4-FFF2-40B4-BE49-F238E27FC236}">
                <a16:creationId xmlns:a16="http://schemas.microsoft.com/office/drawing/2014/main" id="{A5E04FCD-9144-4125-B905-01BA90E87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0" name="Rectangle 140">
            <a:extLst>
              <a:ext uri="{FF2B5EF4-FFF2-40B4-BE49-F238E27FC236}">
                <a16:creationId xmlns:a16="http://schemas.microsoft.com/office/drawing/2014/main" id="{A3A97D31-5EE8-448D-8A5F-2BFCFB9E7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661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1" name="Rectangle 141">
            <a:extLst>
              <a:ext uri="{FF2B5EF4-FFF2-40B4-BE49-F238E27FC236}">
                <a16:creationId xmlns:a16="http://schemas.microsoft.com/office/drawing/2014/main" id="{D5A6A0D9-0DCB-4C02-B821-ECBB42E71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661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2" name="Rectangle 142">
            <a:extLst>
              <a:ext uri="{FF2B5EF4-FFF2-40B4-BE49-F238E27FC236}">
                <a16:creationId xmlns:a16="http://schemas.microsoft.com/office/drawing/2014/main" id="{E4CFE5B5-7797-4C7B-B3D9-787A3D923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3" name="Rectangle 143">
            <a:extLst>
              <a:ext uri="{FF2B5EF4-FFF2-40B4-BE49-F238E27FC236}">
                <a16:creationId xmlns:a16="http://schemas.microsoft.com/office/drawing/2014/main" id="{16868543-F08E-4EF2-A138-A5D60AD4C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4" name="Rectangle 144">
            <a:extLst>
              <a:ext uri="{FF2B5EF4-FFF2-40B4-BE49-F238E27FC236}">
                <a16:creationId xmlns:a16="http://schemas.microsoft.com/office/drawing/2014/main" id="{7AA615AC-F660-426D-A925-78A832B1F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5" name="Rectangle 145">
            <a:extLst>
              <a:ext uri="{FF2B5EF4-FFF2-40B4-BE49-F238E27FC236}">
                <a16:creationId xmlns:a16="http://schemas.microsoft.com/office/drawing/2014/main" id="{DA02DEE7-518D-4550-A98E-419A429F2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6" name="Rectangle 146">
            <a:extLst>
              <a:ext uri="{FF2B5EF4-FFF2-40B4-BE49-F238E27FC236}">
                <a16:creationId xmlns:a16="http://schemas.microsoft.com/office/drawing/2014/main" id="{CF13D66E-ABF4-4967-B8B3-F517D9B3C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7" name="Rectangle 159">
            <a:extLst>
              <a:ext uri="{FF2B5EF4-FFF2-40B4-BE49-F238E27FC236}">
                <a16:creationId xmlns:a16="http://schemas.microsoft.com/office/drawing/2014/main" id="{7B7E4AC4-5592-4DE6-AD9F-62E8E5E7C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8" name="Rectangle 160">
            <a:extLst>
              <a:ext uri="{FF2B5EF4-FFF2-40B4-BE49-F238E27FC236}">
                <a16:creationId xmlns:a16="http://schemas.microsoft.com/office/drawing/2014/main" id="{64C2F106-22BF-42DB-B523-838D7919E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9" name="Rectangle 161">
            <a:extLst>
              <a:ext uri="{FF2B5EF4-FFF2-40B4-BE49-F238E27FC236}">
                <a16:creationId xmlns:a16="http://schemas.microsoft.com/office/drawing/2014/main" id="{476760DC-3414-46D3-8ED3-E57574242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0" name="Rectangle 162">
            <a:extLst>
              <a:ext uri="{FF2B5EF4-FFF2-40B4-BE49-F238E27FC236}">
                <a16:creationId xmlns:a16="http://schemas.microsoft.com/office/drawing/2014/main" id="{35BC5B5E-6559-46F0-8351-DB26B2068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1" name="Rectangle 163">
            <a:extLst>
              <a:ext uri="{FF2B5EF4-FFF2-40B4-BE49-F238E27FC236}">
                <a16:creationId xmlns:a16="http://schemas.microsoft.com/office/drawing/2014/main" id="{524E5712-0FF8-47E1-B2AE-812F34F65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2" name="Rectangle 164">
            <a:extLst>
              <a:ext uri="{FF2B5EF4-FFF2-40B4-BE49-F238E27FC236}">
                <a16:creationId xmlns:a16="http://schemas.microsoft.com/office/drawing/2014/main" id="{617C8CE6-515E-494D-A867-E140F467B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3" name="Rectangle 165">
            <a:extLst>
              <a:ext uri="{FF2B5EF4-FFF2-40B4-BE49-F238E27FC236}">
                <a16:creationId xmlns:a16="http://schemas.microsoft.com/office/drawing/2014/main" id="{D8599EDD-A959-45FB-8FD2-64277464E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4" name="Rectangle 167">
            <a:extLst>
              <a:ext uri="{FF2B5EF4-FFF2-40B4-BE49-F238E27FC236}">
                <a16:creationId xmlns:a16="http://schemas.microsoft.com/office/drawing/2014/main" id="{0603D8C1-859C-43D4-B068-9EB9FBCE2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5" name="Rectangle 168">
            <a:extLst>
              <a:ext uri="{FF2B5EF4-FFF2-40B4-BE49-F238E27FC236}">
                <a16:creationId xmlns:a16="http://schemas.microsoft.com/office/drawing/2014/main" id="{B93977AF-46E4-45C2-8A01-209FA245E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6" name="Rectangle 169">
            <a:extLst>
              <a:ext uri="{FF2B5EF4-FFF2-40B4-BE49-F238E27FC236}">
                <a16:creationId xmlns:a16="http://schemas.microsoft.com/office/drawing/2014/main" id="{50A4256E-5C7A-4A2F-AB2B-C8EFA8529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7" name="Rectangle 170">
            <a:extLst>
              <a:ext uri="{FF2B5EF4-FFF2-40B4-BE49-F238E27FC236}">
                <a16:creationId xmlns:a16="http://schemas.microsoft.com/office/drawing/2014/main" id="{59DD1AC1-2925-4164-9326-E23F394AF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8" name="Rectangle 171">
            <a:extLst>
              <a:ext uri="{FF2B5EF4-FFF2-40B4-BE49-F238E27FC236}">
                <a16:creationId xmlns:a16="http://schemas.microsoft.com/office/drawing/2014/main" id="{D9BD2BBC-9899-4590-8E1D-9C58972E5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9" name="Rectangle 172">
            <a:extLst>
              <a:ext uri="{FF2B5EF4-FFF2-40B4-BE49-F238E27FC236}">
                <a16:creationId xmlns:a16="http://schemas.microsoft.com/office/drawing/2014/main" id="{A93CAC56-6630-4410-BA23-589CFEF93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0" name="Rectangle 173">
            <a:extLst>
              <a:ext uri="{FF2B5EF4-FFF2-40B4-BE49-F238E27FC236}">
                <a16:creationId xmlns:a16="http://schemas.microsoft.com/office/drawing/2014/main" id="{721D7B09-2669-42D7-A71A-2581A0113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1" name="Rectangle 186">
            <a:extLst>
              <a:ext uri="{FF2B5EF4-FFF2-40B4-BE49-F238E27FC236}">
                <a16:creationId xmlns:a16="http://schemas.microsoft.com/office/drawing/2014/main" id="{A024ED31-769A-4A0C-A18B-E09709B47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2" name="Rectangle 187">
            <a:extLst>
              <a:ext uri="{FF2B5EF4-FFF2-40B4-BE49-F238E27FC236}">
                <a16:creationId xmlns:a16="http://schemas.microsoft.com/office/drawing/2014/main" id="{5D25C9B2-51EB-439E-B42C-8439DBE38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3" name="Rectangle 188">
            <a:extLst>
              <a:ext uri="{FF2B5EF4-FFF2-40B4-BE49-F238E27FC236}">
                <a16:creationId xmlns:a16="http://schemas.microsoft.com/office/drawing/2014/main" id="{CB51A720-AF45-41F9-BAA4-2D2D9B1A8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4" name="Rectangle 189">
            <a:extLst>
              <a:ext uri="{FF2B5EF4-FFF2-40B4-BE49-F238E27FC236}">
                <a16:creationId xmlns:a16="http://schemas.microsoft.com/office/drawing/2014/main" id="{C79495A3-835C-4974-A319-4B7063E8D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5" name="Rectangle 190">
            <a:extLst>
              <a:ext uri="{FF2B5EF4-FFF2-40B4-BE49-F238E27FC236}">
                <a16:creationId xmlns:a16="http://schemas.microsoft.com/office/drawing/2014/main" id="{A635A506-51C2-4991-9EE9-6D4F58B2A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6" name="Rectangle 191">
            <a:extLst>
              <a:ext uri="{FF2B5EF4-FFF2-40B4-BE49-F238E27FC236}">
                <a16:creationId xmlns:a16="http://schemas.microsoft.com/office/drawing/2014/main" id="{08D7A92B-AB5F-4B0A-887C-7D9EBE4B1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7" name="Rectangle 192">
            <a:extLst>
              <a:ext uri="{FF2B5EF4-FFF2-40B4-BE49-F238E27FC236}">
                <a16:creationId xmlns:a16="http://schemas.microsoft.com/office/drawing/2014/main" id="{35958760-CFAF-4281-9A3D-2676F1188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745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8" name="Rectangle 194">
            <a:extLst>
              <a:ext uri="{FF2B5EF4-FFF2-40B4-BE49-F238E27FC236}">
                <a16:creationId xmlns:a16="http://schemas.microsoft.com/office/drawing/2014/main" id="{92029F51-881A-43F7-9AA5-93A2ED11C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9" name="Rectangle 195">
            <a:extLst>
              <a:ext uri="{FF2B5EF4-FFF2-40B4-BE49-F238E27FC236}">
                <a16:creationId xmlns:a16="http://schemas.microsoft.com/office/drawing/2014/main" id="{42A3ED3D-6F9D-4F03-B4CA-936ED0F20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829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0" name="Rectangle 196">
            <a:extLst>
              <a:ext uri="{FF2B5EF4-FFF2-40B4-BE49-F238E27FC236}">
                <a16:creationId xmlns:a16="http://schemas.microsoft.com/office/drawing/2014/main" id="{AC2A2B9C-988E-4A8C-8FAE-5034533F2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1" name="Rectangle 197">
            <a:extLst>
              <a:ext uri="{FF2B5EF4-FFF2-40B4-BE49-F238E27FC236}">
                <a16:creationId xmlns:a16="http://schemas.microsoft.com/office/drawing/2014/main" id="{E2C4B438-1F77-4FA1-8C82-F295DAA97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2" name="Rectangle 198">
            <a:extLst>
              <a:ext uri="{FF2B5EF4-FFF2-40B4-BE49-F238E27FC236}">
                <a16:creationId xmlns:a16="http://schemas.microsoft.com/office/drawing/2014/main" id="{79DC185F-3902-41A7-806F-A84ACBB11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3" name="Rectangle 199">
            <a:extLst>
              <a:ext uri="{FF2B5EF4-FFF2-40B4-BE49-F238E27FC236}">
                <a16:creationId xmlns:a16="http://schemas.microsoft.com/office/drawing/2014/main" id="{C6E21298-E9AA-4E0A-BD16-901A320D5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4" name="Rectangle 200">
            <a:extLst>
              <a:ext uri="{FF2B5EF4-FFF2-40B4-BE49-F238E27FC236}">
                <a16:creationId xmlns:a16="http://schemas.microsoft.com/office/drawing/2014/main" id="{71546F84-807D-4F8E-A64C-9BFECFED6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5" name="Rectangle 214">
            <a:extLst>
              <a:ext uri="{FF2B5EF4-FFF2-40B4-BE49-F238E27FC236}">
                <a16:creationId xmlns:a16="http://schemas.microsoft.com/office/drawing/2014/main" id="{CFB4EA3C-FFA6-432E-9174-8C7700EBF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6" name="Rectangle 215">
            <a:extLst>
              <a:ext uri="{FF2B5EF4-FFF2-40B4-BE49-F238E27FC236}">
                <a16:creationId xmlns:a16="http://schemas.microsoft.com/office/drawing/2014/main" id="{F8864E38-6F87-4A94-998C-DA1B4D050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7" name="Rectangle 216">
            <a:extLst>
              <a:ext uri="{FF2B5EF4-FFF2-40B4-BE49-F238E27FC236}">
                <a16:creationId xmlns:a16="http://schemas.microsoft.com/office/drawing/2014/main" id="{CE27A9F8-9958-4033-AB44-66F20B12E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8" name="Rectangle 217">
            <a:extLst>
              <a:ext uri="{FF2B5EF4-FFF2-40B4-BE49-F238E27FC236}">
                <a16:creationId xmlns:a16="http://schemas.microsoft.com/office/drawing/2014/main" id="{4B9DD88C-AAF5-42E9-B1D0-E407BBE25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9" name="Rectangle 218">
            <a:extLst>
              <a:ext uri="{FF2B5EF4-FFF2-40B4-BE49-F238E27FC236}">
                <a16:creationId xmlns:a16="http://schemas.microsoft.com/office/drawing/2014/main" id="{19811468-3F50-46A5-9FCC-E142EB047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0" name="Rectangle 219">
            <a:extLst>
              <a:ext uri="{FF2B5EF4-FFF2-40B4-BE49-F238E27FC236}">
                <a16:creationId xmlns:a16="http://schemas.microsoft.com/office/drawing/2014/main" id="{8B7D78B3-2097-4A23-9C3F-1125A2912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829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1" name="Rectangle 220">
            <a:extLst>
              <a:ext uri="{FF2B5EF4-FFF2-40B4-BE49-F238E27FC236}">
                <a16:creationId xmlns:a16="http://schemas.microsoft.com/office/drawing/2014/main" id="{DBB4AA29-F514-41F3-B6B4-9610813E1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2" name="Rectangle 222">
            <a:extLst>
              <a:ext uri="{FF2B5EF4-FFF2-40B4-BE49-F238E27FC236}">
                <a16:creationId xmlns:a16="http://schemas.microsoft.com/office/drawing/2014/main" id="{287D0D65-4B00-4631-B5FC-94D7E43E8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3" name="Rectangle 223">
            <a:extLst>
              <a:ext uri="{FF2B5EF4-FFF2-40B4-BE49-F238E27FC236}">
                <a16:creationId xmlns:a16="http://schemas.microsoft.com/office/drawing/2014/main" id="{FBB8768D-6FD5-4CB0-A06E-CF3727089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4" name="Rectangle 224">
            <a:extLst>
              <a:ext uri="{FF2B5EF4-FFF2-40B4-BE49-F238E27FC236}">
                <a16:creationId xmlns:a16="http://schemas.microsoft.com/office/drawing/2014/main" id="{281CA9FD-C68E-46EE-A725-A9F8AA1B8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5" name="Rectangle 225">
            <a:extLst>
              <a:ext uri="{FF2B5EF4-FFF2-40B4-BE49-F238E27FC236}">
                <a16:creationId xmlns:a16="http://schemas.microsoft.com/office/drawing/2014/main" id="{2C929F36-95D0-44EF-A29A-4917FCAA9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6" name="Rectangle 226">
            <a:extLst>
              <a:ext uri="{FF2B5EF4-FFF2-40B4-BE49-F238E27FC236}">
                <a16:creationId xmlns:a16="http://schemas.microsoft.com/office/drawing/2014/main" id="{358BC528-6DA1-42F6-96D0-4B4BA226A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7" name="Rectangle 227">
            <a:extLst>
              <a:ext uri="{FF2B5EF4-FFF2-40B4-BE49-F238E27FC236}">
                <a16:creationId xmlns:a16="http://schemas.microsoft.com/office/drawing/2014/main" id="{70AA7180-339A-4FFD-AF13-4DDD53BCB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8" name="Rectangle 228">
            <a:extLst>
              <a:ext uri="{FF2B5EF4-FFF2-40B4-BE49-F238E27FC236}">
                <a16:creationId xmlns:a16="http://schemas.microsoft.com/office/drawing/2014/main" id="{29F2CEBB-46BC-4448-9E54-C7750D8C8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9" name="Rectangle 241">
            <a:extLst>
              <a:ext uri="{FF2B5EF4-FFF2-40B4-BE49-F238E27FC236}">
                <a16:creationId xmlns:a16="http://schemas.microsoft.com/office/drawing/2014/main" id="{728033F9-6F38-4655-93DC-83583534C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0" name="Rectangle 242">
            <a:extLst>
              <a:ext uri="{FF2B5EF4-FFF2-40B4-BE49-F238E27FC236}">
                <a16:creationId xmlns:a16="http://schemas.microsoft.com/office/drawing/2014/main" id="{31C757BD-CB68-4FDF-94B8-7CD58F1FB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1" name="Rectangle 243">
            <a:extLst>
              <a:ext uri="{FF2B5EF4-FFF2-40B4-BE49-F238E27FC236}">
                <a16:creationId xmlns:a16="http://schemas.microsoft.com/office/drawing/2014/main" id="{9B0E4C87-6738-405B-883B-AAE740C4C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2" name="Rectangle 244">
            <a:extLst>
              <a:ext uri="{FF2B5EF4-FFF2-40B4-BE49-F238E27FC236}">
                <a16:creationId xmlns:a16="http://schemas.microsoft.com/office/drawing/2014/main" id="{DA32B563-8524-4670-AB69-252BDC266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3" name="Rectangle 245">
            <a:extLst>
              <a:ext uri="{FF2B5EF4-FFF2-40B4-BE49-F238E27FC236}">
                <a16:creationId xmlns:a16="http://schemas.microsoft.com/office/drawing/2014/main" id="{6EC4888D-ACC8-4037-B218-9E9421F8C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4" name="Rectangle 246">
            <a:extLst>
              <a:ext uri="{FF2B5EF4-FFF2-40B4-BE49-F238E27FC236}">
                <a16:creationId xmlns:a16="http://schemas.microsoft.com/office/drawing/2014/main" id="{E79B4470-BBFB-4BE1-89AB-C7574F8C4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5" name="Rectangle 247">
            <a:extLst>
              <a:ext uri="{FF2B5EF4-FFF2-40B4-BE49-F238E27FC236}">
                <a16:creationId xmlns:a16="http://schemas.microsoft.com/office/drawing/2014/main" id="{2E2BFF5D-548A-437A-838D-19C1F071E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6" name="Rectangle 249">
            <a:extLst>
              <a:ext uri="{FF2B5EF4-FFF2-40B4-BE49-F238E27FC236}">
                <a16:creationId xmlns:a16="http://schemas.microsoft.com/office/drawing/2014/main" id="{FFCA5316-A321-453C-8CE2-53AF93643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7" name="Rectangle 250">
            <a:extLst>
              <a:ext uri="{FF2B5EF4-FFF2-40B4-BE49-F238E27FC236}">
                <a16:creationId xmlns:a16="http://schemas.microsoft.com/office/drawing/2014/main" id="{AA681E6A-C814-482F-A76C-24B20AD9D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8" name="Rectangle 251">
            <a:extLst>
              <a:ext uri="{FF2B5EF4-FFF2-40B4-BE49-F238E27FC236}">
                <a16:creationId xmlns:a16="http://schemas.microsoft.com/office/drawing/2014/main" id="{301C7270-7CAD-49F2-B66B-B28D94E0E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9" name="Rectangle 252">
            <a:extLst>
              <a:ext uri="{FF2B5EF4-FFF2-40B4-BE49-F238E27FC236}">
                <a16:creationId xmlns:a16="http://schemas.microsoft.com/office/drawing/2014/main" id="{979CEB10-3E83-4407-BEDC-D49144AA1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0" name="Rectangle 253">
            <a:extLst>
              <a:ext uri="{FF2B5EF4-FFF2-40B4-BE49-F238E27FC236}">
                <a16:creationId xmlns:a16="http://schemas.microsoft.com/office/drawing/2014/main" id="{2F6B505E-6719-4385-8C9E-80108E1D7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1" name="Rectangle 254">
            <a:extLst>
              <a:ext uri="{FF2B5EF4-FFF2-40B4-BE49-F238E27FC236}">
                <a16:creationId xmlns:a16="http://schemas.microsoft.com/office/drawing/2014/main" id="{032E3D58-EF2F-47C1-84FC-FFC2C3C66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2" name="Rectangle 255">
            <a:extLst>
              <a:ext uri="{FF2B5EF4-FFF2-40B4-BE49-F238E27FC236}">
                <a16:creationId xmlns:a16="http://schemas.microsoft.com/office/drawing/2014/main" id="{AE4B524B-159B-4639-80B1-B1298E934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3" name="Rectangle 268">
            <a:extLst>
              <a:ext uri="{FF2B5EF4-FFF2-40B4-BE49-F238E27FC236}">
                <a16:creationId xmlns:a16="http://schemas.microsoft.com/office/drawing/2014/main" id="{F44A1C49-7120-46FC-ADFE-3126D15DC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4" name="Rectangle 269">
            <a:extLst>
              <a:ext uri="{FF2B5EF4-FFF2-40B4-BE49-F238E27FC236}">
                <a16:creationId xmlns:a16="http://schemas.microsoft.com/office/drawing/2014/main" id="{E81048C2-AD36-49EE-9F83-DE219A886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5" name="Rectangle 270">
            <a:extLst>
              <a:ext uri="{FF2B5EF4-FFF2-40B4-BE49-F238E27FC236}">
                <a16:creationId xmlns:a16="http://schemas.microsoft.com/office/drawing/2014/main" id="{1C51B872-4D89-44AD-BEC3-889DD8594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6" name="Rectangle 271">
            <a:extLst>
              <a:ext uri="{FF2B5EF4-FFF2-40B4-BE49-F238E27FC236}">
                <a16:creationId xmlns:a16="http://schemas.microsoft.com/office/drawing/2014/main" id="{9DA5806A-0222-4504-B311-47FFFE9AE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7" name="Rectangle 272">
            <a:extLst>
              <a:ext uri="{FF2B5EF4-FFF2-40B4-BE49-F238E27FC236}">
                <a16:creationId xmlns:a16="http://schemas.microsoft.com/office/drawing/2014/main" id="{6B98E2B9-61AD-4E8B-8BCB-EB7830DF0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985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8" name="Rectangle 273">
            <a:extLst>
              <a:ext uri="{FF2B5EF4-FFF2-40B4-BE49-F238E27FC236}">
                <a16:creationId xmlns:a16="http://schemas.microsoft.com/office/drawing/2014/main" id="{4B0DA759-2C7B-4700-8A97-72281E91C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985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9" name="Rectangle 274">
            <a:extLst>
              <a:ext uri="{FF2B5EF4-FFF2-40B4-BE49-F238E27FC236}">
                <a16:creationId xmlns:a16="http://schemas.microsoft.com/office/drawing/2014/main" id="{908809DC-2628-4896-B87F-004226030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8985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0" name="Rectangle 276">
            <a:extLst>
              <a:ext uri="{FF2B5EF4-FFF2-40B4-BE49-F238E27FC236}">
                <a16:creationId xmlns:a16="http://schemas.microsoft.com/office/drawing/2014/main" id="{623F1777-4E55-4093-B250-548D46D62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1" name="Rectangle 277">
            <a:extLst>
              <a:ext uri="{FF2B5EF4-FFF2-40B4-BE49-F238E27FC236}">
                <a16:creationId xmlns:a16="http://schemas.microsoft.com/office/drawing/2014/main" id="{2515C3B5-603D-401D-A531-447BA1E7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2" name="Rectangle 278">
            <a:extLst>
              <a:ext uri="{FF2B5EF4-FFF2-40B4-BE49-F238E27FC236}">
                <a16:creationId xmlns:a16="http://schemas.microsoft.com/office/drawing/2014/main" id="{DE5E7D55-A437-437C-A5CD-CE16F8BDC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3" name="Rectangle 279">
            <a:extLst>
              <a:ext uri="{FF2B5EF4-FFF2-40B4-BE49-F238E27FC236}">
                <a16:creationId xmlns:a16="http://schemas.microsoft.com/office/drawing/2014/main" id="{6867695A-35E0-4E03-955E-5542EBF02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4" name="Rectangle 280">
            <a:extLst>
              <a:ext uri="{FF2B5EF4-FFF2-40B4-BE49-F238E27FC236}">
                <a16:creationId xmlns:a16="http://schemas.microsoft.com/office/drawing/2014/main" id="{4E871617-5158-41C5-BB14-EBADA1396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5" name="Rectangle 281">
            <a:extLst>
              <a:ext uri="{FF2B5EF4-FFF2-40B4-BE49-F238E27FC236}">
                <a16:creationId xmlns:a16="http://schemas.microsoft.com/office/drawing/2014/main" id="{4E2D5191-ECDB-4D1B-A3F5-436A79475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6" name="Rectangle 282">
            <a:extLst>
              <a:ext uri="{FF2B5EF4-FFF2-40B4-BE49-F238E27FC236}">
                <a16:creationId xmlns:a16="http://schemas.microsoft.com/office/drawing/2014/main" id="{71BE142B-C02B-4FD1-A332-6902B7131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7" name="Rectangle 283">
            <a:extLst>
              <a:ext uri="{FF2B5EF4-FFF2-40B4-BE49-F238E27FC236}">
                <a16:creationId xmlns:a16="http://schemas.microsoft.com/office/drawing/2014/main" id="{1C1A90F5-08ED-4AB6-9F35-63A886602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8" name="Rectangle 284">
            <a:extLst>
              <a:ext uri="{FF2B5EF4-FFF2-40B4-BE49-F238E27FC236}">
                <a16:creationId xmlns:a16="http://schemas.microsoft.com/office/drawing/2014/main" id="{163D79BB-8C1C-4D0D-AFDD-A8EEE07F4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9" name="Rectangle 285">
            <a:extLst>
              <a:ext uri="{FF2B5EF4-FFF2-40B4-BE49-F238E27FC236}">
                <a16:creationId xmlns:a16="http://schemas.microsoft.com/office/drawing/2014/main" id="{1B2DF357-EFD3-403D-A136-E53ACA518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0" name="Rectangle 286">
            <a:extLst>
              <a:ext uri="{FF2B5EF4-FFF2-40B4-BE49-F238E27FC236}">
                <a16:creationId xmlns:a16="http://schemas.microsoft.com/office/drawing/2014/main" id="{99BE0D0E-EECE-441B-9B0B-10138A8DC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1" name="Rectangle 287">
            <a:extLst>
              <a:ext uri="{FF2B5EF4-FFF2-40B4-BE49-F238E27FC236}">
                <a16:creationId xmlns:a16="http://schemas.microsoft.com/office/drawing/2014/main" id="{5F8922A9-01DD-4E8E-A435-E9368C30A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2" name="Rectangle 288">
            <a:extLst>
              <a:ext uri="{FF2B5EF4-FFF2-40B4-BE49-F238E27FC236}">
                <a16:creationId xmlns:a16="http://schemas.microsoft.com/office/drawing/2014/main" id="{BE148054-6735-4808-92F8-53F3E0FF2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3" name="Rectangle 289">
            <a:extLst>
              <a:ext uri="{FF2B5EF4-FFF2-40B4-BE49-F238E27FC236}">
                <a16:creationId xmlns:a16="http://schemas.microsoft.com/office/drawing/2014/main" id="{83EF7D19-EE81-4C8B-BB74-1EBFE79A1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4" name="Rectangle 290">
            <a:extLst>
              <a:ext uri="{FF2B5EF4-FFF2-40B4-BE49-F238E27FC236}">
                <a16:creationId xmlns:a16="http://schemas.microsoft.com/office/drawing/2014/main" id="{4F511F31-AAA8-4436-8486-592CB8944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5" name="Rectangle 291">
            <a:extLst>
              <a:ext uri="{FF2B5EF4-FFF2-40B4-BE49-F238E27FC236}">
                <a16:creationId xmlns:a16="http://schemas.microsoft.com/office/drawing/2014/main" id="{369EBF34-9826-4B91-A306-5839D20C4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6" name="Rectangle 292">
            <a:extLst>
              <a:ext uri="{FF2B5EF4-FFF2-40B4-BE49-F238E27FC236}">
                <a16:creationId xmlns:a16="http://schemas.microsoft.com/office/drawing/2014/main" id="{859A171A-D946-4682-BEB2-E7822CAF9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7" name="Rectangle 293">
            <a:extLst>
              <a:ext uri="{FF2B5EF4-FFF2-40B4-BE49-F238E27FC236}">
                <a16:creationId xmlns:a16="http://schemas.microsoft.com/office/drawing/2014/main" id="{AF93A40B-14CA-4CA7-9133-C7B48DAC4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8" name="Rectangle 294">
            <a:extLst>
              <a:ext uri="{FF2B5EF4-FFF2-40B4-BE49-F238E27FC236}">
                <a16:creationId xmlns:a16="http://schemas.microsoft.com/office/drawing/2014/main" id="{30BB7367-2D64-40A9-8FC2-6664A0872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9" name="Rectangle 295">
            <a:extLst>
              <a:ext uri="{FF2B5EF4-FFF2-40B4-BE49-F238E27FC236}">
                <a16:creationId xmlns:a16="http://schemas.microsoft.com/office/drawing/2014/main" id="{14A42AB5-CCB0-416F-85D7-152BACA42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0" name="Rectangle 296">
            <a:extLst>
              <a:ext uri="{FF2B5EF4-FFF2-40B4-BE49-F238E27FC236}">
                <a16:creationId xmlns:a16="http://schemas.microsoft.com/office/drawing/2014/main" id="{31700671-BD7D-40A1-81C9-CF9CE4C2A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1" name="Rectangle 297">
            <a:extLst>
              <a:ext uri="{FF2B5EF4-FFF2-40B4-BE49-F238E27FC236}">
                <a16:creationId xmlns:a16="http://schemas.microsoft.com/office/drawing/2014/main" id="{1C490051-C4F6-4F21-9CBD-DFB84514A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4069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2" name="Rectangle 298">
            <a:extLst>
              <a:ext uri="{FF2B5EF4-FFF2-40B4-BE49-F238E27FC236}">
                <a16:creationId xmlns:a16="http://schemas.microsoft.com/office/drawing/2014/main" id="{14B47FB0-304B-408C-AA3F-0F5BB6A5A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3" name="Rectangle 299">
            <a:extLst>
              <a:ext uri="{FF2B5EF4-FFF2-40B4-BE49-F238E27FC236}">
                <a16:creationId xmlns:a16="http://schemas.microsoft.com/office/drawing/2014/main" id="{9AE02871-B6BC-490F-A388-280843B2B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406987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4" name="Rectangle 300">
            <a:extLst>
              <a:ext uri="{FF2B5EF4-FFF2-40B4-BE49-F238E27FC236}">
                <a16:creationId xmlns:a16="http://schemas.microsoft.com/office/drawing/2014/main" id="{BCA5BD2F-9032-4907-8901-2774F8E56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5" name="Rectangle 301">
            <a:extLst>
              <a:ext uri="{FF2B5EF4-FFF2-40B4-BE49-F238E27FC236}">
                <a16:creationId xmlns:a16="http://schemas.microsoft.com/office/drawing/2014/main" id="{36189607-33CC-47D6-88FA-F4CD1D7D1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6" name="Rectangle 303">
            <a:extLst>
              <a:ext uri="{FF2B5EF4-FFF2-40B4-BE49-F238E27FC236}">
                <a16:creationId xmlns:a16="http://schemas.microsoft.com/office/drawing/2014/main" id="{7926FB0B-1EC7-42B6-A9AF-4F352A02D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7" name="Rectangle 304">
            <a:extLst>
              <a:ext uri="{FF2B5EF4-FFF2-40B4-BE49-F238E27FC236}">
                <a16:creationId xmlns:a16="http://schemas.microsoft.com/office/drawing/2014/main" id="{C6CE7582-1C15-40D6-A04B-3AB4A1117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8" name="Rectangle 305">
            <a:extLst>
              <a:ext uri="{FF2B5EF4-FFF2-40B4-BE49-F238E27FC236}">
                <a16:creationId xmlns:a16="http://schemas.microsoft.com/office/drawing/2014/main" id="{1A4C7EDE-CAE5-4A0E-A085-D115521EE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9" name="Rectangle 306">
            <a:extLst>
              <a:ext uri="{FF2B5EF4-FFF2-40B4-BE49-F238E27FC236}">
                <a16:creationId xmlns:a16="http://schemas.microsoft.com/office/drawing/2014/main" id="{A45537C6-B529-4B21-AD2D-EF53D7A3A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0" name="Rectangle 307">
            <a:extLst>
              <a:ext uri="{FF2B5EF4-FFF2-40B4-BE49-F238E27FC236}">
                <a16:creationId xmlns:a16="http://schemas.microsoft.com/office/drawing/2014/main" id="{BD7156AF-407F-4067-A722-2F7D5A6CB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1" name="Rectangle 308">
            <a:extLst>
              <a:ext uri="{FF2B5EF4-FFF2-40B4-BE49-F238E27FC236}">
                <a16:creationId xmlns:a16="http://schemas.microsoft.com/office/drawing/2014/main" id="{DB5E4949-C1A1-462A-A907-81360D68C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2" name="Rectangle 309">
            <a:extLst>
              <a:ext uri="{FF2B5EF4-FFF2-40B4-BE49-F238E27FC236}">
                <a16:creationId xmlns:a16="http://schemas.microsoft.com/office/drawing/2014/main" id="{FAD5200A-AC76-4A0D-9277-A1C8E4D69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3" name="Rectangle 310">
            <a:extLst>
              <a:ext uri="{FF2B5EF4-FFF2-40B4-BE49-F238E27FC236}">
                <a16:creationId xmlns:a16="http://schemas.microsoft.com/office/drawing/2014/main" id="{B10E8F52-7FCD-4B17-964A-1A97E2CB0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4" name="Rectangle 311">
            <a:extLst>
              <a:ext uri="{FF2B5EF4-FFF2-40B4-BE49-F238E27FC236}">
                <a16:creationId xmlns:a16="http://schemas.microsoft.com/office/drawing/2014/main" id="{199F53BC-5327-4C34-A560-B7D93F5F9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5" name="Rectangle 312">
            <a:extLst>
              <a:ext uri="{FF2B5EF4-FFF2-40B4-BE49-F238E27FC236}">
                <a16:creationId xmlns:a16="http://schemas.microsoft.com/office/drawing/2014/main" id="{2FC7F96E-2AA5-4430-8933-303E0E254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6" name="Rectangle 313">
            <a:extLst>
              <a:ext uri="{FF2B5EF4-FFF2-40B4-BE49-F238E27FC236}">
                <a16:creationId xmlns:a16="http://schemas.microsoft.com/office/drawing/2014/main" id="{6F48430D-4266-4379-B0B9-939C11A82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7" name="Rectangle 314">
            <a:extLst>
              <a:ext uri="{FF2B5EF4-FFF2-40B4-BE49-F238E27FC236}">
                <a16:creationId xmlns:a16="http://schemas.microsoft.com/office/drawing/2014/main" id="{E96290E6-15F2-4B8D-BD72-D47344F70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8" name="Rectangle 315">
            <a:extLst>
              <a:ext uri="{FF2B5EF4-FFF2-40B4-BE49-F238E27FC236}">
                <a16:creationId xmlns:a16="http://schemas.microsoft.com/office/drawing/2014/main" id="{FBC8EBAB-9D6C-48D6-BE00-C2F53C03F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9" name="Rectangle 316">
            <a:extLst>
              <a:ext uri="{FF2B5EF4-FFF2-40B4-BE49-F238E27FC236}">
                <a16:creationId xmlns:a16="http://schemas.microsoft.com/office/drawing/2014/main" id="{2E89C0F2-BC8E-4CA4-A11F-96B5B0E77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0" name="Rectangle 317">
            <a:extLst>
              <a:ext uri="{FF2B5EF4-FFF2-40B4-BE49-F238E27FC236}">
                <a16:creationId xmlns:a16="http://schemas.microsoft.com/office/drawing/2014/main" id="{ABB2F2E5-0B78-4924-8C02-91133456E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1" name="Rectangle 318">
            <a:extLst>
              <a:ext uri="{FF2B5EF4-FFF2-40B4-BE49-F238E27FC236}">
                <a16:creationId xmlns:a16="http://schemas.microsoft.com/office/drawing/2014/main" id="{8A77E39A-3439-42E5-864E-07050A9B9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2" name="Rectangle 319">
            <a:extLst>
              <a:ext uri="{FF2B5EF4-FFF2-40B4-BE49-F238E27FC236}">
                <a16:creationId xmlns:a16="http://schemas.microsoft.com/office/drawing/2014/main" id="{25EAA1C5-3174-4F4B-BFF3-90C5CCB90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3" name="Rectangle 320">
            <a:extLst>
              <a:ext uri="{FF2B5EF4-FFF2-40B4-BE49-F238E27FC236}">
                <a16:creationId xmlns:a16="http://schemas.microsoft.com/office/drawing/2014/main" id="{1F2DB9F1-C65F-4052-A053-3F8F3AF0F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4" name="Rectangle 321">
            <a:extLst>
              <a:ext uri="{FF2B5EF4-FFF2-40B4-BE49-F238E27FC236}">
                <a16:creationId xmlns:a16="http://schemas.microsoft.com/office/drawing/2014/main" id="{AFFB727D-B40C-4F86-915F-7329F0283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5" name="Rectangle 322">
            <a:extLst>
              <a:ext uri="{FF2B5EF4-FFF2-40B4-BE49-F238E27FC236}">
                <a16:creationId xmlns:a16="http://schemas.microsoft.com/office/drawing/2014/main" id="{584872F2-AD23-451B-B00B-D48843FDC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6" name="Rectangle 323">
            <a:extLst>
              <a:ext uri="{FF2B5EF4-FFF2-40B4-BE49-F238E27FC236}">
                <a16:creationId xmlns:a16="http://schemas.microsoft.com/office/drawing/2014/main" id="{59E7ABF1-EA01-439C-89DC-4066F7684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7" name="Rectangle 324">
            <a:extLst>
              <a:ext uri="{FF2B5EF4-FFF2-40B4-BE49-F238E27FC236}">
                <a16:creationId xmlns:a16="http://schemas.microsoft.com/office/drawing/2014/main" id="{F5673CC4-BA29-4135-9BA9-AED7EAA77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8" name="Rectangle 325">
            <a:extLst>
              <a:ext uri="{FF2B5EF4-FFF2-40B4-BE49-F238E27FC236}">
                <a16:creationId xmlns:a16="http://schemas.microsoft.com/office/drawing/2014/main" id="{06B3D335-F1DF-4E26-A5A1-31E9CD919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9" name="Rectangle 326">
            <a:extLst>
              <a:ext uri="{FF2B5EF4-FFF2-40B4-BE49-F238E27FC236}">
                <a16:creationId xmlns:a16="http://schemas.microsoft.com/office/drawing/2014/main" id="{834239CB-0B66-488B-B963-CD4BC4A66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0" name="Rectangle 327">
            <a:extLst>
              <a:ext uri="{FF2B5EF4-FFF2-40B4-BE49-F238E27FC236}">
                <a16:creationId xmlns:a16="http://schemas.microsoft.com/office/drawing/2014/main" id="{5DF8D3AD-C701-45DA-A09C-0B72B8B4D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1" name="Rectangle 328">
            <a:extLst>
              <a:ext uri="{FF2B5EF4-FFF2-40B4-BE49-F238E27FC236}">
                <a16:creationId xmlns:a16="http://schemas.microsoft.com/office/drawing/2014/main" id="{4A5BD061-AFE7-47F7-A037-4635A1719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915379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2" name="Rectangle 303">
            <a:extLst>
              <a:ext uri="{FF2B5EF4-FFF2-40B4-BE49-F238E27FC236}">
                <a16:creationId xmlns:a16="http://schemas.microsoft.com/office/drawing/2014/main" id="{72E47367-DB80-4AEF-B453-F2874E290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3" name="Rectangle 304">
            <a:extLst>
              <a:ext uri="{FF2B5EF4-FFF2-40B4-BE49-F238E27FC236}">
                <a16:creationId xmlns:a16="http://schemas.microsoft.com/office/drawing/2014/main" id="{A5D11ACD-18C7-4BD8-97B9-7564D82EE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4" name="Rectangle 305">
            <a:extLst>
              <a:ext uri="{FF2B5EF4-FFF2-40B4-BE49-F238E27FC236}">
                <a16:creationId xmlns:a16="http://schemas.microsoft.com/office/drawing/2014/main" id="{7304767C-0411-429C-B5FC-DE14E770D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5" name="Rectangle 306">
            <a:extLst>
              <a:ext uri="{FF2B5EF4-FFF2-40B4-BE49-F238E27FC236}">
                <a16:creationId xmlns:a16="http://schemas.microsoft.com/office/drawing/2014/main" id="{D74BCE79-1C15-40ED-A6B2-30D89DC13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6" name="Rectangle 307">
            <a:extLst>
              <a:ext uri="{FF2B5EF4-FFF2-40B4-BE49-F238E27FC236}">
                <a16:creationId xmlns:a16="http://schemas.microsoft.com/office/drawing/2014/main" id="{4966B602-0BC1-433A-A6DC-60644E5D1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7" name="Rectangle 308">
            <a:extLst>
              <a:ext uri="{FF2B5EF4-FFF2-40B4-BE49-F238E27FC236}">
                <a16:creationId xmlns:a16="http://schemas.microsoft.com/office/drawing/2014/main" id="{5FA73E87-F9E1-4922-AB56-257040A0C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8" name="Rectangle 309">
            <a:extLst>
              <a:ext uri="{FF2B5EF4-FFF2-40B4-BE49-F238E27FC236}">
                <a16:creationId xmlns:a16="http://schemas.microsoft.com/office/drawing/2014/main" id="{3523D0D6-BF5C-4992-89BC-D80F4B65D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9" name="Rectangle 310">
            <a:extLst>
              <a:ext uri="{FF2B5EF4-FFF2-40B4-BE49-F238E27FC236}">
                <a16:creationId xmlns:a16="http://schemas.microsoft.com/office/drawing/2014/main" id="{5D76C7BC-28B0-4D32-B952-79C61B962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0" name="Rectangle 311">
            <a:extLst>
              <a:ext uri="{FF2B5EF4-FFF2-40B4-BE49-F238E27FC236}">
                <a16:creationId xmlns:a16="http://schemas.microsoft.com/office/drawing/2014/main" id="{02B04400-D266-4DBE-913D-B08E3CF68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1" name="Rectangle 312">
            <a:extLst>
              <a:ext uri="{FF2B5EF4-FFF2-40B4-BE49-F238E27FC236}">
                <a16:creationId xmlns:a16="http://schemas.microsoft.com/office/drawing/2014/main" id="{7B93B4CC-C4D7-437E-A267-7391A7627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2" name="Rectangle 313">
            <a:extLst>
              <a:ext uri="{FF2B5EF4-FFF2-40B4-BE49-F238E27FC236}">
                <a16:creationId xmlns:a16="http://schemas.microsoft.com/office/drawing/2014/main" id="{4B2581D9-C04D-4A48-A51B-2934BA88C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3" name="Rectangle 314">
            <a:extLst>
              <a:ext uri="{FF2B5EF4-FFF2-40B4-BE49-F238E27FC236}">
                <a16:creationId xmlns:a16="http://schemas.microsoft.com/office/drawing/2014/main" id="{6F9A094D-9E36-418E-BD81-0BED0CA37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4" name="Rectangle 315">
            <a:extLst>
              <a:ext uri="{FF2B5EF4-FFF2-40B4-BE49-F238E27FC236}">
                <a16:creationId xmlns:a16="http://schemas.microsoft.com/office/drawing/2014/main" id="{99CE1A4E-E309-4173-B637-E7FA8780A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5" name="Rectangle 316">
            <a:extLst>
              <a:ext uri="{FF2B5EF4-FFF2-40B4-BE49-F238E27FC236}">
                <a16:creationId xmlns:a16="http://schemas.microsoft.com/office/drawing/2014/main" id="{35908A89-8ABE-4EA6-AB07-7C6C07508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6" name="Rectangle 317">
            <a:extLst>
              <a:ext uri="{FF2B5EF4-FFF2-40B4-BE49-F238E27FC236}">
                <a16:creationId xmlns:a16="http://schemas.microsoft.com/office/drawing/2014/main" id="{52D7FC56-1108-4D22-9631-D0A08F954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7" name="Rectangle 318">
            <a:extLst>
              <a:ext uri="{FF2B5EF4-FFF2-40B4-BE49-F238E27FC236}">
                <a16:creationId xmlns:a16="http://schemas.microsoft.com/office/drawing/2014/main" id="{E6B3457F-C39E-40F4-B8B4-741981759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8" name="Rectangle 319">
            <a:extLst>
              <a:ext uri="{FF2B5EF4-FFF2-40B4-BE49-F238E27FC236}">
                <a16:creationId xmlns:a16="http://schemas.microsoft.com/office/drawing/2014/main" id="{08E774A7-E1DE-46A1-A6F9-D13721437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9" name="Rectangle 320">
            <a:extLst>
              <a:ext uri="{FF2B5EF4-FFF2-40B4-BE49-F238E27FC236}">
                <a16:creationId xmlns:a16="http://schemas.microsoft.com/office/drawing/2014/main" id="{7B8BB479-CE5F-4C3D-9C65-414F6B72D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0" name="Rectangle 321">
            <a:extLst>
              <a:ext uri="{FF2B5EF4-FFF2-40B4-BE49-F238E27FC236}">
                <a16:creationId xmlns:a16="http://schemas.microsoft.com/office/drawing/2014/main" id="{2E97BD59-5139-4C10-8550-C855D2D1F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1" name="Rectangle 322">
            <a:extLst>
              <a:ext uri="{FF2B5EF4-FFF2-40B4-BE49-F238E27FC236}">
                <a16:creationId xmlns:a16="http://schemas.microsoft.com/office/drawing/2014/main" id="{3AA2DF57-9830-4A49-9748-4ADE27F46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2" name="Rectangle 323">
            <a:extLst>
              <a:ext uri="{FF2B5EF4-FFF2-40B4-BE49-F238E27FC236}">
                <a16:creationId xmlns:a16="http://schemas.microsoft.com/office/drawing/2014/main" id="{01A36D7F-15E1-44B8-9B0F-4F2DAABB6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6422607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3" name="Rectangle 324">
            <a:extLst>
              <a:ext uri="{FF2B5EF4-FFF2-40B4-BE49-F238E27FC236}">
                <a16:creationId xmlns:a16="http://schemas.microsoft.com/office/drawing/2014/main" id="{716C32D4-81F1-4B63-9A1A-241362493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4" name="Rectangle 325">
            <a:extLst>
              <a:ext uri="{FF2B5EF4-FFF2-40B4-BE49-F238E27FC236}">
                <a16:creationId xmlns:a16="http://schemas.microsoft.com/office/drawing/2014/main" id="{6341F2A0-638B-4AEC-A1C2-759E1F2E1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5" name="Rectangle 326">
            <a:extLst>
              <a:ext uri="{FF2B5EF4-FFF2-40B4-BE49-F238E27FC236}">
                <a16:creationId xmlns:a16="http://schemas.microsoft.com/office/drawing/2014/main" id="{AC3BBC0F-0B8D-458F-94A7-D77F591B6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6422607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6" name="Rectangle 327">
            <a:extLst>
              <a:ext uri="{FF2B5EF4-FFF2-40B4-BE49-F238E27FC236}">
                <a16:creationId xmlns:a16="http://schemas.microsoft.com/office/drawing/2014/main" id="{2BCB09AE-15F7-4D67-9547-C60DDCB0C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7" name="Rectangle 328">
            <a:extLst>
              <a:ext uri="{FF2B5EF4-FFF2-40B4-BE49-F238E27FC236}">
                <a16:creationId xmlns:a16="http://schemas.microsoft.com/office/drawing/2014/main" id="{19811182-AAD5-444A-AEBF-DA4474795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8" name="Rectangle 91">
            <a:extLst>
              <a:ext uri="{FF2B5EF4-FFF2-40B4-BE49-F238E27FC236}">
                <a16:creationId xmlns:a16="http://schemas.microsoft.com/office/drawing/2014/main" id="{F5F1C36C-3F5F-453A-8021-577AF8102B7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18627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9" name="Rectangle 92">
            <a:extLst>
              <a:ext uri="{FF2B5EF4-FFF2-40B4-BE49-F238E27FC236}">
                <a16:creationId xmlns:a16="http://schemas.microsoft.com/office/drawing/2014/main" id="{B68E0835-F6A9-4C24-80BC-2C4982644A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18627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0" name="Rectangle 118">
            <a:extLst>
              <a:ext uri="{FF2B5EF4-FFF2-40B4-BE49-F238E27FC236}">
                <a16:creationId xmlns:a16="http://schemas.microsoft.com/office/drawing/2014/main" id="{C7E8024E-9FFB-4AFF-946C-F325043577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3711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1" name="Rectangle 119">
            <a:extLst>
              <a:ext uri="{FF2B5EF4-FFF2-40B4-BE49-F238E27FC236}">
                <a16:creationId xmlns:a16="http://schemas.microsoft.com/office/drawing/2014/main" id="{542FA810-66E0-4E5C-A29B-2F35550C8B0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3711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2" name="Rectangle 145">
            <a:extLst>
              <a:ext uri="{FF2B5EF4-FFF2-40B4-BE49-F238E27FC236}">
                <a16:creationId xmlns:a16="http://schemas.microsoft.com/office/drawing/2014/main" id="{E3ADD3A0-60F3-4CCF-A787-C83FEFD745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8783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3" name="Rectangle 146">
            <a:extLst>
              <a:ext uri="{FF2B5EF4-FFF2-40B4-BE49-F238E27FC236}">
                <a16:creationId xmlns:a16="http://schemas.microsoft.com/office/drawing/2014/main" id="{03B5D2C0-D46F-4CA6-BB0C-7E966C3AB9D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8783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4" name="Rectangle 172">
            <a:extLst>
              <a:ext uri="{FF2B5EF4-FFF2-40B4-BE49-F238E27FC236}">
                <a16:creationId xmlns:a16="http://schemas.microsoft.com/office/drawing/2014/main" id="{A5A79340-EBE4-4E04-AF35-EAB781F1CA7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38679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5" name="Rectangle 173">
            <a:extLst>
              <a:ext uri="{FF2B5EF4-FFF2-40B4-BE49-F238E27FC236}">
                <a16:creationId xmlns:a16="http://schemas.microsoft.com/office/drawing/2014/main" id="{A3D2A4FF-3DD1-4D92-A192-6C0C4D36720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38679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6" name="Rectangle 199">
            <a:extLst>
              <a:ext uri="{FF2B5EF4-FFF2-40B4-BE49-F238E27FC236}">
                <a16:creationId xmlns:a16="http://schemas.microsoft.com/office/drawing/2014/main" id="{F8123DF8-9385-4180-994E-0FB3C83AB0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8951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7" name="Rectangle 200">
            <a:extLst>
              <a:ext uri="{FF2B5EF4-FFF2-40B4-BE49-F238E27FC236}">
                <a16:creationId xmlns:a16="http://schemas.microsoft.com/office/drawing/2014/main" id="{35B83622-CCF4-4468-AC64-CB149002826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8951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8" name="Rectangle 227">
            <a:extLst>
              <a:ext uri="{FF2B5EF4-FFF2-40B4-BE49-F238E27FC236}">
                <a16:creationId xmlns:a16="http://schemas.microsoft.com/office/drawing/2014/main" id="{BFBE24A8-7F94-482E-85C3-410179531E6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4035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9" name="Rectangle 228">
            <a:extLst>
              <a:ext uri="{FF2B5EF4-FFF2-40B4-BE49-F238E27FC236}">
                <a16:creationId xmlns:a16="http://schemas.microsoft.com/office/drawing/2014/main" id="{7BB41F2F-EDE1-4BB3-B582-2B31560A4B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4035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0" name="Rectangle 254">
            <a:extLst>
              <a:ext uri="{FF2B5EF4-FFF2-40B4-BE49-F238E27FC236}">
                <a16:creationId xmlns:a16="http://schemas.microsoft.com/office/drawing/2014/main" id="{B7B10579-D69C-4FCC-AF11-0E5789DC7B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9107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1" name="Rectangle 255">
            <a:extLst>
              <a:ext uri="{FF2B5EF4-FFF2-40B4-BE49-F238E27FC236}">
                <a16:creationId xmlns:a16="http://schemas.microsoft.com/office/drawing/2014/main" id="{A4A3592F-5BAF-4960-8617-39A5A4418C4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9107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2" name="Rectangle 91">
            <a:extLst>
              <a:ext uri="{FF2B5EF4-FFF2-40B4-BE49-F238E27FC236}">
                <a16:creationId xmlns:a16="http://schemas.microsoft.com/office/drawing/2014/main" id="{D185731F-D098-4E64-B7BB-077680516CB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18548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3" name="Rectangle 92">
            <a:extLst>
              <a:ext uri="{FF2B5EF4-FFF2-40B4-BE49-F238E27FC236}">
                <a16:creationId xmlns:a16="http://schemas.microsoft.com/office/drawing/2014/main" id="{C9CCA8BE-3357-4F70-B832-4B61283439F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18548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4" name="Rectangle 118">
            <a:extLst>
              <a:ext uri="{FF2B5EF4-FFF2-40B4-BE49-F238E27FC236}">
                <a16:creationId xmlns:a16="http://schemas.microsoft.com/office/drawing/2014/main" id="{E455E6B1-820F-4874-9998-3F33FDF676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3632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5" name="Rectangle 119">
            <a:extLst>
              <a:ext uri="{FF2B5EF4-FFF2-40B4-BE49-F238E27FC236}">
                <a16:creationId xmlns:a16="http://schemas.microsoft.com/office/drawing/2014/main" id="{A5878F30-11F9-4620-BB7C-A20308D54D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3632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6" name="Rectangle 145">
            <a:extLst>
              <a:ext uri="{FF2B5EF4-FFF2-40B4-BE49-F238E27FC236}">
                <a16:creationId xmlns:a16="http://schemas.microsoft.com/office/drawing/2014/main" id="{282B328E-96DE-404A-8A33-DD08463AA16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8704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7" name="Rectangle 146">
            <a:extLst>
              <a:ext uri="{FF2B5EF4-FFF2-40B4-BE49-F238E27FC236}">
                <a16:creationId xmlns:a16="http://schemas.microsoft.com/office/drawing/2014/main" id="{6B4AC90D-580B-4B11-8435-170433BF37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8704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8" name="Rectangle 172">
            <a:extLst>
              <a:ext uri="{FF2B5EF4-FFF2-40B4-BE49-F238E27FC236}">
                <a16:creationId xmlns:a16="http://schemas.microsoft.com/office/drawing/2014/main" id="{9FF1A1F4-2E5F-4786-B499-D60DC75B214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37886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9" name="Rectangle 173">
            <a:extLst>
              <a:ext uri="{FF2B5EF4-FFF2-40B4-BE49-F238E27FC236}">
                <a16:creationId xmlns:a16="http://schemas.microsoft.com/office/drawing/2014/main" id="{0F1C8560-0B43-4D98-ADB6-195504D71D3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37886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0" name="Rectangle 199">
            <a:extLst>
              <a:ext uri="{FF2B5EF4-FFF2-40B4-BE49-F238E27FC236}">
                <a16:creationId xmlns:a16="http://schemas.microsoft.com/office/drawing/2014/main" id="{A4D091FA-192E-4111-9D0A-1154813D1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8872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1" name="Rectangle 200">
            <a:extLst>
              <a:ext uri="{FF2B5EF4-FFF2-40B4-BE49-F238E27FC236}">
                <a16:creationId xmlns:a16="http://schemas.microsoft.com/office/drawing/2014/main" id="{2456DB9E-FD91-4F1E-8D75-71C5A435799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8872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2" name="Rectangle 227">
            <a:extLst>
              <a:ext uri="{FF2B5EF4-FFF2-40B4-BE49-F238E27FC236}">
                <a16:creationId xmlns:a16="http://schemas.microsoft.com/office/drawing/2014/main" id="{82ADDEB8-4944-41EC-9927-6FCED6B44E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3956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3" name="Rectangle 228">
            <a:extLst>
              <a:ext uri="{FF2B5EF4-FFF2-40B4-BE49-F238E27FC236}">
                <a16:creationId xmlns:a16="http://schemas.microsoft.com/office/drawing/2014/main" id="{3E7F6ABB-32D8-4D9F-8019-5A6F217042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3956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4" name="Rectangle 254">
            <a:extLst>
              <a:ext uri="{FF2B5EF4-FFF2-40B4-BE49-F238E27FC236}">
                <a16:creationId xmlns:a16="http://schemas.microsoft.com/office/drawing/2014/main" id="{FF3C13CA-9CE5-4787-9D9F-6F33F6D7219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9028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5" name="Rectangle 255">
            <a:extLst>
              <a:ext uri="{FF2B5EF4-FFF2-40B4-BE49-F238E27FC236}">
                <a16:creationId xmlns:a16="http://schemas.microsoft.com/office/drawing/2014/main" id="{F45F3084-D5DF-4E2A-9FD2-8FADA756F90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9028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6" name="Rectangle 91">
            <a:extLst>
              <a:ext uri="{FF2B5EF4-FFF2-40B4-BE49-F238E27FC236}">
                <a16:creationId xmlns:a16="http://schemas.microsoft.com/office/drawing/2014/main" id="{C8C188D8-825C-491C-B927-12A86B68F9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18304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7" name="Rectangle 92">
            <a:extLst>
              <a:ext uri="{FF2B5EF4-FFF2-40B4-BE49-F238E27FC236}">
                <a16:creationId xmlns:a16="http://schemas.microsoft.com/office/drawing/2014/main" id="{F1A1CAD1-7E2F-491A-A2F7-752577008BA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18304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8" name="Rectangle 118">
            <a:extLst>
              <a:ext uri="{FF2B5EF4-FFF2-40B4-BE49-F238E27FC236}">
                <a16:creationId xmlns:a16="http://schemas.microsoft.com/office/drawing/2014/main" id="{C9F7170B-09CB-4F23-B86C-E3C5A5A9526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3388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9" name="Rectangle 119">
            <a:extLst>
              <a:ext uri="{FF2B5EF4-FFF2-40B4-BE49-F238E27FC236}">
                <a16:creationId xmlns:a16="http://schemas.microsoft.com/office/drawing/2014/main" id="{91FF46E2-A356-45DF-9FE0-6D68E8BBB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3388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0" name="Rectangle 145">
            <a:extLst>
              <a:ext uri="{FF2B5EF4-FFF2-40B4-BE49-F238E27FC236}">
                <a16:creationId xmlns:a16="http://schemas.microsoft.com/office/drawing/2014/main" id="{233DF4C6-7DB2-4DEC-965E-4E0FD1AE2F7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8460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1" name="Rectangle 146">
            <a:extLst>
              <a:ext uri="{FF2B5EF4-FFF2-40B4-BE49-F238E27FC236}">
                <a16:creationId xmlns:a16="http://schemas.microsoft.com/office/drawing/2014/main" id="{BA0EBE02-0FF5-4E5F-B07E-C74F70CB3BB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8460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2" name="Rectangle 172">
            <a:extLst>
              <a:ext uri="{FF2B5EF4-FFF2-40B4-BE49-F238E27FC236}">
                <a16:creationId xmlns:a16="http://schemas.microsoft.com/office/drawing/2014/main" id="{C1FFCEB5-7D01-4DF1-AE5C-13AA614FBB2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35444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3" name="Rectangle 173">
            <a:extLst>
              <a:ext uri="{FF2B5EF4-FFF2-40B4-BE49-F238E27FC236}">
                <a16:creationId xmlns:a16="http://schemas.microsoft.com/office/drawing/2014/main" id="{4E743A8D-CDF1-43FE-9A64-273018A788F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35444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4" name="Rectangle 199">
            <a:extLst>
              <a:ext uri="{FF2B5EF4-FFF2-40B4-BE49-F238E27FC236}">
                <a16:creationId xmlns:a16="http://schemas.microsoft.com/office/drawing/2014/main" id="{5816494B-7CF7-4661-9520-ECF2157C30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8628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5" name="Rectangle 200">
            <a:extLst>
              <a:ext uri="{FF2B5EF4-FFF2-40B4-BE49-F238E27FC236}">
                <a16:creationId xmlns:a16="http://schemas.microsoft.com/office/drawing/2014/main" id="{D5F4C1D4-E8FC-483F-82E0-C314B4887C0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8628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6" name="Rectangle 227">
            <a:extLst>
              <a:ext uri="{FF2B5EF4-FFF2-40B4-BE49-F238E27FC236}">
                <a16:creationId xmlns:a16="http://schemas.microsoft.com/office/drawing/2014/main" id="{1DE23893-72CE-44E4-9514-E4A35927AD0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3712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7" name="Rectangle 228">
            <a:extLst>
              <a:ext uri="{FF2B5EF4-FFF2-40B4-BE49-F238E27FC236}">
                <a16:creationId xmlns:a16="http://schemas.microsoft.com/office/drawing/2014/main" id="{FDAE80AB-A18F-4777-8A7E-3AF3817C005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3712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8" name="Rectangle 254">
            <a:extLst>
              <a:ext uri="{FF2B5EF4-FFF2-40B4-BE49-F238E27FC236}">
                <a16:creationId xmlns:a16="http://schemas.microsoft.com/office/drawing/2014/main" id="{057CEA97-FB2D-4753-85A3-0C33E822D3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8784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9" name="Rectangle 255">
            <a:extLst>
              <a:ext uri="{FF2B5EF4-FFF2-40B4-BE49-F238E27FC236}">
                <a16:creationId xmlns:a16="http://schemas.microsoft.com/office/drawing/2014/main" id="{79420A4A-5528-4EC0-987F-DF7C0EEB41F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8784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0" name="Rectangle 91">
            <a:extLst>
              <a:ext uri="{FF2B5EF4-FFF2-40B4-BE49-F238E27FC236}">
                <a16:creationId xmlns:a16="http://schemas.microsoft.com/office/drawing/2014/main" id="{DBC80B5A-0476-410E-B60C-6450F79B3E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18429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1" name="Rectangle 92">
            <a:extLst>
              <a:ext uri="{FF2B5EF4-FFF2-40B4-BE49-F238E27FC236}">
                <a16:creationId xmlns:a16="http://schemas.microsoft.com/office/drawing/2014/main" id="{65FABB81-DBF4-42B4-8D90-A98EC802144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18429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2" name="Rectangle 118">
            <a:extLst>
              <a:ext uri="{FF2B5EF4-FFF2-40B4-BE49-F238E27FC236}">
                <a16:creationId xmlns:a16="http://schemas.microsoft.com/office/drawing/2014/main" id="{A6202184-9808-4043-9640-D0544AB5D40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3513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3" name="Rectangle 119">
            <a:extLst>
              <a:ext uri="{FF2B5EF4-FFF2-40B4-BE49-F238E27FC236}">
                <a16:creationId xmlns:a16="http://schemas.microsoft.com/office/drawing/2014/main" id="{FEED1DE3-7FCB-412B-AD9F-396C8AFC0B4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3513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4" name="Rectangle 145">
            <a:extLst>
              <a:ext uri="{FF2B5EF4-FFF2-40B4-BE49-F238E27FC236}">
                <a16:creationId xmlns:a16="http://schemas.microsoft.com/office/drawing/2014/main" id="{E3D106F5-B3BA-48C7-BB89-5F7A7B3FD3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8585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5" name="Rectangle 146">
            <a:extLst>
              <a:ext uri="{FF2B5EF4-FFF2-40B4-BE49-F238E27FC236}">
                <a16:creationId xmlns:a16="http://schemas.microsoft.com/office/drawing/2014/main" id="{98A5D359-1B62-4D55-856B-6A4D9015C63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8585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6" name="Rectangle 172">
            <a:extLst>
              <a:ext uri="{FF2B5EF4-FFF2-40B4-BE49-F238E27FC236}">
                <a16:creationId xmlns:a16="http://schemas.microsoft.com/office/drawing/2014/main" id="{8AEB6855-7DCA-4BAB-B081-5EAFB10145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366974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7" name="Rectangle 173">
            <a:extLst>
              <a:ext uri="{FF2B5EF4-FFF2-40B4-BE49-F238E27FC236}">
                <a16:creationId xmlns:a16="http://schemas.microsoft.com/office/drawing/2014/main" id="{18A0DCB0-4E9E-42D7-ABF1-2CB0A069240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366974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8" name="Rectangle 199">
            <a:extLst>
              <a:ext uri="{FF2B5EF4-FFF2-40B4-BE49-F238E27FC236}">
                <a16:creationId xmlns:a16="http://schemas.microsoft.com/office/drawing/2014/main" id="{C94A534B-EDB6-41CC-BFD6-C8E5C64E30C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8753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9" name="Rectangle 200">
            <a:extLst>
              <a:ext uri="{FF2B5EF4-FFF2-40B4-BE49-F238E27FC236}">
                <a16:creationId xmlns:a16="http://schemas.microsoft.com/office/drawing/2014/main" id="{D3305D9B-7E5D-4A06-B20C-705E7AADA0E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8753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0" name="Rectangle 227">
            <a:extLst>
              <a:ext uri="{FF2B5EF4-FFF2-40B4-BE49-F238E27FC236}">
                <a16:creationId xmlns:a16="http://schemas.microsoft.com/office/drawing/2014/main" id="{10DC9989-B0C3-40E8-9A23-4DD46B61F1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3837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1" name="Rectangle 228">
            <a:extLst>
              <a:ext uri="{FF2B5EF4-FFF2-40B4-BE49-F238E27FC236}">
                <a16:creationId xmlns:a16="http://schemas.microsoft.com/office/drawing/2014/main" id="{802DD19F-ACAF-462C-9EF0-03BED7E8C2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3837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2" name="Rectangle 254">
            <a:extLst>
              <a:ext uri="{FF2B5EF4-FFF2-40B4-BE49-F238E27FC236}">
                <a16:creationId xmlns:a16="http://schemas.microsoft.com/office/drawing/2014/main" id="{B675BA60-6E6B-4897-B172-3FEB85B0A6B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8909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3" name="Rectangle 255">
            <a:extLst>
              <a:ext uri="{FF2B5EF4-FFF2-40B4-BE49-F238E27FC236}">
                <a16:creationId xmlns:a16="http://schemas.microsoft.com/office/drawing/2014/main" id="{90EC0740-4B58-4786-864F-D6202316E3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8909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4" name="Rectangle 91">
            <a:extLst>
              <a:ext uri="{FF2B5EF4-FFF2-40B4-BE49-F238E27FC236}">
                <a16:creationId xmlns:a16="http://schemas.microsoft.com/office/drawing/2014/main" id="{6F4C6DA5-9C32-43AB-9B2B-D5F64DCD5B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5" name="Rectangle 92">
            <a:extLst>
              <a:ext uri="{FF2B5EF4-FFF2-40B4-BE49-F238E27FC236}">
                <a16:creationId xmlns:a16="http://schemas.microsoft.com/office/drawing/2014/main" id="{2E98FFFB-1367-4885-A347-2B10A92AF7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6" name="Rectangle 118">
            <a:extLst>
              <a:ext uri="{FF2B5EF4-FFF2-40B4-BE49-F238E27FC236}">
                <a16:creationId xmlns:a16="http://schemas.microsoft.com/office/drawing/2014/main" id="{B0EE3A07-2F28-4D28-AD64-4E71640B185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7" name="Rectangle 119">
            <a:extLst>
              <a:ext uri="{FF2B5EF4-FFF2-40B4-BE49-F238E27FC236}">
                <a16:creationId xmlns:a16="http://schemas.microsoft.com/office/drawing/2014/main" id="{CCE2A03B-C80B-42F1-9230-C10251D1238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8" name="Rectangle 145">
            <a:extLst>
              <a:ext uri="{FF2B5EF4-FFF2-40B4-BE49-F238E27FC236}">
                <a16:creationId xmlns:a16="http://schemas.microsoft.com/office/drawing/2014/main" id="{87375277-0EF5-4601-B688-CC287F3E6A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9" name="Rectangle 146">
            <a:extLst>
              <a:ext uri="{FF2B5EF4-FFF2-40B4-BE49-F238E27FC236}">
                <a16:creationId xmlns:a16="http://schemas.microsoft.com/office/drawing/2014/main" id="{19099545-7878-4215-9ADA-69237497B88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0" name="Rectangle 172">
            <a:extLst>
              <a:ext uri="{FF2B5EF4-FFF2-40B4-BE49-F238E27FC236}">
                <a16:creationId xmlns:a16="http://schemas.microsoft.com/office/drawing/2014/main" id="{13AB64CA-71E8-4F3D-8A8F-48ADB8EE76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1" name="Rectangle 173">
            <a:extLst>
              <a:ext uri="{FF2B5EF4-FFF2-40B4-BE49-F238E27FC236}">
                <a16:creationId xmlns:a16="http://schemas.microsoft.com/office/drawing/2014/main" id="{E6E68EB4-8B4F-4659-85F0-F33EB0681E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2" name="Rectangle 199">
            <a:extLst>
              <a:ext uri="{FF2B5EF4-FFF2-40B4-BE49-F238E27FC236}">
                <a16:creationId xmlns:a16="http://schemas.microsoft.com/office/drawing/2014/main" id="{FD5D2EFE-78D7-47A0-B41B-A6D123F3325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3" name="Rectangle 200">
            <a:extLst>
              <a:ext uri="{FF2B5EF4-FFF2-40B4-BE49-F238E27FC236}">
                <a16:creationId xmlns:a16="http://schemas.microsoft.com/office/drawing/2014/main" id="{43DD1F99-EF92-4FA7-A688-DFB8CA0428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4" name="Rectangle 227">
            <a:extLst>
              <a:ext uri="{FF2B5EF4-FFF2-40B4-BE49-F238E27FC236}">
                <a16:creationId xmlns:a16="http://schemas.microsoft.com/office/drawing/2014/main" id="{61B66908-9A89-4CAA-82BB-1B0CBBA7121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5" name="Rectangle 228">
            <a:extLst>
              <a:ext uri="{FF2B5EF4-FFF2-40B4-BE49-F238E27FC236}">
                <a16:creationId xmlns:a16="http://schemas.microsoft.com/office/drawing/2014/main" id="{A25ADF27-53D5-47C3-A679-6359C6A587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6" name="Rectangle 254">
            <a:extLst>
              <a:ext uri="{FF2B5EF4-FFF2-40B4-BE49-F238E27FC236}">
                <a16:creationId xmlns:a16="http://schemas.microsoft.com/office/drawing/2014/main" id="{3571E780-2740-4415-A8FC-0A7B700326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7" name="Rectangle 255">
            <a:extLst>
              <a:ext uri="{FF2B5EF4-FFF2-40B4-BE49-F238E27FC236}">
                <a16:creationId xmlns:a16="http://schemas.microsoft.com/office/drawing/2014/main" id="{D4DFF327-57BB-4D9E-A2B7-F0DD5B94977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5" name="Rectangle 91">
            <a:extLst>
              <a:ext uri="{FF2B5EF4-FFF2-40B4-BE49-F238E27FC236}">
                <a16:creationId xmlns:a16="http://schemas.microsoft.com/office/drawing/2014/main" id="{8A3B7425-E369-4F53-BA6F-5242DA61BF3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6" name="Rectangle 92">
            <a:extLst>
              <a:ext uri="{FF2B5EF4-FFF2-40B4-BE49-F238E27FC236}">
                <a16:creationId xmlns:a16="http://schemas.microsoft.com/office/drawing/2014/main" id="{4E6A839F-6FCF-4E31-8BD0-E16864EEE06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7" name="Rectangle 118">
            <a:extLst>
              <a:ext uri="{FF2B5EF4-FFF2-40B4-BE49-F238E27FC236}">
                <a16:creationId xmlns:a16="http://schemas.microsoft.com/office/drawing/2014/main" id="{E30405E0-3BAF-415C-962D-57EEE5D5906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8" name="Rectangle 119">
            <a:extLst>
              <a:ext uri="{FF2B5EF4-FFF2-40B4-BE49-F238E27FC236}">
                <a16:creationId xmlns:a16="http://schemas.microsoft.com/office/drawing/2014/main" id="{2F0D6E87-BA13-4616-837F-44E6418D2BE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9" name="Rectangle 145">
            <a:extLst>
              <a:ext uri="{FF2B5EF4-FFF2-40B4-BE49-F238E27FC236}">
                <a16:creationId xmlns:a16="http://schemas.microsoft.com/office/drawing/2014/main" id="{6E4DC2C7-60E2-4E39-A040-33E1148C84D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0" name="Rectangle 146">
            <a:extLst>
              <a:ext uri="{FF2B5EF4-FFF2-40B4-BE49-F238E27FC236}">
                <a16:creationId xmlns:a16="http://schemas.microsoft.com/office/drawing/2014/main" id="{966097DC-FD1B-4AB8-9270-D63BF4F1A3C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1" name="Rectangle 172">
            <a:extLst>
              <a:ext uri="{FF2B5EF4-FFF2-40B4-BE49-F238E27FC236}">
                <a16:creationId xmlns:a16="http://schemas.microsoft.com/office/drawing/2014/main" id="{F9963C2C-FE13-4B53-9E0A-33833EBFF4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2" name="Rectangle 173">
            <a:extLst>
              <a:ext uri="{FF2B5EF4-FFF2-40B4-BE49-F238E27FC236}">
                <a16:creationId xmlns:a16="http://schemas.microsoft.com/office/drawing/2014/main" id="{E25FDE01-0116-404D-AED3-856484360C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3" name="Rectangle 199">
            <a:extLst>
              <a:ext uri="{FF2B5EF4-FFF2-40B4-BE49-F238E27FC236}">
                <a16:creationId xmlns:a16="http://schemas.microsoft.com/office/drawing/2014/main" id="{6301786C-8F5C-45F8-9EBB-5C24E924F8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4" name="Rectangle 200">
            <a:extLst>
              <a:ext uri="{FF2B5EF4-FFF2-40B4-BE49-F238E27FC236}">
                <a16:creationId xmlns:a16="http://schemas.microsoft.com/office/drawing/2014/main" id="{5F732FBA-FE3A-4BD8-BBC1-9C523E6253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5" name="Rectangle 227">
            <a:extLst>
              <a:ext uri="{FF2B5EF4-FFF2-40B4-BE49-F238E27FC236}">
                <a16:creationId xmlns:a16="http://schemas.microsoft.com/office/drawing/2014/main" id="{C637BBAC-97AA-4D18-AA59-2A7536613F5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6" name="Rectangle 228">
            <a:extLst>
              <a:ext uri="{FF2B5EF4-FFF2-40B4-BE49-F238E27FC236}">
                <a16:creationId xmlns:a16="http://schemas.microsoft.com/office/drawing/2014/main" id="{6065E043-00A0-4681-9A2D-6DCA1E6EF99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7" name="Rectangle 254">
            <a:extLst>
              <a:ext uri="{FF2B5EF4-FFF2-40B4-BE49-F238E27FC236}">
                <a16:creationId xmlns:a16="http://schemas.microsoft.com/office/drawing/2014/main" id="{CE169FB0-5491-4F5D-BC9E-C9846ADDC0B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8" name="Rectangle 255">
            <a:extLst>
              <a:ext uri="{FF2B5EF4-FFF2-40B4-BE49-F238E27FC236}">
                <a16:creationId xmlns:a16="http://schemas.microsoft.com/office/drawing/2014/main" id="{2057D317-5E06-487E-8C29-ACF2FBFDAD7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285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Rectangle 5">
            <a:extLst>
              <a:ext uri="{FF2B5EF4-FFF2-40B4-BE49-F238E27FC236}">
                <a16:creationId xmlns:a16="http://schemas.microsoft.com/office/drawing/2014/main" id="{85C298FF-97F9-4147-B827-D8E5136C2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8" name="Rectangle 6">
            <a:extLst>
              <a:ext uri="{FF2B5EF4-FFF2-40B4-BE49-F238E27FC236}">
                <a16:creationId xmlns:a16="http://schemas.microsoft.com/office/drawing/2014/main" id="{9408EFDD-1492-4223-8E65-A093D2F1B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9" name="Rectangle 7">
            <a:extLst>
              <a:ext uri="{FF2B5EF4-FFF2-40B4-BE49-F238E27FC236}">
                <a16:creationId xmlns:a16="http://schemas.microsoft.com/office/drawing/2014/main" id="{F894E7F8-7101-42ED-9EE3-85F58C6EF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0" name="Rectangle 8">
            <a:extLst>
              <a:ext uri="{FF2B5EF4-FFF2-40B4-BE49-F238E27FC236}">
                <a16:creationId xmlns:a16="http://schemas.microsoft.com/office/drawing/2014/main" id="{877C8C7E-1793-4536-97A4-63A3591EF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1" name="Rectangle 9">
            <a:extLst>
              <a:ext uri="{FF2B5EF4-FFF2-40B4-BE49-F238E27FC236}">
                <a16:creationId xmlns:a16="http://schemas.microsoft.com/office/drawing/2014/main" id="{077D2BC4-41B3-4D98-84CA-A2503EF13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2" name="Rectangle 10">
            <a:extLst>
              <a:ext uri="{FF2B5EF4-FFF2-40B4-BE49-F238E27FC236}">
                <a16:creationId xmlns:a16="http://schemas.microsoft.com/office/drawing/2014/main" id="{DE4270DF-458E-4975-B86F-E605B966C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3" name="Rectangle 11">
            <a:extLst>
              <a:ext uri="{FF2B5EF4-FFF2-40B4-BE49-F238E27FC236}">
                <a16:creationId xmlns:a16="http://schemas.microsoft.com/office/drawing/2014/main" id="{5334B1DA-DE9D-46A4-B1CC-07D8B5B37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4" name="Rectangle 12">
            <a:extLst>
              <a:ext uri="{FF2B5EF4-FFF2-40B4-BE49-F238E27FC236}">
                <a16:creationId xmlns:a16="http://schemas.microsoft.com/office/drawing/2014/main" id="{1CF1EF4A-5FEC-4B62-A622-2DEE7B72C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5" name="Rectangle 13">
            <a:extLst>
              <a:ext uri="{FF2B5EF4-FFF2-40B4-BE49-F238E27FC236}">
                <a16:creationId xmlns:a16="http://schemas.microsoft.com/office/drawing/2014/main" id="{322BDF90-AD9B-4F68-8F1B-8AE6FD1E4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6" name="Rectangle 14">
            <a:extLst>
              <a:ext uri="{FF2B5EF4-FFF2-40B4-BE49-F238E27FC236}">
                <a16:creationId xmlns:a16="http://schemas.microsoft.com/office/drawing/2014/main" id="{93F9BC3E-2349-4557-A942-FF58D3497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7" name="Rectangle 15">
            <a:extLst>
              <a:ext uri="{FF2B5EF4-FFF2-40B4-BE49-F238E27FC236}">
                <a16:creationId xmlns:a16="http://schemas.microsoft.com/office/drawing/2014/main" id="{D4E479F8-DBB7-4E24-82DB-9187E1DA1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8" name="Rectangle 16">
            <a:extLst>
              <a:ext uri="{FF2B5EF4-FFF2-40B4-BE49-F238E27FC236}">
                <a16:creationId xmlns:a16="http://schemas.microsoft.com/office/drawing/2014/main" id="{88729413-47AC-4DEA-A613-0B6158FCB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9" name="Rectangle 17">
            <a:extLst>
              <a:ext uri="{FF2B5EF4-FFF2-40B4-BE49-F238E27FC236}">
                <a16:creationId xmlns:a16="http://schemas.microsoft.com/office/drawing/2014/main" id="{20F824DD-152A-4F6D-952E-24ADD1A8C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0" name="Rectangle 18">
            <a:extLst>
              <a:ext uri="{FF2B5EF4-FFF2-40B4-BE49-F238E27FC236}">
                <a16:creationId xmlns:a16="http://schemas.microsoft.com/office/drawing/2014/main" id="{951C09E8-C755-4AEB-9C27-AE9621753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1" name="Rectangle 19">
            <a:extLst>
              <a:ext uri="{FF2B5EF4-FFF2-40B4-BE49-F238E27FC236}">
                <a16:creationId xmlns:a16="http://schemas.microsoft.com/office/drawing/2014/main" id="{32F64432-EE66-40C8-A67A-FA722F75D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2" name="Rectangle 20">
            <a:extLst>
              <a:ext uri="{FF2B5EF4-FFF2-40B4-BE49-F238E27FC236}">
                <a16:creationId xmlns:a16="http://schemas.microsoft.com/office/drawing/2014/main" id="{29005991-F871-4DFB-9517-DCB334B68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3" name="Rectangle 21">
            <a:extLst>
              <a:ext uri="{FF2B5EF4-FFF2-40B4-BE49-F238E27FC236}">
                <a16:creationId xmlns:a16="http://schemas.microsoft.com/office/drawing/2014/main" id="{1C601034-B07F-4FCA-B65F-4BA94F1FE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4" name="Rectangle 22">
            <a:extLst>
              <a:ext uri="{FF2B5EF4-FFF2-40B4-BE49-F238E27FC236}">
                <a16:creationId xmlns:a16="http://schemas.microsoft.com/office/drawing/2014/main" id="{A3C10F51-A92E-4F5D-841E-2495E85BD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5" name="Rectangle 23">
            <a:extLst>
              <a:ext uri="{FF2B5EF4-FFF2-40B4-BE49-F238E27FC236}">
                <a16:creationId xmlns:a16="http://schemas.microsoft.com/office/drawing/2014/main" id="{8656C742-4C71-41EC-9EED-8A0FF35A8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6" name="Rectangle 24">
            <a:extLst>
              <a:ext uri="{FF2B5EF4-FFF2-40B4-BE49-F238E27FC236}">
                <a16:creationId xmlns:a16="http://schemas.microsoft.com/office/drawing/2014/main" id="{DD7837C0-45DC-47B0-8EB6-E1AFA3DF2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7" name="Rectangle 25">
            <a:extLst>
              <a:ext uri="{FF2B5EF4-FFF2-40B4-BE49-F238E27FC236}">
                <a16:creationId xmlns:a16="http://schemas.microsoft.com/office/drawing/2014/main" id="{C6C4A808-47AA-4933-B20F-A80BEEFBD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8" name="Rectangle 26">
            <a:extLst>
              <a:ext uri="{FF2B5EF4-FFF2-40B4-BE49-F238E27FC236}">
                <a16:creationId xmlns:a16="http://schemas.microsoft.com/office/drawing/2014/main" id="{1916F620-2E67-4716-A335-AA9D0F9A9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9" name="Rectangle 27">
            <a:extLst>
              <a:ext uri="{FF2B5EF4-FFF2-40B4-BE49-F238E27FC236}">
                <a16:creationId xmlns:a16="http://schemas.microsoft.com/office/drawing/2014/main" id="{54529738-34CA-43C1-9448-C6D7594E3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0" name="Rectangle 28">
            <a:extLst>
              <a:ext uri="{FF2B5EF4-FFF2-40B4-BE49-F238E27FC236}">
                <a16:creationId xmlns:a16="http://schemas.microsoft.com/office/drawing/2014/main" id="{AB2B254B-6166-4F70-A263-5F5630C8A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1" name="Rectangle 29">
            <a:extLst>
              <a:ext uri="{FF2B5EF4-FFF2-40B4-BE49-F238E27FC236}">
                <a16:creationId xmlns:a16="http://schemas.microsoft.com/office/drawing/2014/main" id="{CC179163-7F45-4275-B900-184CA908E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2" name="Rectangle 30">
            <a:extLst>
              <a:ext uri="{FF2B5EF4-FFF2-40B4-BE49-F238E27FC236}">
                <a16:creationId xmlns:a16="http://schemas.microsoft.com/office/drawing/2014/main" id="{A16179B1-495E-40B6-BA3E-4FE45BD06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1" name="Rectangle 32">
            <a:extLst>
              <a:ext uri="{FF2B5EF4-FFF2-40B4-BE49-F238E27FC236}">
                <a16:creationId xmlns:a16="http://schemas.microsoft.com/office/drawing/2014/main" id="{E6CEC545-E6D9-4264-BEA6-119B54AE4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2" name="Rectangle 33">
            <a:extLst>
              <a:ext uri="{FF2B5EF4-FFF2-40B4-BE49-F238E27FC236}">
                <a16:creationId xmlns:a16="http://schemas.microsoft.com/office/drawing/2014/main" id="{60C7E7B9-97E8-4AE1-A9F0-162381B38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3" name="Rectangle 34">
            <a:extLst>
              <a:ext uri="{FF2B5EF4-FFF2-40B4-BE49-F238E27FC236}">
                <a16:creationId xmlns:a16="http://schemas.microsoft.com/office/drawing/2014/main" id="{BC9E105B-3AD3-4AC9-8C4E-3DABA3F82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4" name="Rectangle 35">
            <a:extLst>
              <a:ext uri="{FF2B5EF4-FFF2-40B4-BE49-F238E27FC236}">
                <a16:creationId xmlns:a16="http://schemas.microsoft.com/office/drawing/2014/main" id="{B10232F8-CE74-495F-B906-B4B223707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5" name="Rectangle 36">
            <a:extLst>
              <a:ext uri="{FF2B5EF4-FFF2-40B4-BE49-F238E27FC236}">
                <a16:creationId xmlns:a16="http://schemas.microsoft.com/office/drawing/2014/main" id="{377EBFB6-EE61-435B-A0EA-67D67D892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6" name="Rectangle 37">
            <a:extLst>
              <a:ext uri="{FF2B5EF4-FFF2-40B4-BE49-F238E27FC236}">
                <a16:creationId xmlns:a16="http://schemas.microsoft.com/office/drawing/2014/main" id="{7837C467-758B-463F-B551-93C783E12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7" name="Rectangle 38">
            <a:extLst>
              <a:ext uri="{FF2B5EF4-FFF2-40B4-BE49-F238E27FC236}">
                <a16:creationId xmlns:a16="http://schemas.microsoft.com/office/drawing/2014/main" id="{C77A01F7-C261-4381-86C3-4C89EE66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8" name="Rectangle 39">
            <a:extLst>
              <a:ext uri="{FF2B5EF4-FFF2-40B4-BE49-F238E27FC236}">
                <a16:creationId xmlns:a16="http://schemas.microsoft.com/office/drawing/2014/main" id="{7477D541-DCD7-4A47-BAD6-421CE795D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9" name="Rectangle 40">
            <a:extLst>
              <a:ext uri="{FF2B5EF4-FFF2-40B4-BE49-F238E27FC236}">
                <a16:creationId xmlns:a16="http://schemas.microsoft.com/office/drawing/2014/main" id="{4E64ADB5-6C15-4DFA-A1D8-CCB52869E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0" name="Rectangle 41">
            <a:extLst>
              <a:ext uri="{FF2B5EF4-FFF2-40B4-BE49-F238E27FC236}">
                <a16:creationId xmlns:a16="http://schemas.microsoft.com/office/drawing/2014/main" id="{AC57F5E1-8997-4B18-B946-EC6DFA386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1" name="Rectangle 42">
            <a:extLst>
              <a:ext uri="{FF2B5EF4-FFF2-40B4-BE49-F238E27FC236}">
                <a16:creationId xmlns:a16="http://schemas.microsoft.com/office/drawing/2014/main" id="{AC1B45CA-8F96-41DA-A93A-FD14080BE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2" name="Rectangle 43">
            <a:extLst>
              <a:ext uri="{FF2B5EF4-FFF2-40B4-BE49-F238E27FC236}">
                <a16:creationId xmlns:a16="http://schemas.microsoft.com/office/drawing/2014/main" id="{703118E8-5E3B-4DFA-9921-369E22CA0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3" name="Rectangle 44">
            <a:extLst>
              <a:ext uri="{FF2B5EF4-FFF2-40B4-BE49-F238E27FC236}">
                <a16:creationId xmlns:a16="http://schemas.microsoft.com/office/drawing/2014/main" id="{ED301010-E5DC-4676-A476-7C14D84A5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4" name="Rectangle 45">
            <a:extLst>
              <a:ext uri="{FF2B5EF4-FFF2-40B4-BE49-F238E27FC236}">
                <a16:creationId xmlns:a16="http://schemas.microsoft.com/office/drawing/2014/main" id="{37F85CBA-9F8F-490A-A6C5-555D548FD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5" name="Rectangle 46">
            <a:extLst>
              <a:ext uri="{FF2B5EF4-FFF2-40B4-BE49-F238E27FC236}">
                <a16:creationId xmlns:a16="http://schemas.microsoft.com/office/drawing/2014/main" id="{4CDDB648-0406-4415-9B3A-F56F9D7B2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6" name="Rectangle 47">
            <a:extLst>
              <a:ext uri="{FF2B5EF4-FFF2-40B4-BE49-F238E27FC236}">
                <a16:creationId xmlns:a16="http://schemas.microsoft.com/office/drawing/2014/main" id="{9656844F-AFE3-4957-A69F-F4A848FEF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7" name="Rectangle 48">
            <a:extLst>
              <a:ext uri="{FF2B5EF4-FFF2-40B4-BE49-F238E27FC236}">
                <a16:creationId xmlns:a16="http://schemas.microsoft.com/office/drawing/2014/main" id="{5A3A99BA-4854-4231-B6BB-888D83A01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8" name="Rectangle 49">
            <a:extLst>
              <a:ext uri="{FF2B5EF4-FFF2-40B4-BE49-F238E27FC236}">
                <a16:creationId xmlns:a16="http://schemas.microsoft.com/office/drawing/2014/main" id="{22B51AD2-0C6E-467F-A47F-34DAB5BB7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9" name="Rectangle 50">
            <a:extLst>
              <a:ext uri="{FF2B5EF4-FFF2-40B4-BE49-F238E27FC236}">
                <a16:creationId xmlns:a16="http://schemas.microsoft.com/office/drawing/2014/main" id="{EDE14BA8-EBD0-4206-8FB2-6B9E4AB28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0" name="Rectangle 51">
            <a:extLst>
              <a:ext uri="{FF2B5EF4-FFF2-40B4-BE49-F238E27FC236}">
                <a16:creationId xmlns:a16="http://schemas.microsoft.com/office/drawing/2014/main" id="{F2846FEF-2688-4964-A02B-231009108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1" name="Rectangle 52">
            <a:extLst>
              <a:ext uri="{FF2B5EF4-FFF2-40B4-BE49-F238E27FC236}">
                <a16:creationId xmlns:a16="http://schemas.microsoft.com/office/drawing/2014/main" id="{93E03F91-49D8-43EE-B637-0558AECB0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2" name="Rectangle 53">
            <a:extLst>
              <a:ext uri="{FF2B5EF4-FFF2-40B4-BE49-F238E27FC236}">
                <a16:creationId xmlns:a16="http://schemas.microsoft.com/office/drawing/2014/main" id="{25EB1B6D-371C-4129-8792-C87711A4D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3283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3" name="Rectangle 54">
            <a:extLst>
              <a:ext uri="{FF2B5EF4-FFF2-40B4-BE49-F238E27FC236}">
                <a16:creationId xmlns:a16="http://schemas.microsoft.com/office/drawing/2014/main" id="{F0762AD7-4B47-41B5-90EC-26D5248FC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4" name="Rectangle 55">
            <a:extLst>
              <a:ext uri="{FF2B5EF4-FFF2-40B4-BE49-F238E27FC236}">
                <a16:creationId xmlns:a16="http://schemas.microsoft.com/office/drawing/2014/main" id="{77F5372A-DF0C-4EB4-8383-88ACAFBC3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5" name="Rectangle 56">
            <a:extLst>
              <a:ext uri="{FF2B5EF4-FFF2-40B4-BE49-F238E27FC236}">
                <a16:creationId xmlns:a16="http://schemas.microsoft.com/office/drawing/2014/main" id="{E1647C36-4FD2-4648-B99F-D1A25055E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6" name="Rectangle 57">
            <a:extLst>
              <a:ext uri="{FF2B5EF4-FFF2-40B4-BE49-F238E27FC236}">
                <a16:creationId xmlns:a16="http://schemas.microsoft.com/office/drawing/2014/main" id="{ACEC7B34-ADAF-47D3-BF11-ED91BA7A1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5" name="Rectangle 59">
            <a:extLst>
              <a:ext uri="{FF2B5EF4-FFF2-40B4-BE49-F238E27FC236}">
                <a16:creationId xmlns:a16="http://schemas.microsoft.com/office/drawing/2014/main" id="{D5764D4B-1D40-4C27-A916-0AC8D9299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6" name="Rectangle 60">
            <a:extLst>
              <a:ext uri="{FF2B5EF4-FFF2-40B4-BE49-F238E27FC236}">
                <a16:creationId xmlns:a16="http://schemas.microsoft.com/office/drawing/2014/main" id="{8D6FB00B-87D1-4116-9000-867A2BDD9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7" name="Rectangle 61">
            <a:extLst>
              <a:ext uri="{FF2B5EF4-FFF2-40B4-BE49-F238E27FC236}">
                <a16:creationId xmlns:a16="http://schemas.microsoft.com/office/drawing/2014/main" id="{13141309-AB43-4A97-A80F-35655D9BF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8" name="Rectangle 62">
            <a:extLst>
              <a:ext uri="{FF2B5EF4-FFF2-40B4-BE49-F238E27FC236}">
                <a16:creationId xmlns:a16="http://schemas.microsoft.com/office/drawing/2014/main" id="{C9A0F710-6D9F-43AD-AC28-FF4E52165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9" name="Rectangle 63">
            <a:extLst>
              <a:ext uri="{FF2B5EF4-FFF2-40B4-BE49-F238E27FC236}">
                <a16:creationId xmlns:a16="http://schemas.microsoft.com/office/drawing/2014/main" id="{22D043F3-2F25-42E6-A0CC-C1417E89D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0" name="Rectangle 64">
            <a:extLst>
              <a:ext uri="{FF2B5EF4-FFF2-40B4-BE49-F238E27FC236}">
                <a16:creationId xmlns:a16="http://schemas.microsoft.com/office/drawing/2014/main" id="{128AE702-54D4-4937-85C0-321F9B6D1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1" name="Rectangle 65">
            <a:extLst>
              <a:ext uri="{FF2B5EF4-FFF2-40B4-BE49-F238E27FC236}">
                <a16:creationId xmlns:a16="http://schemas.microsoft.com/office/drawing/2014/main" id="{495CD95D-8E09-4DE3-AD35-D07AE4DAC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2" name="Rectangle 66">
            <a:extLst>
              <a:ext uri="{FF2B5EF4-FFF2-40B4-BE49-F238E27FC236}">
                <a16:creationId xmlns:a16="http://schemas.microsoft.com/office/drawing/2014/main" id="{F9E349F8-478A-454D-B3EF-507AC5975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3" name="Rectangle 67">
            <a:extLst>
              <a:ext uri="{FF2B5EF4-FFF2-40B4-BE49-F238E27FC236}">
                <a16:creationId xmlns:a16="http://schemas.microsoft.com/office/drawing/2014/main" id="{038DA8FC-06DE-457C-A8EE-5A7FEC447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4" name="Rectangle 68">
            <a:extLst>
              <a:ext uri="{FF2B5EF4-FFF2-40B4-BE49-F238E27FC236}">
                <a16:creationId xmlns:a16="http://schemas.microsoft.com/office/drawing/2014/main" id="{37F3C727-E73B-4515-BA7B-40F081102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5" name="Rectangle 69">
            <a:extLst>
              <a:ext uri="{FF2B5EF4-FFF2-40B4-BE49-F238E27FC236}">
                <a16:creationId xmlns:a16="http://schemas.microsoft.com/office/drawing/2014/main" id="{7ACA813C-C067-4264-85A3-D6CC63AFF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6" name="Rectangle 70">
            <a:extLst>
              <a:ext uri="{FF2B5EF4-FFF2-40B4-BE49-F238E27FC236}">
                <a16:creationId xmlns:a16="http://schemas.microsoft.com/office/drawing/2014/main" id="{7F1EFEF0-7477-4565-8B37-7950FACA6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7" name="Rectangle 71">
            <a:extLst>
              <a:ext uri="{FF2B5EF4-FFF2-40B4-BE49-F238E27FC236}">
                <a16:creationId xmlns:a16="http://schemas.microsoft.com/office/drawing/2014/main" id="{F425C54F-BDFC-4555-881A-B6F267624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8" name="Rectangle 72">
            <a:extLst>
              <a:ext uri="{FF2B5EF4-FFF2-40B4-BE49-F238E27FC236}">
                <a16:creationId xmlns:a16="http://schemas.microsoft.com/office/drawing/2014/main" id="{213AFED9-7175-4A0D-92DC-B39BAE0FD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9" name="Rectangle 73">
            <a:extLst>
              <a:ext uri="{FF2B5EF4-FFF2-40B4-BE49-F238E27FC236}">
                <a16:creationId xmlns:a16="http://schemas.microsoft.com/office/drawing/2014/main" id="{9E4FCFC2-A1ED-453A-B612-E5E0B39C2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0" name="Rectangle 74">
            <a:extLst>
              <a:ext uri="{FF2B5EF4-FFF2-40B4-BE49-F238E27FC236}">
                <a16:creationId xmlns:a16="http://schemas.microsoft.com/office/drawing/2014/main" id="{1C9D742B-9152-4EF7-A612-B519BF62C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1" name="Rectangle 75">
            <a:extLst>
              <a:ext uri="{FF2B5EF4-FFF2-40B4-BE49-F238E27FC236}">
                <a16:creationId xmlns:a16="http://schemas.microsoft.com/office/drawing/2014/main" id="{2149792F-282E-44D6-84AE-7D31FA24B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2" name="Rectangle 76">
            <a:extLst>
              <a:ext uri="{FF2B5EF4-FFF2-40B4-BE49-F238E27FC236}">
                <a16:creationId xmlns:a16="http://schemas.microsoft.com/office/drawing/2014/main" id="{BEAFEECA-B893-49C1-9039-812C4AF54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3" name="Rectangle 77">
            <a:extLst>
              <a:ext uri="{FF2B5EF4-FFF2-40B4-BE49-F238E27FC236}">
                <a16:creationId xmlns:a16="http://schemas.microsoft.com/office/drawing/2014/main" id="{122E4F71-6D60-47F1-8100-1C8190AAD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4" name="Rectangle 78">
            <a:extLst>
              <a:ext uri="{FF2B5EF4-FFF2-40B4-BE49-F238E27FC236}">
                <a16:creationId xmlns:a16="http://schemas.microsoft.com/office/drawing/2014/main" id="{E9A54785-45A1-4BC8-A85E-CA3EB19FF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5" name="Rectangle 79">
            <a:extLst>
              <a:ext uri="{FF2B5EF4-FFF2-40B4-BE49-F238E27FC236}">
                <a16:creationId xmlns:a16="http://schemas.microsoft.com/office/drawing/2014/main" id="{D765DC5F-87A3-4E46-88C5-F2101A294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6" name="Rectangle 80">
            <a:extLst>
              <a:ext uri="{FF2B5EF4-FFF2-40B4-BE49-F238E27FC236}">
                <a16:creationId xmlns:a16="http://schemas.microsoft.com/office/drawing/2014/main" id="{644B6B17-5BBC-4A03-8899-52E7DF7FE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7" name="Rectangle 81">
            <a:extLst>
              <a:ext uri="{FF2B5EF4-FFF2-40B4-BE49-F238E27FC236}">
                <a16:creationId xmlns:a16="http://schemas.microsoft.com/office/drawing/2014/main" id="{987BE756-32EA-455B-8130-C8E83B1B3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8" name="Rectangle 82">
            <a:extLst>
              <a:ext uri="{FF2B5EF4-FFF2-40B4-BE49-F238E27FC236}">
                <a16:creationId xmlns:a16="http://schemas.microsoft.com/office/drawing/2014/main" id="{5C7821F2-B5EF-4833-B9B9-5AE62E011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9" name="Rectangle 83">
            <a:extLst>
              <a:ext uri="{FF2B5EF4-FFF2-40B4-BE49-F238E27FC236}">
                <a16:creationId xmlns:a16="http://schemas.microsoft.com/office/drawing/2014/main" id="{EDF1C499-3F66-4B42-92C0-855DDB14C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0" name="Rectangle 84">
            <a:extLst>
              <a:ext uri="{FF2B5EF4-FFF2-40B4-BE49-F238E27FC236}">
                <a16:creationId xmlns:a16="http://schemas.microsoft.com/office/drawing/2014/main" id="{3A95874A-F523-4169-A3FB-782B25C88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3882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9" name="Rectangle 5">
            <a:extLst>
              <a:ext uri="{FF2B5EF4-FFF2-40B4-BE49-F238E27FC236}">
                <a16:creationId xmlns:a16="http://schemas.microsoft.com/office/drawing/2014/main" id="{6291B61F-460B-41F6-82CC-088066FD8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0" name="Rectangle 6">
            <a:extLst>
              <a:ext uri="{FF2B5EF4-FFF2-40B4-BE49-F238E27FC236}">
                <a16:creationId xmlns:a16="http://schemas.microsoft.com/office/drawing/2014/main" id="{C588270F-A3F7-4DD2-8B81-C30BA6412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1" name="Rectangle 7">
            <a:extLst>
              <a:ext uri="{FF2B5EF4-FFF2-40B4-BE49-F238E27FC236}">
                <a16:creationId xmlns:a16="http://schemas.microsoft.com/office/drawing/2014/main" id="{050F8909-1A69-4BF3-BC80-ECD1B486F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2" name="Rectangle 8">
            <a:extLst>
              <a:ext uri="{FF2B5EF4-FFF2-40B4-BE49-F238E27FC236}">
                <a16:creationId xmlns:a16="http://schemas.microsoft.com/office/drawing/2014/main" id="{995EC835-8CAE-48D8-ADF0-22B6D986B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3" name="Rectangle 9">
            <a:extLst>
              <a:ext uri="{FF2B5EF4-FFF2-40B4-BE49-F238E27FC236}">
                <a16:creationId xmlns:a16="http://schemas.microsoft.com/office/drawing/2014/main" id="{5076577D-01F8-484C-8AEB-1091039A6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4" name="Rectangle 10">
            <a:extLst>
              <a:ext uri="{FF2B5EF4-FFF2-40B4-BE49-F238E27FC236}">
                <a16:creationId xmlns:a16="http://schemas.microsoft.com/office/drawing/2014/main" id="{5FAA1557-63ED-4C2E-89BE-E827B69C4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5" name="Rectangle 11">
            <a:extLst>
              <a:ext uri="{FF2B5EF4-FFF2-40B4-BE49-F238E27FC236}">
                <a16:creationId xmlns:a16="http://schemas.microsoft.com/office/drawing/2014/main" id="{63D8B1EF-AF76-4A72-B4E3-FC4D1B4E7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6" name="Rectangle 12">
            <a:extLst>
              <a:ext uri="{FF2B5EF4-FFF2-40B4-BE49-F238E27FC236}">
                <a16:creationId xmlns:a16="http://schemas.microsoft.com/office/drawing/2014/main" id="{4DF3DA51-2B69-42BD-A6DE-6F85AA116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7" name="Rectangle 13">
            <a:extLst>
              <a:ext uri="{FF2B5EF4-FFF2-40B4-BE49-F238E27FC236}">
                <a16:creationId xmlns:a16="http://schemas.microsoft.com/office/drawing/2014/main" id="{464ECA3E-44D7-43DE-A35E-EADB2D8D7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8" name="Rectangle 14">
            <a:extLst>
              <a:ext uri="{FF2B5EF4-FFF2-40B4-BE49-F238E27FC236}">
                <a16:creationId xmlns:a16="http://schemas.microsoft.com/office/drawing/2014/main" id="{36E4F914-DFE7-4297-8E42-A27710155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9" name="Rectangle 15">
            <a:extLst>
              <a:ext uri="{FF2B5EF4-FFF2-40B4-BE49-F238E27FC236}">
                <a16:creationId xmlns:a16="http://schemas.microsoft.com/office/drawing/2014/main" id="{164AA26B-0915-4E61-AFF2-BDA8ED551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0" name="Rectangle 16">
            <a:extLst>
              <a:ext uri="{FF2B5EF4-FFF2-40B4-BE49-F238E27FC236}">
                <a16:creationId xmlns:a16="http://schemas.microsoft.com/office/drawing/2014/main" id="{D5AB2E4B-626F-4072-87E5-595D35EFA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1" name="Rectangle 17">
            <a:extLst>
              <a:ext uri="{FF2B5EF4-FFF2-40B4-BE49-F238E27FC236}">
                <a16:creationId xmlns:a16="http://schemas.microsoft.com/office/drawing/2014/main" id="{65DAB362-330B-46D1-BCA8-58DF84B02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2" name="Rectangle 18">
            <a:extLst>
              <a:ext uri="{FF2B5EF4-FFF2-40B4-BE49-F238E27FC236}">
                <a16:creationId xmlns:a16="http://schemas.microsoft.com/office/drawing/2014/main" id="{354D240F-C2AD-45B8-AC36-32AD2EAD6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3" name="Rectangle 19">
            <a:extLst>
              <a:ext uri="{FF2B5EF4-FFF2-40B4-BE49-F238E27FC236}">
                <a16:creationId xmlns:a16="http://schemas.microsoft.com/office/drawing/2014/main" id="{90E2C084-FE42-498D-9DD1-54C9F1833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4" name="Rectangle 20">
            <a:extLst>
              <a:ext uri="{FF2B5EF4-FFF2-40B4-BE49-F238E27FC236}">
                <a16:creationId xmlns:a16="http://schemas.microsoft.com/office/drawing/2014/main" id="{C350DA86-5C2C-4CB7-B1CC-4409FC689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5" name="Rectangle 21">
            <a:extLst>
              <a:ext uri="{FF2B5EF4-FFF2-40B4-BE49-F238E27FC236}">
                <a16:creationId xmlns:a16="http://schemas.microsoft.com/office/drawing/2014/main" id="{3476D016-BE0E-40FB-AE03-36C720631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6" name="Rectangle 22">
            <a:extLst>
              <a:ext uri="{FF2B5EF4-FFF2-40B4-BE49-F238E27FC236}">
                <a16:creationId xmlns:a16="http://schemas.microsoft.com/office/drawing/2014/main" id="{4207A264-69D9-418A-8329-92D261B9B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7" name="Rectangle 23">
            <a:extLst>
              <a:ext uri="{FF2B5EF4-FFF2-40B4-BE49-F238E27FC236}">
                <a16:creationId xmlns:a16="http://schemas.microsoft.com/office/drawing/2014/main" id="{A6B0A29B-A2CB-436D-9F5A-97AC9E9B3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8" name="Rectangle 24">
            <a:extLst>
              <a:ext uri="{FF2B5EF4-FFF2-40B4-BE49-F238E27FC236}">
                <a16:creationId xmlns:a16="http://schemas.microsoft.com/office/drawing/2014/main" id="{E9855E46-BFAF-42D9-AC3D-C449C9315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9" name="Rectangle 25">
            <a:extLst>
              <a:ext uri="{FF2B5EF4-FFF2-40B4-BE49-F238E27FC236}">
                <a16:creationId xmlns:a16="http://schemas.microsoft.com/office/drawing/2014/main" id="{8A0832E2-B419-44F2-AA90-20EF15282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0" name="Rectangle 26">
            <a:extLst>
              <a:ext uri="{FF2B5EF4-FFF2-40B4-BE49-F238E27FC236}">
                <a16:creationId xmlns:a16="http://schemas.microsoft.com/office/drawing/2014/main" id="{19E36BF2-3D4E-4C2B-8D4A-DCF9E92FA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4553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1" name="Rectangle 27">
            <a:extLst>
              <a:ext uri="{FF2B5EF4-FFF2-40B4-BE49-F238E27FC236}">
                <a16:creationId xmlns:a16="http://schemas.microsoft.com/office/drawing/2014/main" id="{038C7A5F-FE20-45D2-9A21-6F27B6DEE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2" name="Rectangle 28">
            <a:extLst>
              <a:ext uri="{FF2B5EF4-FFF2-40B4-BE49-F238E27FC236}">
                <a16:creationId xmlns:a16="http://schemas.microsoft.com/office/drawing/2014/main" id="{E6296672-5055-43EF-8C50-F99741CCA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45539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3" name="Rectangle 29">
            <a:extLst>
              <a:ext uri="{FF2B5EF4-FFF2-40B4-BE49-F238E27FC236}">
                <a16:creationId xmlns:a16="http://schemas.microsoft.com/office/drawing/2014/main" id="{9F789C90-FBCD-48B5-800E-482955528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4" name="Rectangle 30">
            <a:extLst>
              <a:ext uri="{FF2B5EF4-FFF2-40B4-BE49-F238E27FC236}">
                <a16:creationId xmlns:a16="http://schemas.microsoft.com/office/drawing/2014/main" id="{DDF49BA7-3A02-4020-A1E4-11270C686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3" name="Rectangle 32">
            <a:extLst>
              <a:ext uri="{FF2B5EF4-FFF2-40B4-BE49-F238E27FC236}">
                <a16:creationId xmlns:a16="http://schemas.microsoft.com/office/drawing/2014/main" id="{B4B13D94-DCE1-468B-AF50-848FB46E4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4" name="Rectangle 33">
            <a:extLst>
              <a:ext uri="{FF2B5EF4-FFF2-40B4-BE49-F238E27FC236}">
                <a16:creationId xmlns:a16="http://schemas.microsoft.com/office/drawing/2014/main" id="{D42897BB-EFBB-4C3E-B7D8-39558C997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5" name="Rectangle 34">
            <a:extLst>
              <a:ext uri="{FF2B5EF4-FFF2-40B4-BE49-F238E27FC236}">
                <a16:creationId xmlns:a16="http://schemas.microsoft.com/office/drawing/2014/main" id="{4FAE9ED1-B75E-4074-8A29-538EBAC75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6" name="Rectangle 35">
            <a:extLst>
              <a:ext uri="{FF2B5EF4-FFF2-40B4-BE49-F238E27FC236}">
                <a16:creationId xmlns:a16="http://schemas.microsoft.com/office/drawing/2014/main" id="{04AF33C2-82DD-4449-B5ED-C6E11A917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7" name="Rectangle 36">
            <a:extLst>
              <a:ext uri="{FF2B5EF4-FFF2-40B4-BE49-F238E27FC236}">
                <a16:creationId xmlns:a16="http://schemas.microsoft.com/office/drawing/2014/main" id="{A402AA2F-3566-4F90-A3D7-2F6ACC059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8" name="Rectangle 37">
            <a:extLst>
              <a:ext uri="{FF2B5EF4-FFF2-40B4-BE49-F238E27FC236}">
                <a16:creationId xmlns:a16="http://schemas.microsoft.com/office/drawing/2014/main" id="{12257C74-8FE2-4A5A-AE7D-4253FD48B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9" name="Rectangle 38">
            <a:extLst>
              <a:ext uri="{FF2B5EF4-FFF2-40B4-BE49-F238E27FC236}">
                <a16:creationId xmlns:a16="http://schemas.microsoft.com/office/drawing/2014/main" id="{EDCCE78B-73E1-4347-A0AB-893F31DE0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0" name="Rectangle 39">
            <a:extLst>
              <a:ext uri="{FF2B5EF4-FFF2-40B4-BE49-F238E27FC236}">
                <a16:creationId xmlns:a16="http://schemas.microsoft.com/office/drawing/2014/main" id="{71A20C81-1914-4715-86F6-FC2A3887F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1" name="Rectangle 40">
            <a:extLst>
              <a:ext uri="{FF2B5EF4-FFF2-40B4-BE49-F238E27FC236}">
                <a16:creationId xmlns:a16="http://schemas.microsoft.com/office/drawing/2014/main" id="{30EB0F8B-2241-4BB6-B10C-10150726F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2" name="Rectangle 41">
            <a:extLst>
              <a:ext uri="{FF2B5EF4-FFF2-40B4-BE49-F238E27FC236}">
                <a16:creationId xmlns:a16="http://schemas.microsoft.com/office/drawing/2014/main" id="{93DC7C70-8C17-43A4-9F9B-0C24A1A88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3" name="Rectangle 42">
            <a:extLst>
              <a:ext uri="{FF2B5EF4-FFF2-40B4-BE49-F238E27FC236}">
                <a16:creationId xmlns:a16="http://schemas.microsoft.com/office/drawing/2014/main" id="{700DA9A2-C7ED-46FB-B7ED-912E60E91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4" name="Rectangle 43">
            <a:extLst>
              <a:ext uri="{FF2B5EF4-FFF2-40B4-BE49-F238E27FC236}">
                <a16:creationId xmlns:a16="http://schemas.microsoft.com/office/drawing/2014/main" id="{23993B3F-B1E2-4626-915E-30EA0C271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5" name="Rectangle 44">
            <a:extLst>
              <a:ext uri="{FF2B5EF4-FFF2-40B4-BE49-F238E27FC236}">
                <a16:creationId xmlns:a16="http://schemas.microsoft.com/office/drawing/2014/main" id="{70A847F2-326C-4A11-90C5-5A5E3BC00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6" name="Rectangle 45">
            <a:extLst>
              <a:ext uri="{FF2B5EF4-FFF2-40B4-BE49-F238E27FC236}">
                <a16:creationId xmlns:a16="http://schemas.microsoft.com/office/drawing/2014/main" id="{D050CF34-CB80-475B-86F9-30114A7E6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7" name="Rectangle 46">
            <a:extLst>
              <a:ext uri="{FF2B5EF4-FFF2-40B4-BE49-F238E27FC236}">
                <a16:creationId xmlns:a16="http://schemas.microsoft.com/office/drawing/2014/main" id="{72F7682D-8B8B-4827-9F84-5A883F257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8" name="Rectangle 47">
            <a:extLst>
              <a:ext uri="{FF2B5EF4-FFF2-40B4-BE49-F238E27FC236}">
                <a16:creationId xmlns:a16="http://schemas.microsoft.com/office/drawing/2014/main" id="{096B96DB-AD07-4F59-8D81-878896D60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9" name="Rectangle 48">
            <a:extLst>
              <a:ext uri="{FF2B5EF4-FFF2-40B4-BE49-F238E27FC236}">
                <a16:creationId xmlns:a16="http://schemas.microsoft.com/office/drawing/2014/main" id="{8B2388B0-7437-4F3C-B5AF-A99838656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0" name="Rectangle 49">
            <a:extLst>
              <a:ext uri="{FF2B5EF4-FFF2-40B4-BE49-F238E27FC236}">
                <a16:creationId xmlns:a16="http://schemas.microsoft.com/office/drawing/2014/main" id="{FBE62A09-5F6A-4BC0-9413-4B7222385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1" name="Rectangle 50">
            <a:extLst>
              <a:ext uri="{FF2B5EF4-FFF2-40B4-BE49-F238E27FC236}">
                <a16:creationId xmlns:a16="http://schemas.microsoft.com/office/drawing/2014/main" id="{FD4120A0-F176-4CF5-BD30-0A467CCD6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2" name="Rectangle 51">
            <a:extLst>
              <a:ext uri="{FF2B5EF4-FFF2-40B4-BE49-F238E27FC236}">
                <a16:creationId xmlns:a16="http://schemas.microsoft.com/office/drawing/2014/main" id="{8075DBF6-9812-49E0-8973-F29DF4621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3" name="Rectangle 52">
            <a:extLst>
              <a:ext uri="{FF2B5EF4-FFF2-40B4-BE49-F238E27FC236}">
                <a16:creationId xmlns:a16="http://schemas.microsoft.com/office/drawing/2014/main" id="{55CA37AD-A3E1-4489-9138-C3852B352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4" name="Rectangle 53">
            <a:extLst>
              <a:ext uri="{FF2B5EF4-FFF2-40B4-BE49-F238E27FC236}">
                <a16:creationId xmlns:a16="http://schemas.microsoft.com/office/drawing/2014/main" id="{C88268CA-A454-432A-BBC6-F3C2F2736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5" name="Rectangle 54">
            <a:extLst>
              <a:ext uri="{FF2B5EF4-FFF2-40B4-BE49-F238E27FC236}">
                <a16:creationId xmlns:a16="http://schemas.microsoft.com/office/drawing/2014/main" id="{3EA71045-4C26-49CD-944A-9D37A7B68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6" name="Rectangle 55">
            <a:extLst>
              <a:ext uri="{FF2B5EF4-FFF2-40B4-BE49-F238E27FC236}">
                <a16:creationId xmlns:a16="http://schemas.microsoft.com/office/drawing/2014/main" id="{4CA66C44-3E69-4CC0-BE3E-5099678F3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7" name="Rectangle 56">
            <a:extLst>
              <a:ext uri="{FF2B5EF4-FFF2-40B4-BE49-F238E27FC236}">
                <a16:creationId xmlns:a16="http://schemas.microsoft.com/office/drawing/2014/main" id="{DBCD939E-7346-4FE8-9A9E-3196A1634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225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8" name="Rectangle 57">
            <a:extLst>
              <a:ext uri="{FF2B5EF4-FFF2-40B4-BE49-F238E27FC236}">
                <a16:creationId xmlns:a16="http://schemas.microsoft.com/office/drawing/2014/main" id="{2048A8D9-1609-4979-9E04-CE3C74005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2251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7" name="Rectangle 59">
            <a:extLst>
              <a:ext uri="{FF2B5EF4-FFF2-40B4-BE49-F238E27FC236}">
                <a16:creationId xmlns:a16="http://schemas.microsoft.com/office/drawing/2014/main" id="{1CDD4CCD-B616-436B-A3FD-F9E6416D6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8" name="Rectangle 60">
            <a:extLst>
              <a:ext uri="{FF2B5EF4-FFF2-40B4-BE49-F238E27FC236}">
                <a16:creationId xmlns:a16="http://schemas.microsoft.com/office/drawing/2014/main" id="{C714A79D-593F-4D51-9527-0F7D44670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9" name="Rectangle 61">
            <a:extLst>
              <a:ext uri="{FF2B5EF4-FFF2-40B4-BE49-F238E27FC236}">
                <a16:creationId xmlns:a16="http://schemas.microsoft.com/office/drawing/2014/main" id="{E7C7988F-856E-46FD-8950-CCDDDA38C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0" name="Rectangle 62">
            <a:extLst>
              <a:ext uri="{FF2B5EF4-FFF2-40B4-BE49-F238E27FC236}">
                <a16:creationId xmlns:a16="http://schemas.microsoft.com/office/drawing/2014/main" id="{6A604DC1-6DD7-4A5F-939D-B7E3D6B44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1" name="Rectangle 63">
            <a:extLst>
              <a:ext uri="{FF2B5EF4-FFF2-40B4-BE49-F238E27FC236}">
                <a16:creationId xmlns:a16="http://schemas.microsoft.com/office/drawing/2014/main" id="{5E841B6F-400E-43A2-BA9E-713E1210E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2" name="Rectangle 64">
            <a:extLst>
              <a:ext uri="{FF2B5EF4-FFF2-40B4-BE49-F238E27FC236}">
                <a16:creationId xmlns:a16="http://schemas.microsoft.com/office/drawing/2014/main" id="{EB3556E4-BBFF-4497-86CB-E08210DD4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3" name="Rectangle 65">
            <a:extLst>
              <a:ext uri="{FF2B5EF4-FFF2-40B4-BE49-F238E27FC236}">
                <a16:creationId xmlns:a16="http://schemas.microsoft.com/office/drawing/2014/main" id="{4ED49176-4A95-47F2-9609-F517D91CE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4" name="Rectangle 66">
            <a:extLst>
              <a:ext uri="{FF2B5EF4-FFF2-40B4-BE49-F238E27FC236}">
                <a16:creationId xmlns:a16="http://schemas.microsoft.com/office/drawing/2014/main" id="{C285A21A-D02C-4E2C-9129-0E4FD1439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5" name="Rectangle 67">
            <a:extLst>
              <a:ext uri="{FF2B5EF4-FFF2-40B4-BE49-F238E27FC236}">
                <a16:creationId xmlns:a16="http://schemas.microsoft.com/office/drawing/2014/main" id="{0FAC70C0-5E77-440D-AA2C-C5F3A3CEC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6" name="Rectangle 68">
            <a:extLst>
              <a:ext uri="{FF2B5EF4-FFF2-40B4-BE49-F238E27FC236}">
                <a16:creationId xmlns:a16="http://schemas.microsoft.com/office/drawing/2014/main" id="{5463B017-838F-413D-8764-821503622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7" name="Rectangle 69">
            <a:extLst>
              <a:ext uri="{FF2B5EF4-FFF2-40B4-BE49-F238E27FC236}">
                <a16:creationId xmlns:a16="http://schemas.microsoft.com/office/drawing/2014/main" id="{D1A17899-795E-470F-B52B-0EE1A5143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8" name="Rectangle 70">
            <a:extLst>
              <a:ext uri="{FF2B5EF4-FFF2-40B4-BE49-F238E27FC236}">
                <a16:creationId xmlns:a16="http://schemas.microsoft.com/office/drawing/2014/main" id="{BFA98CD7-C296-4FF8-AEA4-137B730DF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9" name="Rectangle 71">
            <a:extLst>
              <a:ext uri="{FF2B5EF4-FFF2-40B4-BE49-F238E27FC236}">
                <a16:creationId xmlns:a16="http://schemas.microsoft.com/office/drawing/2014/main" id="{9F11BA7F-A440-4A5A-9145-C2CBF5DAF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0" name="Rectangle 72">
            <a:extLst>
              <a:ext uri="{FF2B5EF4-FFF2-40B4-BE49-F238E27FC236}">
                <a16:creationId xmlns:a16="http://schemas.microsoft.com/office/drawing/2014/main" id="{D21FFF55-7EAD-40FA-9864-F5B8971D1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1" name="Rectangle 73">
            <a:extLst>
              <a:ext uri="{FF2B5EF4-FFF2-40B4-BE49-F238E27FC236}">
                <a16:creationId xmlns:a16="http://schemas.microsoft.com/office/drawing/2014/main" id="{30F55C85-4BDF-4A1A-A90A-C676A9117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2" name="Rectangle 74">
            <a:extLst>
              <a:ext uri="{FF2B5EF4-FFF2-40B4-BE49-F238E27FC236}">
                <a16:creationId xmlns:a16="http://schemas.microsoft.com/office/drawing/2014/main" id="{CD376222-CE2E-460E-A86D-CEEFFC77F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3" name="Rectangle 75">
            <a:extLst>
              <a:ext uri="{FF2B5EF4-FFF2-40B4-BE49-F238E27FC236}">
                <a16:creationId xmlns:a16="http://schemas.microsoft.com/office/drawing/2014/main" id="{D9F6E244-E70D-4E98-BE65-616D29AD4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4" name="Rectangle 76">
            <a:extLst>
              <a:ext uri="{FF2B5EF4-FFF2-40B4-BE49-F238E27FC236}">
                <a16:creationId xmlns:a16="http://schemas.microsoft.com/office/drawing/2014/main" id="{E3B75F8F-57C0-4AD6-92A4-826B4281F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5" name="Rectangle 77">
            <a:extLst>
              <a:ext uri="{FF2B5EF4-FFF2-40B4-BE49-F238E27FC236}">
                <a16:creationId xmlns:a16="http://schemas.microsoft.com/office/drawing/2014/main" id="{A535E84C-3ECC-4B95-9FA9-A4AD23F2F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6" name="Rectangle 78">
            <a:extLst>
              <a:ext uri="{FF2B5EF4-FFF2-40B4-BE49-F238E27FC236}">
                <a16:creationId xmlns:a16="http://schemas.microsoft.com/office/drawing/2014/main" id="{B36D8AB3-727A-44D7-B945-11021E7E5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7" name="Rectangle 79">
            <a:extLst>
              <a:ext uri="{FF2B5EF4-FFF2-40B4-BE49-F238E27FC236}">
                <a16:creationId xmlns:a16="http://schemas.microsoft.com/office/drawing/2014/main" id="{D97F58A0-5D6C-414B-81E1-932E36D87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8" name="Rectangle 80">
            <a:extLst>
              <a:ext uri="{FF2B5EF4-FFF2-40B4-BE49-F238E27FC236}">
                <a16:creationId xmlns:a16="http://schemas.microsoft.com/office/drawing/2014/main" id="{34645A3A-2DF2-467B-ADEC-66C268007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9" name="Rectangle 81">
            <a:extLst>
              <a:ext uri="{FF2B5EF4-FFF2-40B4-BE49-F238E27FC236}">
                <a16:creationId xmlns:a16="http://schemas.microsoft.com/office/drawing/2014/main" id="{2991A0D8-2D5D-4B08-9704-9BFB93B16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0" name="Rectangle 82">
            <a:extLst>
              <a:ext uri="{FF2B5EF4-FFF2-40B4-BE49-F238E27FC236}">
                <a16:creationId xmlns:a16="http://schemas.microsoft.com/office/drawing/2014/main" id="{7128A5D3-8A8E-4A5B-ACA1-5A01DEAE2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577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1" name="Rectangle 83">
            <a:extLst>
              <a:ext uri="{FF2B5EF4-FFF2-40B4-BE49-F238E27FC236}">
                <a16:creationId xmlns:a16="http://schemas.microsoft.com/office/drawing/2014/main" id="{D017036E-3A97-4D6A-AA9F-AA9B8E3E0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2" name="Rectangle 84">
            <a:extLst>
              <a:ext uri="{FF2B5EF4-FFF2-40B4-BE49-F238E27FC236}">
                <a16:creationId xmlns:a16="http://schemas.microsoft.com/office/drawing/2014/main" id="{5BCCE486-20E6-47E4-96AF-5AFB02173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1" name="Rectangle 5">
            <a:extLst>
              <a:ext uri="{FF2B5EF4-FFF2-40B4-BE49-F238E27FC236}">
                <a16:creationId xmlns:a16="http://schemas.microsoft.com/office/drawing/2014/main" id="{AC28E286-CB3B-41B8-9829-2A09FD0F1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2" name="Rectangle 6">
            <a:extLst>
              <a:ext uri="{FF2B5EF4-FFF2-40B4-BE49-F238E27FC236}">
                <a16:creationId xmlns:a16="http://schemas.microsoft.com/office/drawing/2014/main" id="{A6CBC9BD-AE25-437A-9246-679B5C4DB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6" name="Rectangle 20">
            <a:extLst>
              <a:ext uri="{FF2B5EF4-FFF2-40B4-BE49-F238E27FC236}">
                <a16:creationId xmlns:a16="http://schemas.microsoft.com/office/drawing/2014/main" id="{0EDE0526-CBA2-4A01-9D59-24F0B138B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7" name="Rectangle 21">
            <a:extLst>
              <a:ext uri="{FF2B5EF4-FFF2-40B4-BE49-F238E27FC236}">
                <a16:creationId xmlns:a16="http://schemas.microsoft.com/office/drawing/2014/main" id="{5E66E413-A492-40ED-BCC5-F23480C01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8" name="Rectangle 22">
            <a:extLst>
              <a:ext uri="{FF2B5EF4-FFF2-40B4-BE49-F238E27FC236}">
                <a16:creationId xmlns:a16="http://schemas.microsoft.com/office/drawing/2014/main" id="{6FCFA5F2-AFE6-49D8-BE15-40E90D43F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9" name="Rectangle 23">
            <a:extLst>
              <a:ext uri="{FF2B5EF4-FFF2-40B4-BE49-F238E27FC236}">
                <a16:creationId xmlns:a16="http://schemas.microsoft.com/office/drawing/2014/main" id="{AD7A4E43-F44A-43CF-A9D7-BA4D8B2B2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0" name="Rectangle 24">
            <a:extLst>
              <a:ext uri="{FF2B5EF4-FFF2-40B4-BE49-F238E27FC236}">
                <a16:creationId xmlns:a16="http://schemas.microsoft.com/office/drawing/2014/main" id="{FC2E67AB-58DA-4BCF-81D2-0040BBD96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1" name="Rectangle 25">
            <a:extLst>
              <a:ext uri="{FF2B5EF4-FFF2-40B4-BE49-F238E27FC236}">
                <a16:creationId xmlns:a16="http://schemas.microsoft.com/office/drawing/2014/main" id="{C99A6A98-815A-4877-8FE9-06C0CB7E1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2" name="Rectangle 26">
            <a:extLst>
              <a:ext uri="{FF2B5EF4-FFF2-40B4-BE49-F238E27FC236}">
                <a16:creationId xmlns:a16="http://schemas.microsoft.com/office/drawing/2014/main" id="{C64F5A0E-D9C8-4999-8349-EA4D5F6AC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3" name="Rectangle 27">
            <a:extLst>
              <a:ext uri="{FF2B5EF4-FFF2-40B4-BE49-F238E27FC236}">
                <a16:creationId xmlns:a16="http://schemas.microsoft.com/office/drawing/2014/main" id="{6935F975-0CC7-414B-9F9C-44875EF3F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4" name="Rectangle 28">
            <a:extLst>
              <a:ext uri="{FF2B5EF4-FFF2-40B4-BE49-F238E27FC236}">
                <a16:creationId xmlns:a16="http://schemas.microsoft.com/office/drawing/2014/main" id="{21DEE8DA-7AB4-4341-BEF7-E8343A7BD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5" name="Rectangle 29">
            <a:extLst>
              <a:ext uri="{FF2B5EF4-FFF2-40B4-BE49-F238E27FC236}">
                <a16:creationId xmlns:a16="http://schemas.microsoft.com/office/drawing/2014/main" id="{AF4FCF43-3009-4229-89F8-D62F91C92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6" name="Rectangle 30">
            <a:extLst>
              <a:ext uri="{FF2B5EF4-FFF2-40B4-BE49-F238E27FC236}">
                <a16:creationId xmlns:a16="http://schemas.microsoft.com/office/drawing/2014/main" id="{21EAAE8A-F99B-4A0B-8E7D-566273D5E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6450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5" name="Rectangle 32">
            <a:extLst>
              <a:ext uri="{FF2B5EF4-FFF2-40B4-BE49-F238E27FC236}">
                <a16:creationId xmlns:a16="http://schemas.microsoft.com/office/drawing/2014/main" id="{FD0840A3-FF5F-4E9F-AAB6-948A5E4EC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6" name="Rectangle 33">
            <a:extLst>
              <a:ext uri="{FF2B5EF4-FFF2-40B4-BE49-F238E27FC236}">
                <a16:creationId xmlns:a16="http://schemas.microsoft.com/office/drawing/2014/main" id="{F50A1B14-0F67-4FC2-88F7-3BE9E0EB2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0" name="Rectangle 47">
            <a:extLst>
              <a:ext uri="{FF2B5EF4-FFF2-40B4-BE49-F238E27FC236}">
                <a16:creationId xmlns:a16="http://schemas.microsoft.com/office/drawing/2014/main" id="{C379EE06-9745-42DA-BBC1-A082CA50F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1" name="Rectangle 48">
            <a:extLst>
              <a:ext uri="{FF2B5EF4-FFF2-40B4-BE49-F238E27FC236}">
                <a16:creationId xmlns:a16="http://schemas.microsoft.com/office/drawing/2014/main" id="{06184212-6301-4320-A25C-8350DB257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2" name="Rectangle 49">
            <a:extLst>
              <a:ext uri="{FF2B5EF4-FFF2-40B4-BE49-F238E27FC236}">
                <a16:creationId xmlns:a16="http://schemas.microsoft.com/office/drawing/2014/main" id="{D81215A9-8DA9-436E-BFD3-672FD476B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3" name="Rectangle 50">
            <a:extLst>
              <a:ext uri="{FF2B5EF4-FFF2-40B4-BE49-F238E27FC236}">
                <a16:creationId xmlns:a16="http://schemas.microsoft.com/office/drawing/2014/main" id="{7F4705F9-3317-4397-B01E-644775B19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4" name="Rectangle 51">
            <a:extLst>
              <a:ext uri="{FF2B5EF4-FFF2-40B4-BE49-F238E27FC236}">
                <a16:creationId xmlns:a16="http://schemas.microsoft.com/office/drawing/2014/main" id="{2857C00E-FADC-42AA-AA16-38A83D5AF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5" name="Rectangle 52">
            <a:extLst>
              <a:ext uri="{FF2B5EF4-FFF2-40B4-BE49-F238E27FC236}">
                <a16:creationId xmlns:a16="http://schemas.microsoft.com/office/drawing/2014/main" id="{74EAC93D-EF3C-4092-B15E-15494A23F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6" name="Rectangle 53">
            <a:extLst>
              <a:ext uri="{FF2B5EF4-FFF2-40B4-BE49-F238E27FC236}">
                <a16:creationId xmlns:a16="http://schemas.microsoft.com/office/drawing/2014/main" id="{5D3EEE91-37CE-4F2F-905E-D7AFCC6E4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7" name="Rectangle 54">
            <a:extLst>
              <a:ext uri="{FF2B5EF4-FFF2-40B4-BE49-F238E27FC236}">
                <a16:creationId xmlns:a16="http://schemas.microsoft.com/office/drawing/2014/main" id="{368F77C6-C453-499B-8B47-39BE1A310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8" name="Rectangle 55">
            <a:extLst>
              <a:ext uri="{FF2B5EF4-FFF2-40B4-BE49-F238E27FC236}">
                <a16:creationId xmlns:a16="http://schemas.microsoft.com/office/drawing/2014/main" id="{4EB7C421-E508-4232-A011-40643DB79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9" name="Rectangle 56">
            <a:extLst>
              <a:ext uri="{FF2B5EF4-FFF2-40B4-BE49-F238E27FC236}">
                <a16:creationId xmlns:a16="http://schemas.microsoft.com/office/drawing/2014/main" id="{B7A7C2F9-930E-4B50-9AA3-47FE15F43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0" name="Rectangle 57">
            <a:extLst>
              <a:ext uri="{FF2B5EF4-FFF2-40B4-BE49-F238E27FC236}">
                <a16:creationId xmlns:a16="http://schemas.microsoft.com/office/drawing/2014/main" id="{4ADCC0C0-6310-4ED1-A69B-CF3133EB5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9" name="Rectangle 59">
            <a:extLst>
              <a:ext uri="{FF2B5EF4-FFF2-40B4-BE49-F238E27FC236}">
                <a16:creationId xmlns:a16="http://schemas.microsoft.com/office/drawing/2014/main" id="{EFCB7559-FD17-472B-B7A1-3FFC63C8B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0" name="Rectangle 60">
            <a:extLst>
              <a:ext uri="{FF2B5EF4-FFF2-40B4-BE49-F238E27FC236}">
                <a16:creationId xmlns:a16="http://schemas.microsoft.com/office/drawing/2014/main" id="{2DA5B014-05A6-4DC4-A1AF-6B4B38233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4" name="Rectangle 74">
            <a:extLst>
              <a:ext uri="{FF2B5EF4-FFF2-40B4-BE49-F238E27FC236}">
                <a16:creationId xmlns:a16="http://schemas.microsoft.com/office/drawing/2014/main" id="{8E63D1D1-CF92-468A-B012-24216CA08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5" name="Rectangle 75">
            <a:extLst>
              <a:ext uri="{FF2B5EF4-FFF2-40B4-BE49-F238E27FC236}">
                <a16:creationId xmlns:a16="http://schemas.microsoft.com/office/drawing/2014/main" id="{8FC2CD59-128D-4D06-937E-4505D57D1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6" name="Rectangle 76">
            <a:extLst>
              <a:ext uri="{FF2B5EF4-FFF2-40B4-BE49-F238E27FC236}">
                <a16:creationId xmlns:a16="http://schemas.microsoft.com/office/drawing/2014/main" id="{B9A7B9E1-4CEE-41C8-A799-EE4B9AFCD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7" name="Rectangle 77">
            <a:extLst>
              <a:ext uri="{FF2B5EF4-FFF2-40B4-BE49-F238E27FC236}">
                <a16:creationId xmlns:a16="http://schemas.microsoft.com/office/drawing/2014/main" id="{3C824F84-B682-4EA2-AFC1-D56DF71A0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8" name="Rectangle 78">
            <a:extLst>
              <a:ext uri="{FF2B5EF4-FFF2-40B4-BE49-F238E27FC236}">
                <a16:creationId xmlns:a16="http://schemas.microsoft.com/office/drawing/2014/main" id="{154DDE76-05F9-405C-86DB-477B87DBB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9" name="Rectangle 79">
            <a:extLst>
              <a:ext uri="{FF2B5EF4-FFF2-40B4-BE49-F238E27FC236}">
                <a16:creationId xmlns:a16="http://schemas.microsoft.com/office/drawing/2014/main" id="{28217A81-8951-475F-9F90-88B99F13D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0" name="Rectangle 80">
            <a:extLst>
              <a:ext uri="{FF2B5EF4-FFF2-40B4-BE49-F238E27FC236}">
                <a16:creationId xmlns:a16="http://schemas.microsoft.com/office/drawing/2014/main" id="{DD226742-8914-401E-8D78-93F56B2E4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1" name="Rectangle 81">
            <a:extLst>
              <a:ext uri="{FF2B5EF4-FFF2-40B4-BE49-F238E27FC236}">
                <a16:creationId xmlns:a16="http://schemas.microsoft.com/office/drawing/2014/main" id="{B0E1AE86-33D6-4D1D-BC23-EA8A4AF1C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2" name="Rectangle 82">
            <a:extLst>
              <a:ext uri="{FF2B5EF4-FFF2-40B4-BE49-F238E27FC236}">
                <a16:creationId xmlns:a16="http://schemas.microsoft.com/office/drawing/2014/main" id="{CCA69695-3790-4A9F-9CC1-5EBCB1C96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3" name="Rectangle 83">
            <a:extLst>
              <a:ext uri="{FF2B5EF4-FFF2-40B4-BE49-F238E27FC236}">
                <a16:creationId xmlns:a16="http://schemas.microsoft.com/office/drawing/2014/main" id="{E75DD56F-C446-4037-8A60-A6C1A44E8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4" name="Rectangle 84">
            <a:extLst>
              <a:ext uri="{FF2B5EF4-FFF2-40B4-BE49-F238E27FC236}">
                <a16:creationId xmlns:a16="http://schemas.microsoft.com/office/drawing/2014/main" id="{3658AAE9-4C55-47F2-9C83-497627EC2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376763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3" name="Rectangle 5">
            <a:extLst>
              <a:ext uri="{FF2B5EF4-FFF2-40B4-BE49-F238E27FC236}">
                <a16:creationId xmlns:a16="http://schemas.microsoft.com/office/drawing/2014/main" id="{5B16BA60-1923-4CB8-AC58-3FA97E978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4" name="Rectangle 6">
            <a:extLst>
              <a:ext uri="{FF2B5EF4-FFF2-40B4-BE49-F238E27FC236}">
                <a16:creationId xmlns:a16="http://schemas.microsoft.com/office/drawing/2014/main" id="{5472B612-6D9A-49B7-A1A5-EF7EBDCE0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8" name="Rectangle 20">
            <a:extLst>
              <a:ext uri="{FF2B5EF4-FFF2-40B4-BE49-F238E27FC236}">
                <a16:creationId xmlns:a16="http://schemas.microsoft.com/office/drawing/2014/main" id="{3C593FAE-CE47-48A5-AC85-6174EAC0A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9" name="Rectangle 21">
            <a:extLst>
              <a:ext uri="{FF2B5EF4-FFF2-40B4-BE49-F238E27FC236}">
                <a16:creationId xmlns:a16="http://schemas.microsoft.com/office/drawing/2014/main" id="{E2228A57-948E-4482-9E06-D9E725176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0" name="Rectangle 22">
            <a:extLst>
              <a:ext uri="{FF2B5EF4-FFF2-40B4-BE49-F238E27FC236}">
                <a16:creationId xmlns:a16="http://schemas.microsoft.com/office/drawing/2014/main" id="{1EF13CFA-22CA-4C10-BE90-D5CC115A8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1" name="Rectangle 23">
            <a:extLst>
              <a:ext uri="{FF2B5EF4-FFF2-40B4-BE49-F238E27FC236}">
                <a16:creationId xmlns:a16="http://schemas.microsoft.com/office/drawing/2014/main" id="{0E8E90A3-1641-4E9B-A194-D5F117F9A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2" name="Rectangle 24">
            <a:extLst>
              <a:ext uri="{FF2B5EF4-FFF2-40B4-BE49-F238E27FC236}">
                <a16:creationId xmlns:a16="http://schemas.microsoft.com/office/drawing/2014/main" id="{A68EDFEF-E0D3-402A-9521-3DF38E4B8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3" name="Rectangle 25">
            <a:extLst>
              <a:ext uri="{FF2B5EF4-FFF2-40B4-BE49-F238E27FC236}">
                <a16:creationId xmlns:a16="http://schemas.microsoft.com/office/drawing/2014/main" id="{CCF9D944-04E9-47A8-9177-AFC8A6780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4" name="Rectangle 26">
            <a:extLst>
              <a:ext uri="{FF2B5EF4-FFF2-40B4-BE49-F238E27FC236}">
                <a16:creationId xmlns:a16="http://schemas.microsoft.com/office/drawing/2014/main" id="{ABDECE26-FC06-416E-A783-A77B3FFA3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5" name="Rectangle 27">
            <a:extLst>
              <a:ext uri="{FF2B5EF4-FFF2-40B4-BE49-F238E27FC236}">
                <a16:creationId xmlns:a16="http://schemas.microsoft.com/office/drawing/2014/main" id="{1F81018F-D062-471E-8E4D-BF55555F5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6" name="Rectangle 28">
            <a:extLst>
              <a:ext uri="{FF2B5EF4-FFF2-40B4-BE49-F238E27FC236}">
                <a16:creationId xmlns:a16="http://schemas.microsoft.com/office/drawing/2014/main" id="{75BC1DFB-E2E0-44A2-8449-1511B5F4C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7" name="Rectangle 29">
            <a:extLst>
              <a:ext uri="{FF2B5EF4-FFF2-40B4-BE49-F238E27FC236}">
                <a16:creationId xmlns:a16="http://schemas.microsoft.com/office/drawing/2014/main" id="{FE671700-5C5E-4E82-8FDC-49E44FF73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8" name="Rectangle 30">
            <a:extLst>
              <a:ext uri="{FF2B5EF4-FFF2-40B4-BE49-F238E27FC236}">
                <a16:creationId xmlns:a16="http://schemas.microsoft.com/office/drawing/2014/main" id="{367003AF-BC87-4F81-81EB-3D09A24C9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7" name="Rectangle 32">
            <a:extLst>
              <a:ext uri="{FF2B5EF4-FFF2-40B4-BE49-F238E27FC236}">
                <a16:creationId xmlns:a16="http://schemas.microsoft.com/office/drawing/2014/main" id="{8E8A1AC8-CA63-4F37-A8CF-FF832D8BE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8" name="Rectangle 33">
            <a:extLst>
              <a:ext uri="{FF2B5EF4-FFF2-40B4-BE49-F238E27FC236}">
                <a16:creationId xmlns:a16="http://schemas.microsoft.com/office/drawing/2014/main" id="{628E2734-FDDB-44A3-9AF2-039784296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2" name="Rectangle 47">
            <a:extLst>
              <a:ext uri="{FF2B5EF4-FFF2-40B4-BE49-F238E27FC236}">
                <a16:creationId xmlns:a16="http://schemas.microsoft.com/office/drawing/2014/main" id="{924E8ED7-0B54-488C-86FD-838BEC6C7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3" name="Rectangle 48">
            <a:extLst>
              <a:ext uri="{FF2B5EF4-FFF2-40B4-BE49-F238E27FC236}">
                <a16:creationId xmlns:a16="http://schemas.microsoft.com/office/drawing/2014/main" id="{5E731C89-5DF4-4419-9A67-52BAEC373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4" name="Rectangle 49">
            <a:extLst>
              <a:ext uri="{FF2B5EF4-FFF2-40B4-BE49-F238E27FC236}">
                <a16:creationId xmlns:a16="http://schemas.microsoft.com/office/drawing/2014/main" id="{D7B0E779-6D3D-4414-91BB-C1BBE6380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5" name="Rectangle 50">
            <a:extLst>
              <a:ext uri="{FF2B5EF4-FFF2-40B4-BE49-F238E27FC236}">
                <a16:creationId xmlns:a16="http://schemas.microsoft.com/office/drawing/2014/main" id="{E846AB63-6AAB-4E86-B4BA-7853BD602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6" name="Rectangle 51">
            <a:extLst>
              <a:ext uri="{FF2B5EF4-FFF2-40B4-BE49-F238E27FC236}">
                <a16:creationId xmlns:a16="http://schemas.microsoft.com/office/drawing/2014/main" id="{D05AC798-949B-4443-ADBB-917EF526F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7" name="Rectangle 52">
            <a:extLst>
              <a:ext uri="{FF2B5EF4-FFF2-40B4-BE49-F238E27FC236}">
                <a16:creationId xmlns:a16="http://schemas.microsoft.com/office/drawing/2014/main" id="{8B3E2107-60AF-4064-A551-A333E6249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8" name="Rectangle 53">
            <a:extLst>
              <a:ext uri="{FF2B5EF4-FFF2-40B4-BE49-F238E27FC236}">
                <a16:creationId xmlns:a16="http://schemas.microsoft.com/office/drawing/2014/main" id="{055FD3E8-A340-4393-92E1-4FD68288F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9" name="Rectangle 54">
            <a:extLst>
              <a:ext uri="{FF2B5EF4-FFF2-40B4-BE49-F238E27FC236}">
                <a16:creationId xmlns:a16="http://schemas.microsoft.com/office/drawing/2014/main" id="{C18C5E0E-D82C-4F82-A0E3-6BE9AAF75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0" name="Rectangle 55">
            <a:extLst>
              <a:ext uri="{FF2B5EF4-FFF2-40B4-BE49-F238E27FC236}">
                <a16:creationId xmlns:a16="http://schemas.microsoft.com/office/drawing/2014/main" id="{677F5FC4-34F3-400A-9970-A7EA63DB4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1" name="Rectangle 56">
            <a:extLst>
              <a:ext uri="{FF2B5EF4-FFF2-40B4-BE49-F238E27FC236}">
                <a16:creationId xmlns:a16="http://schemas.microsoft.com/office/drawing/2014/main" id="{2A4794CF-928E-4F8E-A532-7800E5996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2" name="Rectangle 57">
            <a:extLst>
              <a:ext uri="{FF2B5EF4-FFF2-40B4-BE49-F238E27FC236}">
                <a16:creationId xmlns:a16="http://schemas.microsoft.com/office/drawing/2014/main" id="{E4F63079-D99A-4ECA-AE8B-8E93D4295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DA42D9-3528-406D-A6F9-46DF735F0B1B}"/>
              </a:ext>
            </a:extLst>
          </p:cNvPr>
          <p:cNvGrpSpPr/>
          <p:nvPr userDrawn="1"/>
        </p:nvGrpSpPr>
        <p:grpSpPr>
          <a:xfrm>
            <a:off x="354110" y="6402442"/>
            <a:ext cx="11480604" cy="109990"/>
            <a:chOff x="354110" y="6402442"/>
            <a:chExt cx="11480604" cy="109990"/>
          </a:xfrm>
        </p:grpSpPr>
        <p:sp>
          <p:nvSpPr>
            <p:cNvPr id="25" name="Rectangle 59">
              <a:extLst>
                <a:ext uri="{FF2B5EF4-FFF2-40B4-BE49-F238E27FC236}">
                  <a16:creationId xmlns:a16="http://schemas.microsoft.com/office/drawing/2014/main" id="{9006E5F9-87EA-4BFF-AC26-08D7B4E65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Rectangle 60">
              <a:extLst>
                <a:ext uri="{FF2B5EF4-FFF2-40B4-BE49-F238E27FC236}">
                  <a16:creationId xmlns:a16="http://schemas.microsoft.com/office/drawing/2014/main" id="{40F26277-619B-41A3-9D5F-A02E6914E1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Rectangle 61">
              <a:extLst>
                <a:ext uri="{FF2B5EF4-FFF2-40B4-BE49-F238E27FC236}">
                  <a16:creationId xmlns:a16="http://schemas.microsoft.com/office/drawing/2014/main" id="{23DB5C85-827B-49AF-BC96-24E7ABDAD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Rectangle 62">
              <a:extLst>
                <a:ext uri="{FF2B5EF4-FFF2-40B4-BE49-F238E27FC236}">
                  <a16:creationId xmlns:a16="http://schemas.microsoft.com/office/drawing/2014/main" id="{847A0A99-2056-4E0E-8A5A-2CBCA33AFF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Rectangle 63">
              <a:extLst>
                <a:ext uri="{FF2B5EF4-FFF2-40B4-BE49-F238E27FC236}">
                  <a16:creationId xmlns:a16="http://schemas.microsoft.com/office/drawing/2014/main" id="{5474EE8D-D88A-47FF-9107-09082030E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Rectangle 64">
              <a:extLst>
                <a:ext uri="{FF2B5EF4-FFF2-40B4-BE49-F238E27FC236}">
                  <a16:creationId xmlns:a16="http://schemas.microsoft.com/office/drawing/2014/main" id="{0EC4B1DB-FB22-4303-B2D7-5E60C557A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Rectangle 65">
              <a:extLst>
                <a:ext uri="{FF2B5EF4-FFF2-40B4-BE49-F238E27FC236}">
                  <a16:creationId xmlns:a16="http://schemas.microsoft.com/office/drawing/2014/main" id="{B5127279-9249-47F2-8A42-1F7F68517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4BE3E747-CD2D-4EA9-8A1C-AFC94F640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3" name="Rectangle 67">
              <a:extLst>
                <a:ext uri="{FF2B5EF4-FFF2-40B4-BE49-F238E27FC236}">
                  <a16:creationId xmlns:a16="http://schemas.microsoft.com/office/drawing/2014/main" id="{844450CC-44D2-4CFB-9D82-BA80F0CA0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4" name="Rectangle 68">
              <a:extLst>
                <a:ext uri="{FF2B5EF4-FFF2-40B4-BE49-F238E27FC236}">
                  <a16:creationId xmlns:a16="http://schemas.microsoft.com/office/drawing/2014/main" id="{56C9C6B8-074B-4807-A953-D5D69AEE2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5" name="Rectangle 69">
              <a:extLst>
                <a:ext uri="{FF2B5EF4-FFF2-40B4-BE49-F238E27FC236}">
                  <a16:creationId xmlns:a16="http://schemas.microsoft.com/office/drawing/2014/main" id="{55A940DF-BE4B-4046-BF7D-7BBB8316FF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6" name="Rectangle 70">
              <a:extLst>
                <a:ext uri="{FF2B5EF4-FFF2-40B4-BE49-F238E27FC236}">
                  <a16:creationId xmlns:a16="http://schemas.microsoft.com/office/drawing/2014/main" id="{79FECFE2-55AB-4195-B4F2-F1831B090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7" name="Rectangle 71">
              <a:extLst>
                <a:ext uri="{FF2B5EF4-FFF2-40B4-BE49-F238E27FC236}">
                  <a16:creationId xmlns:a16="http://schemas.microsoft.com/office/drawing/2014/main" id="{F78BF45E-3F1B-4CCF-AB55-6AACA1D79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8" name="Rectangle 72">
              <a:extLst>
                <a:ext uri="{FF2B5EF4-FFF2-40B4-BE49-F238E27FC236}">
                  <a16:creationId xmlns:a16="http://schemas.microsoft.com/office/drawing/2014/main" id="{CEAEA0D2-DAF5-42AD-824D-BF0A0786AC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9" name="Rectangle 73">
              <a:extLst>
                <a:ext uri="{FF2B5EF4-FFF2-40B4-BE49-F238E27FC236}">
                  <a16:creationId xmlns:a16="http://schemas.microsoft.com/office/drawing/2014/main" id="{2616B93B-15A3-4A25-B322-A4A334791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0" name="Rectangle 74">
              <a:extLst>
                <a:ext uri="{FF2B5EF4-FFF2-40B4-BE49-F238E27FC236}">
                  <a16:creationId xmlns:a16="http://schemas.microsoft.com/office/drawing/2014/main" id="{26C24972-CC21-4F79-908A-8F7EEF3C3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1" name="Rectangle 75">
              <a:extLst>
                <a:ext uri="{FF2B5EF4-FFF2-40B4-BE49-F238E27FC236}">
                  <a16:creationId xmlns:a16="http://schemas.microsoft.com/office/drawing/2014/main" id="{FD7C3FD5-0F89-4B6D-AC87-8001A0810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2" name="Rectangle 76">
              <a:extLst>
                <a:ext uri="{FF2B5EF4-FFF2-40B4-BE49-F238E27FC236}">
                  <a16:creationId xmlns:a16="http://schemas.microsoft.com/office/drawing/2014/main" id="{B03C108E-68F6-4221-BC40-C5E3C1904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3" name="Rectangle 77">
              <a:extLst>
                <a:ext uri="{FF2B5EF4-FFF2-40B4-BE49-F238E27FC236}">
                  <a16:creationId xmlns:a16="http://schemas.microsoft.com/office/drawing/2014/main" id="{AEE8C851-520C-4A98-839F-17DEECB4C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4" name="Rectangle 78">
              <a:extLst>
                <a:ext uri="{FF2B5EF4-FFF2-40B4-BE49-F238E27FC236}">
                  <a16:creationId xmlns:a16="http://schemas.microsoft.com/office/drawing/2014/main" id="{64CDD37E-8761-499B-B591-D1B68A0C6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5" name="Rectangle 79">
              <a:extLst>
                <a:ext uri="{FF2B5EF4-FFF2-40B4-BE49-F238E27FC236}">
                  <a16:creationId xmlns:a16="http://schemas.microsoft.com/office/drawing/2014/main" id="{CF1D9CFA-A92A-4012-8DBE-A1AFE416C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6" name="Rectangle 80">
              <a:extLst>
                <a:ext uri="{FF2B5EF4-FFF2-40B4-BE49-F238E27FC236}">
                  <a16:creationId xmlns:a16="http://schemas.microsoft.com/office/drawing/2014/main" id="{5B28FF0B-0B00-4C89-9B32-5FCEE8CF72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7" name="Rectangle 81">
              <a:extLst>
                <a:ext uri="{FF2B5EF4-FFF2-40B4-BE49-F238E27FC236}">
                  <a16:creationId xmlns:a16="http://schemas.microsoft.com/office/drawing/2014/main" id="{3F39461F-D7C3-4741-A3BF-B2B81AC1B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8" name="Rectangle 82">
              <a:extLst>
                <a:ext uri="{FF2B5EF4-FFF2-40B4-BE49-F238E27FC236}">
                  <a16:creationId xmlns:a16="http://schemas.microsoft.com/office/drawing/2014/main" id="{B209DBFB-FB6A-41D4-B8FD-371C1627C2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9" name="Rectangle 83">
              <a:extLst>
                <a:ext uri="{FF2B5EF4-FFF2-40B4-BE49-F238E27FC236}">
                  <a16:creationId xmlns:a16="http://schemas.microsoft.com/office/drawing/2014/main" id="{9851ABD3-4B24-43E9-8246-B439DE289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0" name="Rectangle 84">
              <a:extLst>
                <a:ext uri="{FF2B5EF4-FFF2-40B4-BE49-F238E27FC236}">
                  <a16:creationId xmlns:a16="http://schemas.microsoft.com/office/drawing/2014/main" id="{C66181AB-B727-41A6-A789-CF6AAB6890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Date Placeholder 1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grpSp>
        <p:nvGrpSpPr>
          <p:cNvPr id="618" name="Group 617">
            <a:extLst>
              <a:ext uri="{FF2B5EF4-FFF2-40B4-BE49-F238E27FC236}">
                <a16:creationId xmlns:a16="http://schemas.microsoft.com/office/drawing/2014/main" id="{B5B99429-15CB-4646-807F-6B01F4253B13}"/>
              </a:ext>
            </a:extLst>
          </p:cNvPr>
          <p:cNvGrpSpPr/>
          <p:nvPr userDrawn="1"/>
        </p:nvGrpSpPr>
        <p:grpSpPr>
          <a:xfrm>
            <a:off x="354110" y="5904602"/>
            <a:ext cx="11480604" cy="109990"/>
            <a:chOff x="354110" y="6402442"/>
            <a:chExt cx="11480604" cy="109990"/>
          </a:xfrm>
        </p:grpSpPr>
        <p:sp>
          <p:nvSpPr>
            <p:cNvPr id="619" name="Rectangle 59">
              <a:extLst>
                <a:ext uri="{FF2B5EF4-FFF2-40B4-BE49-F238E27FC236}">
                  <a16:creationId xmlns:a16="http://schemas.microsoft.com/office/drawing/2014/main" id="{624494D0-607C-4971-A357-ED99F45D7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60">
              <a:extLst>
                <a:ext uri="{FF2B5EF4-FFF2-40B4-BE49-F238E27FC236}">
                  <a16:creationId xmlns:a16="http://schemas.microsoft.com/office/drawing/2014/main" id="{22FD15BA-8E62-417D-8392-658E5E86C2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61">
              <a:extLst>
                <a:ext uri="{FF2B5EF4-FFF2-40B4-BE49-F238E27FC236}">
                  <a16:creationId xmlns:a16="http://schemas.microsoft.com/office/drawing/2014/main" id="{C665A07F-2AFB-49CF-8EE0-C81377FC2A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62">
              <a:extLst>
                <a:ext uri="{FF2B5EF4-FFF2-40B4-BE49-F238E27FC236}">
                  <a16:creationId xmlns:a16="http://schemas.microsoft.com/office/drawing/2014/main" id="{74997C49-7ACC-4BCC-BC8D-58EBD77EE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63">
              <a:extLst>
                <a:ext uri="{FF2B5EF4-FFF2-40B4-BE49-F238E27FC236}">
                  <a16:creationId xmlns:a16="http://schemas.microsoft.com/office/drawing/2014/main" id="{E3CDD2FB-079B-43EA-89D5-5FD9D7644A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64">
              <a:extLst>
                <a:ext uri="{FF2B5EF4-FFF2-40B4-BE49-F238E27FC236}">
                  <a16:creationId xmlns:a16="http://schemas.microsoft.com/office/drawing/2014/main" id="{9C1479D9-3647-44C4-99E1-C660E2C8E3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65">
              <a:extLst>
                <a:ext uri="{FF2B5EF4-FFF2-40B4-BE49-F238E27FC236}">
                  <a16:creationId xmlns:a16="http://schemas.microsoft.com/office/drawing/2014/main" id="{AA8F3E10-CD9D-49C0-B0AE-24ABBF3BDC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66">
              <a:extLst>
                <a:ext uri="{FF2B5EF4-FFF2-40B4-BE49-F238E27FC236}">
                  <a16:creationId xmlns:a16="http://schemas.microsoft.com/office/drawing/2014/main" id="{9C3B6F09-A4DD-4A26-B213-51E232054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67">
              <a:extLst>
                <a:ext uri="{FF2B5EF4-FFF2-40B4-BE49-F238E27FC236}">
                  <a16:creationId xmlns:a16="http://schemas.microsoft.com/office/drawing/2014/main" id="{2BA14941-5A2D-4CDB-9C2E-79C930D22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68">
              <a:extLst>
                <a:ext uri="{FF2B5EF4-FFF2-40B4-BE49-F238E27FC236}">
                  <a16:creationId xmlns:a16="http://schemas.microsoft.com/office/drawing/2014/main" id="{6C5B2E84-85D6-4DD5-88FE-F8495F5E3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69">
              <a:extLst>
                <a:ext uri="{FF2B5EF4-FFF2-40B4-BE49-F238E27FC236}">
                  <a16:creationId xmlns:a16="http://schemas.microsoft.com/office/drawing/2014/main" id="{1987B595-96EB-427F-8E00-533CBBEB5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70">
              <a:extLst>
                <a:ext uri="{FF2B5EF4-FFF2-40B4-BE49-F238E27FC236}">
                  <a16:creationId xmlns:a16="http://schemas.microsoft.com/office/drawing/2014/main" id="{99D33392-C824-498D-AF8A-7AF58A9F3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71">
              <a:extLst>
                <a:ext uri="{FF2B5EF4-FFF2-40B4-BE49-F238E27FC236}">
                  <a16:creationId xmlns:a16="http://schemas.microsoft.com/office/drawing/2014/main" id="{6D1CAD59-FE6E-48A2-AE71-1BB80553F2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72">
              <a:extLst>
                <a:ext uri="{FF2B5EF4-FFF2-40B4-BE49-F238E27FC236}">
                  <a16:creationId xmlns:a16="http://schemas.microsoft.com/office/drawing/2014/main" id="{BD936CE6-00F6-4CAF-A200-A693710C8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73">
              <a:extLst>
                <a:ext uri="{FF2B5EF4-FFF2-40B4-BE49-F238E27FC236}">
                  <a16:creationId xmlns:a16="http://schemas.microsoft.com/office/drawing/2014/main" id="{10329E52-6B3F-4897-BFBC-A6C4F2D26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74">
              <a:extLst>
                <a:ext uri="{FF2B5EF4-FFF2-40B4-BE49-F238E27FC236}">
                  <a16:creationId xmlns:a16="http://schemas.microsoft.com/office/drawing/2014/main" id="{B9A5FD8E-2005-457D-B36F-5BD162CB6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75">
              <a:extLst>
                <a:ext uri="{FF2B5EF4-FFF2-40B4-BE49-F238E27FC236}">
                  <a16:creationId xmlns:a16="http://schemas.microsoft.com/office/drawing/2014/main" id="{2C1FBF6B-A7C3-4F83-AD53-33D9E848D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76">
              <a:extLst>
                <a:ext uri="{FF2B5EF4-FFF2-40B4-BE49-F238E27FC236}">
                  <a16:creationId xmlns:a16="http://schemas.microsoft.com/office/drawing/2014/main" id="{964A4B57-1B27-4010-9A9F-F2BCD2530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77">
              <a:extLst>
                <a:ext uri="{FF2B5EF4-FFF2-40B4-BE49-F238E27FC236}">
                  <a16:creationId xmlns:a16="http://schemas.microsoft.com/office/drawing/2014/main" id="{D961087D-A1D8-48DD-8BD9-550D63557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78">
              <a:extLst>
                <a:ext uri="{FF2B5EF4-FFF2-40B4-BE49-F238E27FC236}">
                  <a16:creationId xmlns:a16="http://schemas.microsoft.com/office/drawing/2014/main" id="{64FADA1C-663B-4FF6-8D80-B311B8ABCD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79">
              <a:extLst>
                <a:ext uri="{FF2B5EF4-FFF2-40B4-BE49-F238E27FC236}">
                  <a16:creationId xmlns:a16="http://schemas.microsoft.com/office/drawing/2014/main" id="{E96330D1-4BBF-4D0A-B45F-77999C5C7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80">
              <a:extLst>
                <a:ext uri="{FF2B5EF4-FFF2-40B4-BE49-F238E27FC236}">
                  <a16:creationId xmlns:a16="http://schemas.microsoft.com/office/drawing/2014/main" id="{78AFE672-0739-4A26-8B51-D71BAD6A4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81">
              <a:extLst>
                <a:ext uri="{FF2B5EF4-FFF2-40B4-BE49-F238E27FC236}">
                  <a16:creationId xmlns:a16="http://schemas.microsoft.com/office/drawing/2014/main" id="{AA3E4254-137D-4797-BF52-FAB6866F0F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82">
              <a:extLst>
                <a:ext uri="{FF2B5EF4-FFF2-40B4-BE49-F238E27FC236}">
                  <a16:creationId xmlns:a16="http://schemas.microsoft.com/office/drawing/2014/main" id="{81844ED9-0C33-41B9-8D6C-0C959F9E0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83">
              <a:extLst>
                <a:ext uri="{FF2B5EF4-FFF2-40B4-BE49-F238E27FC236}">
                  <a16:creationId xmlns:a16="http://schemas.microsoft.com/office/drawing/2014/main" id="{69541354-1FEF-4A05-8852-E0866C024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84">
              <a:extLst>
                <a:ext uri="{FF2B5EF4-FFF2-40B4-BE49-F238E27FC236}">
                  <a16:creationId xmlns:a16="http://schemas.microsoft.com/office/drawing/2014/main" id="{22323587-A6E2-4D2C-9D71-B6D0B4DAF0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002194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12188825" cy="6857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265" indent="0">
              <a:buNone/>
              <a:defRPr sz="3732"/>
            </a:lvl2pPr>
            <a:lvl3pPr marL="1218529" indent="0">
              <a:buNone/>
              <a:defRPr sz="3198"/>
            </a:lvl3pPr>
            <a:lvl4pPr marL="1827794" indent="0">
              <a:buNone/>
              <a:defRPr sz="2665"/>
            </a:lvl4pPr>
            <a:lvl5pPr marL="2437060" indent="0">
              <a:buNone/>
              <a:defRPr sz="2665"/>
            </a:lvl5pPr>
            <a:lvl6pPr marL="3046324" indent="0">
              <a:buNone/>
              <a:defRPr sz="2665"/>
            </a:lvl6pPr>
            <a:lvl7pPr marL="3655589" indent="0">
              <a:buNone/>
              <a:defRPr sz="2665"/>
            </a:lvl7pPr>
            <a:lvl8pPr marL="4264853" indent="0">
              <a:buNone/>
              <a:defRPr sz="2665"/>
            </a:lvl8pPr>
            <a:lvl9pPr marL="4874118" indent="0">
              <a:buNone/>
              <a:defRPr sz="2665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841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E11C3564-CF67-FE45-A9E2-4B3C230C88D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-1"/>
            <a:ext cx="12188825" cy="34290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07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www.anubhavtrainings.com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3DEB2B14-6477-2927-E581-527B2BB61E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0996" y="78420"/>
            <a:ext cx="652887" cy="644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3" r:id="rId3"/>
    <p:sldLayoutId id="2147483666" r:id="rId4"/>
    <p:sldLayoutId id="2147483668" r:id="rId5"/>
    <p:sldLayoutId id="2147483669" r:id="rId6"/>
    <p:sldLayoutId id="2147483667" r:id="rId7"/>
    <p:sldLayoutId id="2147483670" r:id="rId8"/>
    <p:sldLayoutId id="2147483665" r:id="rId9"/>
    <p:sldLayoutId id="2147483671" r:id="rId10"/>
    <p:sldLayoutId id="2147483672" r:id="rId11"/>
  </p:sldLayoutIdLst>
  <p:txStyles>
    <p:titleStyle>
      <a:lvl1pPr algn="l" defTabSz="1218987" rtl="0" eaLnBrk="1" latinLnBrk="0" hangingPunct="1">
        <a:spcBef>
          <a:spcPct val="0"/>
        </a:spcBef>
        <a:buNone/>
        <a:defRPr sz="36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oyuztechnologies/SAP_BTP_Training_CLD200/blob/master/Day%203/02srv/MyService.js" TargetMode="External"/><Relationship Id="rId2" Type="http://schemas.openxmlformats.org/officeDocument/2006/relationships/hyperlink" Target="https://github.com/soyuztechnologies/SAP_BTP_Training_CLD200/blob/master/Day%203/02srv/MyService.cds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6.png"/><Relationship Id="rId21" Type="http://schemas.openxmlformats.org/officeDocument/2006/relationships/image" Target="../media/image18.png"/><Relationship Id="rId42" Type="http://schemas.openxmlformats.org/officeDocument/2006/relationships/customXml" Target="../ink/ink21.xml"/><Relationship Id="rId63" Type="http://schemas.openxmlformats.org/officeDocument/2006/relationships/image" Target="../media/image39.png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59" Type="http://schemas.openxmlformats.org/officeDocument/2006/relationships/image" Target="../media/image87.png"/><Relationship Id="rId170" Type="http://schemas.openxmlformats.org/officeDocument/2006/relationships/customXml" Target="../ink/ink85.xml"/><Relationship Id="rId191" Type="http://schemas.openxmlformats.org/officeDocument/2006/relationships/image" Target="../media/image103.png"/><Relationship Id="rId205" Type="http://schemas.openxmlformats.org/officeDocument/2006/relationships/image" Target="../media/image110.png"/><Relationship Id="rId107" Type="http://schemas.openxmlformats.org/officeDocument/2006/relationships/image" Target="../media/image61.png"/><Relationship Id="rId11" Type="http://schemas.openxmlformats.org/officeDocument/2006/relationships/image" Target="../media/image13.png"/><Relationship Id="rId32" Type="http://schemas.openxmlformats.org/officeDocument/2006/relationships/customXml" Target="../ink/ink16.xml"/><Relationship Id="rId53" Type="http://schemas.openxmlformats.org/officeDocument/2006/relationships/image" Target="../media/image34.png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149" Type="http://schemas.openxmlformats.org/officeDocument/2006/relationships/image" Target="../media/image82.png"/><Relationship Id="rId5" Type="http://schemas.openxmlformats.org/officeDocument/2006/relationships/image" Target="../media/image10.png"/><Relationship Id="rId95" Type="http://schemas.openxmlformats.org/officeDocument/2006/relationships/image" Target="../media/image55.png"/><Relationship Id="rId160" Type="http://schemas.openxmlformats.org/officeDocument/2006/relationships/customXml" Target="../ink/ink80.xml"/><Relationship Id="rId181" Type="http://schemas.openxmlformats.org/officeDocument/2006/relationships/image" Target="../media/image98.png"/><Relationship Id="rId22" Type="http://schemas.openxmlformats.org/officeDocument/2006/relationships/customXml" Target="../ink/ink11.xml"/><Relationship Id="rId43" Type="http://schemas.openxmlformats.org/officeDocument/2006/relationships/image" Target="../media/image29.png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39" Type="http://schemas.openxmlformats.org/officeDocument/2006/relationships/image" Target="../media/image77.png"/><Relationship Id="rId85" Type="http://schemas.openxmlformats.org/officeDocument/2006/relationships/image" Target="../media/image50.png"/><Relationship Id="rId150" Type="http://schemas.openxmlformats.org/officeDocument/2006/relationships/customXml" Target="../ink/ink75.xml"/><Relationship Id="rId171" Type="http://schemas.openxmlformats.org/officeDocument/2006/relationships/image" Target="../media/image93.png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12" Type="http://schemas.openxmlformats.org/officeDocument/2006/relationships/customXml" Target="../ink/ink6.xml"/><Relationship Id="rId33" Type="http://schemas.openxmlformats.org/officeDocument/2006/relationships/image" Target="../media/image24.png"/><Relationship Id="rId108" Type="http://schemas.openxmlformats.org/officeDocument/2006/relationships/customXml" Target="../ink/ink54.xml"/><Relationship Id="rId129" Type="http://schemas.openxmlformats.org/officeDocument/2006/relationships/image" Target="../media/image72.png"/><Relationship Id="rId54" Type="http://schemas.openxmlformats.org/officeDocument/2006/relationships/customXml" Target="../ink/ink27.xml"/><Relationship Id="rId75" Type="http://schemas.openxmlformats.org/officeDocument/2006/relationships/image" Target="../media/image45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61" Type="http://schemas.openxmlformats.org/officeDocument/2006/relationships/image" Target="../media/image88.png"/><Relationship Id="rId182" Type="http://schemas.openxmlformats.org/officeDocument/2006/relationships/customXml" Target="../ink/ink91.xml"/><Relationship Id="rId6" Type="http://schemas.openxmlformats.org/officeDocument/2006/relationships/customXml" Target="../ink/ink3.xml"/><Relationship Id="rId23" Type="http://schemas.openxmlformats.org/officeDocument/2006/relationships/image" Target="../media/image19.png"/><Relationship Id="rId119" Type="http://schemas.openxmlformats.org/officeDocument/2006/relationships/image" Target="../media/image67.png"/><Relationship Id="rId44" Type="http://schemas.openxmlformats.org/officeDocument/2006/relationships/customXml" Target="../ink/ink22.xml"/><Relationship Id="rId65" Type="http://schemas.openxmlformats.org/officeDocument/2006/relationships/image" Target="../media/image40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51" Type="http://schemas.openxmlformats.org/officeDocument/2006/relationships/image" Target="../media/image83.png"/><Relationship Id="rId172" Type="http://schemas.openxmlformats.org/officeDocument/2006/relationships/customXml" Target="../ink/ink86.xml"/><Relationship Id="rId193" Type="http://schemas.openxmlformats.org/officeDocument/2006/relationships/image" Target="../media/image104.png"/><Relationship Id="rId207" Type="http://schemas.openxmlformats.org/officeDocument/2006/relationships/image" Target="../media/image111.png"/><Relationship Id="rId13" Type="http://schemas.openxmlformats.org/officeDocument/2006/relationships/image" Target="../media/image14.png"/><Relationship Id="rId109" Type="http://schemas.openxmlformats.org/officeDocument/2006/relationships/image" Target="../media/image62.png"/><Relationship Id="rId34" Type="http://schemas.openxmlformats.org/officeDocument/2006/relationships/customXml" Target="../ink/ink17.xml"/><Relationship Id="rId55" Type="http://schemas.openxmlformats.org/officeDocument/2006/relationships/image" Target="../media/image35.png"/><Relationship Id="rId76" Type="http://schemas.openxmlformats.org/officeDocument/2006/relationships/customXml" Target="../ink/ink38.xml"/><Relationship Id="rId97" Type="http://schemas.openxmlformats.org/officeDocument/2006/relationships/image" Target="../media/image56.png"/><Relationship Id="rId120" Type="http://schemas.openxmlformats.org/officeDocument/2006/relationships/customXml" Target="../ink/ink60.xml"/><Relationship Id="rId141" Type="http://schemas.openxmlformats.org/officeDocument/2006/relationships/image" Target="../media/image78.png"/><Relationship Id="rId7" Type="http://schemas.openxmlformats.org/officeDocument/2006/relationships/image" Target="../media/image11.png"/><Relationship Id="rId162" Type="http://schemas.openxmlformats.org/officeDocument/2006/relationships/customXml" Target="../ink/ink81.xml"/><Relationship Id="rId183" Type="http://schemas.openxmlformats.org/officeDocument/2006/relationships/image" Target="../media/image99.png"/><Relationship Id="rId24" Type="http://schemas.openxmlformats.org/officeDocument/2006/relationships/customXml" Target="../ink/ink12.xml"/><Relationship Id="rId45" Type="http://schemas.openxmlformats.org/officeDocument/2006/relationships/image" Target="../media/image30.png"/><Relationship Id="rId66" Type="http://schemas.openxmlformats.org/officeDocument/2006/relationships/customXml" Target="../ink/ink33.xml"/><Relationship Id="rId87" Type="http://schemas.openxmlformats.org/officeDocument/2006/relationships/image" Target="../media/image51.png"/><Relationship Id="rId110" Type="http://schemas.openxmlformats.org/officeDocument/2006/relationships/customXml" Target="../ink/ink55.xml"/><Relationship Id="rId131" Type="http://schemas.openxmlformats.org/officeDocument/2006/relationships/image" Target="../media/image73.png"/><Relationship Id="rId61" Type="http://schemas.openxmlformats.org/officeDocument/2006/relationships/image" Target="../media/image38.png"/><Relationship Id="rId82" Type="http://schemas.openxmlformats.org/officeDocument/2006/relationships/customXml" Target="../ink/ink41.xml"/><Relationship Id="rId152" Type="http://schemas.openxmlformats.org/officeDocument/2006/relationships/customXml" Target="../ink/ink76.xml"/><Relationship Id="rId173" Type="http://schemas.openxmlformats.org/officeDocument/2006/relationships/image" Target="../media/image94.png"/><Relationship Id="rId194" Type="http://schemas.openxmlformats.org/officeDocument/2006/relationships/customXml" Target="../ink/ink97.xml"/><Relationship Id="rId199" Type="http://schemas.openxmlformats.org/officeDocument/2006/relationships/image" Target="../media/image107.png"/><Relationship Id="rId203" Type="http://schemas.openxmlformats.org/officeDocument/2006/relationships/image" Target="../media/image109.png"/><Relationship Id="rId208" Type="http://schemas.openxmlformats.org/officeDocument/2006/relationships/customXml" Target="../ink/ink104.xml"/><Relationship Id="rId19" Type="http://schemas.openxmlformats.org/officeDocument/2006/relationships/image" Target="../media/image17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25.png"/><Relationship Id="rId56" Type="http://schemas.openxmlformats.org/officeDocument/2006/relationships/customXml" Target="../ink/ink28.xml"/><Relationship Id="rId77" Type="http://schemas.openxmlformats.org/officeDocument/2006/relationships/image" Target="../media/image46.png"/><Relationship Id="rId100" Type="http://schemas.openxmlformats.org/officeDocument/2006/relationships/customXml" Target="../ink/ink50.xml"/><Relationship Id="rId105" Type="http://schemas.openxmlformats.org/officeDocument/2006/relationships/image" Target="../media/image60.png"/><Relationship Id="rId126" Type="http://schemas.openxmlformats.org/officeDocument/2006/relationships/customXml" Target="../ink/ink63.xml"/><Relationship Id="rId147" Type="http://schemas.openxmlformats.org/officeDocument/2006/relationships/image" Target="../media/image81.png"/><Relationship Id="rId168" Type="http://schemas.openxmlformats.org/officeDocument/2006/relationships/customXml" Target="../ink/ink84.xml"/><Relationship Id="rId8" Type="http://schemas.openxmlformats.org/officeDocument/2006/relationships/customXml" Target="../ink/ink4.xml"/><Relationship Id="rId51" Type="http://schemas.openxmlformats.org/officeDocument/2006/relationships/image" Target="../media/image33.png"/><Relationship Id="rId72" Type="http://schemas.openxmlformats.org/officeDocument/2006/relationships/customXml" Target="../ink/ink36.xml"/><Relationship Id="rId93" Type="http://schemas.openxmlformats.org/officeDocument/2006/relationships/image" Target="../media/image54.png"/><Relationship Id="rId98" Type="http://schemas.openxmlformats.org/officeDocument/2006/relationships/customXml" Target="../ink/ink49.xml"/><Relationship Id="rId121" Type="http://schemas.openxmlformats.org/officeDocument/2006/relationships/image" Target="../media/image68.png"/><Relationship Id="rId142" Type="http://schemas.openxmlformats.org/officeDocument/2006/relationships/customXml" Target="../ink/ink71.xml"/><Relationship Id="rId163" Type="http://schemas.openxmlformats.org/officeDocument/2006/relationships/image" Target="../media/image89.png"/><Relationship Id="rId184" Type="http://schemas.openxmlformats.org/officeDocument/2006/relationships/customXml" Target="../ink/ink92.xml"/><Relationship Id="rId189" Type="http://schemas.openxmlformats.org/officeDocument/2006/relationships/image" Target="../media/image102.png"/><Relationship Id="rId3" Type="http://schemas.openxmlformats.org/officeDocument/2006/relationships/image" Target="../media/image9.png"/><Relationship Id="rId25" Type="http://schemas.openxmlformats.org/officeDocument/2006/relationships/image" Target="../media/image20.png"/><Relationship Id="rId46" Type="http://schemas.openxmlformats.org/officeDocument/2006/relationships/customXml" Target="../ink/ink23.xml"/><Relationship Id="rId67" Type="http://schemas.openxmlformats.org/officeDocument/2006/relationships/image" Target="../media/image41.png"/><Relationship Id="rId116" Type="http://schemas.openxmlformats.org/officeDocument/2006/relationships/customXml" Target="../ink/ink58.xml"/><Relationship Id="rId137" Type="http://schemas.openxmlformats.org/officeDocument/2006/relationships/image" Target="../media/image76.png"/><Relationship Id="rId158" Type="http://schemas.openxmlformats.org/officeDocument/2006/relationships/customXml" Target="../ink/ink79.xml"/><Relationship Id="rId20" Type="http://schemas.openxmlformats.org/officeDocument/2006/relationships/customXml" Target="../ink/ink10.xml"/><Relationship Id="rId41" Type="http://schemas.openxmlformats.org/officeDocument/2006/relationships/image" Target="../media/image28.png"/><Relationship Id="rId62" Type="http://schemas.openxmlformats.org/officeDocument/2006/relationships/customXml" Target="../ink/ink31.xml"/><Relationship Id="rId83" Type="http://schemas.openxmlformats.org/officeDocument/2006/relationships/image" Target="../media/image49.png"/><Relationship Id="rId88" Type="http://schemas.openxmlformats.org/officeDocument/2006/relationships/customXml" Target="../ink/ink44.xml"/><Relationship Id="rId111" Type="http://schemas.openxmlformats.org/officeDocument/2006/relationships/image" Target="../media/image63.png"/><Relationship Id="rId132" Type="http://schemas.openxmlformats.org/officeDocument/2006/relationships/customXml" Target="../ink/ink66.xml"/><Relationship Id="rId153" Type="http://schemas.openxmlformats.org/officeDocument/2006/relationships/image" Target="../media/image84.png"/><Relationship Id="rId174" Type="http://schemas.openxmlformats.org/officeDocument/2006/relationships/customXml" Target="../ink/ink87.xml"/><Relationship Id="rId179" Type="http://schemas.openxmlformats.org/officeDocument/2006/relationships/image" Target="../media/image97.png"/><Relationship Id="rId195" Type="http://schemas.openxmlformats.org/officeDocument/2006/relationships/image" Target="../media/image105.png"/><Relationship Id="rId209" Type="http://schemas.openxmlformats.org/officeDocument/2006/relationships/image" Target="../media/image112.png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15" Type="http://schemas.openxmlformats.org/officeDocument/2006/relationships/image" Target="../media/image15.png"/><Relationship Id="rId36" Type="http://schemas.openxmlformats.org/officeDocument/2006/relationships/customXml" Target="../ink/ink18.xml"/><Relationship Id="rId57" Type="http://schemas.openxmlformats.org/officeDocument/2006/relationships/image" Target="../media/image36.png"/><Relationship Id="rId106" Type="http://schemas.openxmlformats.org/officeDocument/2006/relationships/customXml" Target="../ink/ink53.xml"/><Relationship Id="rId127" Type="http://schemas.openxmlformats.org/officeDocument/2006/relationships/image" Target="../media/image71.png"/><Relationship Id="rId10" Type="http://schemas.openxmlformats.org/officeDocument/2006/relationships/customXml" Target="../ink/ink5.xml"/><Relationship Id="rId31" Type="http://schemas.openxmlformats.org/officeDocument/2006/relationships/image" Target="../media/image23.png"/><Relationship Id="rId52" Type="http://schemas.openxmlformats.org/officeDocument/2006/relationships/customXml" Target="../ink/ink26.xml"/><Relationship Id="rId73" Type="http://schemas.openxmlformats.org/officeDocument/2006/relationships/image" Target="../media/image44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57.png"/><Relationship Id="rId101" Type="http://schemas.openxmlformats.org/officeDocument/2006/relationships/image" Target="../media/image58.png"/><Relationship Id="rId122" Type="http://schemas.openxmlformats.org/officeDocument/2006/relationships/customXml" Target="../ink/ink61.xml"/><Relationship Id="rId143" Type="http://schemas.openxmlformats.org/officeDocument/2006/relationships/image" Target="../media/image79.png"/><Relationship Id="rId148" Type="http://schemas.openxmlformats.org/officeDocument/2006/relationships/customXml" Target="../ink/ink74.xml"/><Relationship Id="rId164" Type="http://schemas.openxmlformats.org/officeDocument/2006/relationships/customXml" Target="../ink/ink82.xml"/><Relationship Id="rId169" Type="http://schemas.openxmlformats.org/officeDocument/2006/relationships/image" Target="../media/image92.png"/><Relationship Id="rId185" Type="http://schemas.openxmlformats.org/officeDocument/2006/relationships/image" Target="../media/image100.png"/><Relationship Id="rId4" Type="http://schemas.openxmlformats.org/officeDocument/2006/relationships/customXml" Target="../ink/ink2.xml"/><Relationship Id="rId9" Type="http://schemas.openxmlformats.org/officeDocument/2006/relationships/image" Target="../media/image12.png"/><Relationship Id="rId180" Type="http://schemas.openxmlformats.org/officeDocument/2006/relationships/customXml" Target="../ink/ink90.xml"/><Relationship Id="rId210" Type="http://schemas.openxmlformats.org/officeDocument/2006/relationships/customXml" Target="../ink/ink105.xml"/><Relationship Id="rId26" Type="http://schemas.openxmlformats.org/officeDocument/2006/relationships/customXml" Target="../ink/ink13.xml"/><Relationship Id="rId47" Type="http://schemas.openxmlformats.org/officeDocument/2006/relationships/image" Target="../media/image31.png"/><Relationship Id="rId68" Type="http://schemas.openxmlformats.org/officeDocument/2006/relationships/customXml" Target="../ink/ink34.xml"/><Relationship Id="rId89" Type="http://schemas.openxmlformats.org/officeDocument/2006/relationships/image" Target="../media/image52.png"/><Relationship Id="rId112" Type="http://schemas.openxmlformats.org/officeDocument/2006/relationships/customXml" Target="../ink/ink56.xml"/><Relationship Id="rId133" Type="http://schemas.openxmlformats.org/officeDocument/2006/relationships/image" Target="../media/image74.png"/><Relationship Id="rId154" Type="http://schemas.openxmlformats.org/officeDocument/2006/relationships/customXml" Target="../ink/ink77.xml"/><Relationship Id="rId175" Type="http://schemas.openxmlformats.org/officeDocument/2006/relationships/image" Target="../media/image95.png"/><Relationship Id="rId196" Type="http://schemas.openxmlformats.org/officeDocument/2006/relationships/customXml" Target="../ink/ink98.xml"/><Relationship Id="rId200" Type="http://schemas.openxmlformats.org/officeDocument/2006/relationships/customXml" Target="../ink/ink100.xml"/><Relationship Id="rId16" Type="http://schemas.openxmlformats.org/officeDocument/2006/relationships/customXml" Target="../ink/ink8.xml"/><Relationship Id="rId37" Type="http://schemas.openxmlformats.org/officeDocument/2006/relationships/image" Target="../media/image26.png"/><Relationship Id="rId58" Type="http://schemas.openxmlformats.org/officeDocument/2006/relationships/customXml" Target="../ink/ink29.xml"/><Relationship Id="rId79" Type="http://schemas.openxmlformats.org/officeDocument/2006/relationships/image" Target="../media/image47.png"/><Relationship Id="rId102" Type="http://schemas.openxmlformats.org/officeDocument/2006/relationships/customXml" Target="../ink/ink51.xml"/><Relationship Id="rId123" Type="http://schemas.openxmlformats.org/officeDocument/2006/relationships/image" Target="../media/image69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65" Type="http://schemas.openxmlformats.org/officeDocument/2006/relationships/image" Target="../media/image90.png"/><Relationship Id="rId186" Type="http://schemas.openxmlformats.org/officeDocument/2006/relationships/customXml" Target="../ink/ink93.xml"/><Relationship Id="rId211" Type="http://schemas.openxmlformats.org/officeDocument/2006/relationships/image" Target="../media/image113.png"/><Relationship Id="rId27" Type="http://schemas.openxmlformats.org/officeDocument/2006/relationships/image" Target="../media/image21.png"/><Relationship Id="rId48" Type="http://schemas.openxmlformats.org/officeDocument/2006/relationships/customXml" Target="../ink/ink24.xml"/><Relationship Id="rId69" Type="http://schemas.openxmlformats.org/officeDocument/2006/relationships/image" Target="../media/image42.png"/><Relationship Id="rId113" Type="http://schemas.openxmlformats.org/officeDocument/2006/relationships/image" Target="../media/image64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55" Type="http://schemas.openxmlformats.org/officeDocument/2006/relationships/image" Target="../media/image85.png"/><Relationship Id="rId176" Type="http://schemas.openxmlformats.org/officeDocument/2006/relationships/customXml" Target="../ink/ink88.xml"/><Relationship Id="rId197" Type="http://schemas.openxmlformats.org/officeDocument/2006/relationships/image" Target="../media/image106.png"/><Relationship Id="rId201" Type="http://schemas.openxmlformats.org/officeDocument/2006/relationships/image" Target="../media/image108.png"/><Relationship Id="rId17" Type="http://schemas.openxmlformats.org/officeDocument/2006/relationships/image" Target="../media/image16.png"/><Relationship Id="rId38" Type="http://schemas.openxmlformats.org/officeDocument/2006/relationships/customXml" Target="../ink/ink19.xml"/><Relationship Id="rId59" Type="http://schemas.openxmlformats.org/officeDocument/2006/relationships/image" Target="../media/image37.png"/><Relationship Id="rId103" Type="http://schemas.openxmlformats.org/officeDocument/2006/relationships/image" Target="../media/image59.png"/><Relationship Id="rId124" Type="http://schemas.openxmlformats.org/officeDocument/2006/relationships/customXml" Target="../ink/ink62.xml"/><Relationship Id="rId70" Type="http://schemas.openxmlformats.org/officeDocument/2006/relationships/customXml" Target="../ink/ink35.xml"/><Relationship Id="rId91" Type="http://schemas.openxmlformats.org/officeDocument/2006/relationships/image" Target="../media/image53.png"/><Relationship Id="rId145" Type="http://schemas.openxmlformats.org/officeDocument/2006/relationships/image" Target="../media/image80.png"/><Relationship Id="rId166" Type="http://schemas.openxmlformats.org/officeDocument/2006/relationships/customXml" Target="../ink/ink83.xml"/><Relationship Id="rId187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14.xml"/><Relationship Id="rId49" Type="http://schemas.openxmlformats.org/officeDocument/2006/relationships/image" Target="../media/image32.png"/><Relationship Id="rId114" Type="http://schemas.openxmlformats.org/officeDocument/2006/relationships/customXml" Target="../ink/ink57.xml"/><Relationship Id="rId60" Type="http://schemas.openxmlformats.org/officeDocument/2006/relationships/customXml" Target="../ink/ink30.xml"/><Relationship Id="rId81" Type="http://schemas.openxmlformats.org/officeDocument/2006/relationships/image" Target="../media/image48.png"/><Relationship Id="rId135" Type="http://schemas.openxmlformats.org/officeDocument/2006/relationships/image" Target="../media/image75.png"/><Relationship Id="rId156" Type="http://schemas.openxmlformats.org/officeDocument/2006/relationships/customXml" Target="../ink/ink78.xml"/><Relationship Id="rId177" Type="http://schemas.openxmlformats.org/officeDocument/2006/relationships/image" Target="../media/image96.png"/><Relationship Id="rId198" Type="http://schemas.openxmlformats.org/officeDocument/2006/relationships/customXml" Target="../ink/ink99.xml"/><Relationship Id="rId202" Type="http://schemas.openxmlformats.org/officeDocument/2006/relationships/customXml" Target="../ink/ink101.xml"/><Relationship Id="rId18" Type="http://schemas.openxmlformats.org/officeDocument/2006/relationships/customXml" Target="../ink/ink9.xml"/><Relationship Id="rId39" Type="http://schemas.openxmlformats.org/officeDocument/2006/relationships/image" Target="../media/image27.png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25" Type="http://schemas.openxmlformats.org/officeDocument/2006/relationships/image" Target="../media/image70.png"/><Relationship Id="rId146" Type="http://schemas.openxmlformats.org/officeDocument/2006/relationships/customXml" Target="../ink/ink73.xml"/><Relationship Id="rId167" Type="http://schemas.openxmlformats.org/officeDocument/2006/relationships/image" Target="../media/image91.png"/><Relationship Id="rId188" Type="http://schemas.openxmlformats.org/officeDocument/2006/relationships/customXml" Target="../ink/ink94.xml"/><Relationship Id="rId71" Type="http://schemas.openxmlformats.org/officeDocument/2006/relationships/image" Target="../media/image43.png"/><Relationship Id="rId92" Type="http://schemas.openxmlformats.org/officeDocument/2006/relationships/customXml" Target="../ink/ink46.xml"/><Relationship Id="rId2" Type="http://schemas.openxmlformats.org/officeDocument/2006/relationships/customXml" Target="../ink/ink1.xml"/><Relationship Id="rId29" Type="http://schemas.openxmlformats.org/officeDocument/2006/relationships/image" Target="../media/image22.png"/><Relationship Id="rId40" Type="http://schemas.openxmlformats.org/officeDocument/2006/relationships/customXml" Target="../ink/ink20.xml"/><Relationship Id="rId115" Type="http://schemas.openxmlformats.org/officeDocument/2006/relationships/image" Target="../media/image65.png"/><Relationship Id="rId136" Type="http://schemas.openxmlformats.org/officeDocument/2006/relationships/customXml" Target="../ink/ink68.xml"/><Relationship Id="rId157" Type="http://schemas.openxmlformats.org/officeDocument/2006/relationships/image" Target="../media/image86.png"/><Relationship Id="rId178" Type="http://schemas.openxmlformats.org/officeDocument/2006/relationships/customXml" Target="../ink/ink8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oyuztechnologies/SAP_BTP_Training_CLD200/blob/master/Day%203/03%20application/03application/app/purchaseorderapp/annotations.cds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hyperlink" Target="https://github.com/soyuztechnologies/SAP_BTP_Training_CLD200/tree/master/Day%204/capm%20draft%20and%20value%20helps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74.png"/><Relationship Id="rId21" Type="http://schemas.openxmlformats.org/officeDocument/2006/relationships/image" Target="../media/image126.png"/><Relationship Id="rId42" Type="http://schemas.openxmlformats.org/officeDocument/2006/relationships/customXml" Target="../ink/ink126.xml"/><Relationship Id="rId63" Type="http://schemas.openxmlformats.org/officeDocument/2006/relationships/image" Target="../media/image147.png"/><Relationship Id="rId84" Type="http://schemas.openxmlformats.org/officeDocument/2006/relationships/customXml" Target="../ink/ink147.xml"/><Relationship Id="rId138" Type="http://schemas.openxmlformats.org/officeDocument/2006/relationships/customXml" Target="../ink/ink174.xml"/><Relationship Id="rId107" Type="http://schemas.openxmlformats.org/officeDocument/2006/relationships/image" Target="../media/image169.png"/><Relationship Id="rId11" Type="http://schemas.openxmlformats.org/officeDocument/2006/relationships/image" Target="../media/image121.png"/><Relationship Id="rId32" Type="http://schemas.openxmlformats.org/officeDocument/2006/relationships/customXml" Target="../ink/ink121.xml"/><Relationship Id="rId53" Type="http://schemas.openxmlformats.org/officeDocument/2006/relationships/image" Target="../media/image142.png"/><Relationship Id="rId74" Type="http://schemas.openxmlformats.org/officeDocument/2006/relationships/customXml" Target="../ink/ink142.xml"/><Relationship Id="rId128" Type="http://schemas.openxmlformats.org/officeDocument/2006/relationships/customXml" Target="../ink/ink169.xml"/><Relationship Id="rId149" Type="http://schemas.openxmlformats.org/officeDocument/2006/relationships/image" Target="../media/image190.png"/><Relationship Id="rId5" Type="http://schemas.openxmlformats.org/officeDocument/2006/relationships/image" Target="../media/image118.png"/><Relationship Id="rId95" Type="http://schemas.openxmlformats.org/officeDocument/2006/relationships/image" Target="../media/image163.png"/><Relationship Id="rId22" Type="http://schemas.openxmlformats.org/officeDocument/2006/relationships/customXml" Target="../ink/ink116.xml"/><Relationship Id="rId43" Type="http://schemas.openxmlformats.org/officeDocument/2006/relationships/image" Target="../media/image137.png"/><Relationship Id="rId64" Type="http://schemas.openxmlformats.org/officeDocument/2006/relationships/customXml" Target="../ink/ink137.xml"/><Relationship Id="rId118" Type="http://schemas.openxmlformats.org/officeDocument/2006/relationships/customXml" Target="../ink/ink164.xml"/><Relationship Id="rId139" Type="http://schemas.openxmlformats.org/officeDocument/2006/relationships/image" Target="../media/image185.png"/><Relationship Id="rId80" Type="http://schemas.openxmlformats.org/officeDocument/2006/relationships/customXml" Target="../ink/ink145.xml"/><Relationship Id="rId85" Type="http://schemas.openxmlformats.org/officeDocument/2006/relationships/image" Target="../media/image158.png"/><Relationship Id="rId150" Type="http://schemas.openxmlformats.org/officeDocument/2006/relationships/customXml" Target="../ink/ink180.xml"/><Relationship Id="rId155" Type="http://schemas.openxmlformats.org/officeDocument/2006/relationships/image" Target="../media/image193.png"/><Relationship Id="rId12" Type="http://schemas.openxmlformats.org/officeDocument/2006/relationships/customXml" Target="../ink/ink111.xml"/><Relationship Id="rId17" Type="http://schemas.openxmlformats.org/officeDocument/2006/relationships/image" Target="../media/image124.png"/><Relationship Id="rId33" Type="http://schemas.openxmlformats.org/officeDocument/2006/relationships/image" Target="../media/image132.png"/><Relationship Id="rId38" Type="http://schemas.openxmlformats.org/officeDocument/2006/relationships/customXml" Target="../ink/ink124.xml"/><Relationship Id="rId59" Type="http://schemas.openxmlformats.org/officeDocument/2006/relationships/image" Target="../media/image145.png"/><Relationship Id="rId103" Type="http://schemas.openxmlformats.org/officeDocument/2006/relationships/image" Target="../media/image167.png"/><Relationship Id="rId108" Type="http://schemas.openxmlformats.org/officeDocument/2006/relationships/customXml" Target="../ink/ink159.xml"/><Relationship Id="rId124" Type="http://schemas.openxmlformats.org/officeDocument/2006/relationships/customXml" Target="../ink/ink167.xml"/><Relationship Id="rId129" Type="http://schemas.openxmlformats.org/officeDocument/2006/relationships/image" Target="../media/image180.png"/><Relationship Id="rId54" Type="http://schemas.openxmlformats.org/officeDocument/2006/relationships/customXml" Target="../ink/ink132.xml"/><Relationship Id="rId70" Type="http://schemas.openxmlformats.org/officeDocument/2006/relationships/customXml" Target="../ink/ink140.xml"/><Relationship Id="rId75" Type="http://schemas.openxmlformats.org/officeDocument/2006/relationships/image" Target="../media/image153.png"/><Relationship Id="rId91" Type="http://schemas.openxmlformats.org/officeDocument/2006/relationships/image" Target="../media/image161.png"/><Relationship Id="rId96" Type="http://schemas.openxmlformats.org/officeDocument/2006/relationships/customXml" Target="../ink/ink153.xml"/><Relationship Id="rId140" Type="http://schemas.openxmlformats.org/officeDocument/2006/relationships/customXml" Target="../ink/ink175.xml"/><Relationship Id="rId145" Type="http://schemas.openxmlformats.org/officeDocument/2006/relationships/image" Target="../media/image18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8.xml"/><Relationship Id="rId23" Type="http://schemas.openxmlformats.org/officeDocument/2006/relationships/image" Target="../media/image127.png"/><Relationship Id="rId28" Type="http://schemas.openxmlformats.org/officeDocument/2006/relationships/customXml" Target="../ink/ink119.xml"/><Relationship Id="rId49" Type="http://schemas.openxmlformats.org/officeDocument/2006/relationships/image" Target="../media/image140.png"/><Relationship Id="rId114" Type="http://schemas.openxmlformats.org/officeDocument/2006/relationships/customXml" Target="../ink/ink162.xml"/><Relationship Id="rId119" Type="http://schemas.openxmlformats.org/officeDocument/2006/relationships/image" Target="../media/image175.png"/><Relationship Id="rId44" Type="http://schemas.openxmlformats.org/officeDocument/2006/relationships/customXml" Target="../ink/ink127.xml"/><Relationship Id="rId60" Type="http://schemas.openxmlformats.org/officeDocument/2006/relationships/customXml" Target="../ink/ink135.xml"/><Relationship Id="rId65" Type="http://schemas.openxmlformats.org/officeDocument/2006/relationships/image" Target="../media/image148.png"/><Relationship Id="rId81" Type="http://schemas.openxmlformats.org/officeDocument/2006/relationships/image" Target="../media/image156.png"/><Relationship Id="rId86" Type="http://schemas.openxmlformats.org/officeDocument/2006/relationships/customXml" Target="../ink/ink148.xml"/><Relationship Id="rId130" Type="http://schemas.openxmlformats.org/officeDocument/2006/relationships/customXml" Target="../ink/ink170.xml"/><Relationship Id="rId135" Type="http://schemas.openxmlformats.org/officeDocument/2006/relationships/image" Target="../media/image183.png"/><Relationship Id="rId151" Type="http://schemas.openxmlformats.org/officeDocument/2006/relationships/image" Target="../media/image191.png"/><Relationship Id="rId156" Type="http://schemas.openxmlformats.org/officeDocument/2006/relationships/customXml" Target="../ink/ink183.xml"/><Relationship Id="rId13" Type="http://schemas.openxmlformats.org/officeDocument/2006/relationships/image" Target="../media/image122.png"/><Relationship Id="rId18" Type="http://schemas.openxmlformats.org/officeDocument/2006/relationships/customXml" Target="../ink/ink114.xml"/><Relationship Id="rId39" Type="http://schemas.openxmlformats.org/officeDocument/2006/relationships/image" Target="../media/image135.png"/><Relationship Id="rId109" Type="http://schemas.openxmlformats.org/officeDocument/2006/relationships/image" Target="../media/image170.png"/><Relationship Id="rId34" Type="http://schemas.openxmlformats.org/officeDocument/2006/relationships/customXml" Target="../ink/ink122.xml"/><Relationship Id="rId50" Type="http://schemas.openxmlformats.org/officeDocument/2006/relationships/customXml" Target="../ink/ink130.xml"/><Relationship Id="rId55" Type="http://schemas.openxmlformats.org/officeDocument/2006/relationships/image" Target="../media/image143.png"/><Relationship Id="rId76" Type="http://schemas.openxmlformats.org/officeDocument/2006/relationships/customXml" Target="../ink/ink143.xml"/><Relationship Id="rId97" Type="http://schemas.openxmlformats.org/officeDocument/2006/relationships/image" Target="../media/image164.png"/><Relationship Id="rId104" Type="http://schemas.openxmlformats.org/officeDocument/2006/relationships/customXml" Target="../ink/ink157.xml"/><Relationship Id="rId120" Type="http://schemas.openxmlformats.org/officeDocument/2006/relationships/customXml" Target="../ink/ink165.xml"/><Relationship Id="rId125" Type="http://schemas.openxmlformats.org/officeDocument/2006/relationships/image" Target="../media/image178.png"/><Relationship Id="rId141" Type="http://schemas.openxmlformats.org/officeDocument/2006/relationships/image" Target="../media/image186.png"/><Relationship Id="rId146" Type="http://schemas.openxmlformats.org/officeDocument/2006/relationships/customXml" Target="../ink/ink178.xml"/><Relationship Id="rId7" Type="http://schemas.openxmlformats.org/officeDocument/2006/relationships/image" Target="../media/image119.png"/><Relationship Id="rId71" Type="http://schemas.openxmlformats.org/officeDocument/2006/relationships/image" Target="../media/image151.png"/><Relationship Id="rId92" Type="http://schemas.openxmlformats.org/officeDocument/2006/relationships/customXml" Target="../ink/ink151.xml"/><Relationship Id="rId2" Type="http://schemas.openxmlformats.org/officeDocument/2006/relationships/customXml" Target="../ink/ink106.xml"/><Relationship Id="rId29" Type="http://schemas.openxmlformats.org/officeDocument/2006/relationships/image" Target="../media/image130.png"/><Relationship Id="rId24" Type="http://schemas.openxmlformats.org/officeDocument/2006/relationships/customXml" Target="../ink/ink117.xml"/><Relationship Id="rId40" Type="http://schemas.openxmlformats.org/officeDocument/2006/relationships/customXml" Target="../ink/ink125.xml"/><Relationship Id="rId45" Type="http://schemas.openxmlformats.org/officeDocument/2006/relationships/image" Target="../media/image138.png"/><Relationship Id="rId66" Type="http://schemas.openxmlformats.org/officeDocument/2006/relationships/customXml" Target="../ink/ink138.xml"/><Relationship Id="rId87" Type="http://schemas.openxmlformats.org/officeDocument/2006/relationships/image" Target="../media/image159.png"/><Relationship Id="rId110" Type="http://schemas.openxmlformats.org/officeDocument/2006/relationships/customXml" Target="../ink/ink160.xml"/><Relationship Id="rId115" Type="http://schemas.openxmlformats.org/officeDocument/2006/relationships/image" Target="../media/image173.png"/><Relationship Id="rId131" Type="http://schemas.openxmlformats.org/officeDocument/2006/relationships/image" Target="../media/image181.png"/><Relationship Id="rId136" Type="http://schemas.openxmlformats.org/officeDocument/2006/relationships/customXml" Target="../ink/ink173.xml"/><Relationship Id="rId157" Type="http://schemas.openxmlformats.org/officeDocument/2006/relationships/image" Target="../media/image194.png"/><Relationship Id="rId61" Type="http://schemas.openxmlformats.org/officeDocument/2006/relationships/image" Target="../media/image146.png"/><Relationship Id="rId82" Type="http://schemas.openxmlformats.org/officeDocument/2006/relationships/customXml" Target="../ink/ink146.xml"/><Relationship Id="rId152" Type="http://schemas.openxmlformats.org/officeDocument/2006/relationships/customXml" Target="../ink/ink181.xml"/><Relationship Id="rId19" Type="http://schemas.openxmlformats.org/officeDocument/2006/relationships/image" Target="../media/image125.png"/><Relationship Id="rId14" Type="http://schemas.openxmlformats.org/officeDocument/2006/relationships/customXml" Target="../ink/ink112.xml"/><Relationship Id="rId30" Type="http://schemas.openxmlformats.org/officeDocument/2006/relationships/customXml" Target="../ink/ink120.xml"/><Relationship Id="rId35" Type="http://schemas.openxmlformats.org/officeDocument/2006/relationships/image" Target="../media/image133.png"/><Relationship Id="rId56" Type="http://schemas.openxmlformats.org/officeDocument/2006/relationships/customXml" Target="../ink/ink133.xml"/><Relationship Id="rId77" Type="http://schemas.openxmlformats.org/officeDocument/2006/relationships/image" Target="../media/image154.png"/><Relationship Id="rId100" Type="http://schemas.openxmlformats.org/officeDocument/2006/relationships/customXml" Target="../ink/ink155.xml"/><Relationship Id="rId105" Type="http://schemas.openxmlformats.org/officeDocument/2006/relationships/image" Target="../media/image168.png"/><Relationship Id="rId126" Type="http://schemas.openxmlformats.org/officeDocument/2006/relationships/customXml" Target="../ink/ink168.xml"/><Relationship Id="rId147" Type="http://schemas.openxmlformats.org/officeDocument/2006/relationships/image" Target="../media/image189.png"/><Relationship Id="rId8" Type="http://schemas.openxmlformats.org/officeDocument/2006/relationships/customXml" Target="../ink/ink109.xml"/><Relationship Id="rId51" Type="http://schemas.openxmlformats.org/officeDocument/2006/relationships/image" Target="../media/image141.png"/><Relationship Id="rId72" Type="http://schemas.openxmlformats.org/officeDocument/2006/relationships/customXml" Target="../ink/ink141.xml"/><Relationship Id="rId93" Type="http://schemas.openxmlformats.org/officeDocument/2006/relationships/image" Target="../media/image162.png"/><Relationship Id="rId98" Type="http://schemas.openxmlformats.org/officeDocument/2006/relationships/customXml" Target="../ink/ink154.xml"/><Relationship Id="rId121" Type="http://schemas.openxmlformats.org/officeDocument/2006/relationships/image" Target="../media/image176.png"/><Relationship Id="rId142" Type="http://schemas.openxmlformats.org/officeDocument/2006/relationships/customXml" Target="../ink/ink176.xml"/><Relationship Id="rId3" Type="http://schemas.openxmlformats.org/officeDocument/2006/relationships/image" Target="../media/image117.png"/><Relationship Id="rId25" Type="http://schemas.openxmlformats.org/officeDocument/2006/relationships/image" Target="../media/image128.png"/><Relationship Id="rId46" Type="http://schemas.openxmlformats.org/officeDocument/2006/relationships/customXml" Target="../ink/ink128.xml"/><Relationship Id="rId67" Type="http://schemas.openxmlformats.org/officeDocument/2006/relationships/image" Target="../media/image149.png"/><Relationship Id="rId116" Type="http://schemas.openxmlformats.org/officeDocument/2006/relationships/customXml" Target="../ink/ink163.xml"/><Relationship Id="rId137" Type="http://schemas.openxmlformats.org/officeDocument/2006/relationships/image" Target="../media/image184.png"/><Relationship Id="rId20" Type="http://schemas.openxmlformats.org/officeDocument/2006/relationships/customXml" Target="../ink/ink115.xml"/><Relationship Id="rId41" Type="http://schemas.openxmlformats.org/officeDocument/2006/relationships/image" Target="../media/image136.png"/><Relationship Id="rId62" Type="http://schemas.openxmlformats.org/officeDocument/2006/relationships/customXml" Target="../ink/ink136.xml"/><Relationship Id="rId83" Type="http://schemas.openxmlformats.org/officeDocument/2006/relationships/image" Target="../media/image157.png"/><Relationship Id="rId88" Type="http://schemas.openxmlformats.org/officeDocument/2006/relationships/customXml" Target="../ink/ink149.xml"/><Relationship Id="rId111" Type="http://schemas.openxmlformats.org/officeDocument/2006/relationships/image" Target="../media/image171.png"/><Relationship Id="rId132" Type="http://schemas.openxmlformats.org/officeDocument/2006/relationships/customXml" Target="../ink/ink171.xml"/><Relationship Id="rId153" Type="http://schemas.openxmlformats.org/officeDocument/2006/relationships/image" Target="../media/image192.png"/><Relationship Id="rId15" Type="http://schemas.openxmlformats.org/officeDocument/2006/relationships/image" Target="../media/image123.png"/><Relationship Id="rId36" Type="http://schemas.openxmlformats.org/officeDocument/2006/relationships/customXml" Target="../ink/ink123.xml"/><Relationship Id="rId57" Type="http://schemas.openxmlformats.org/officeDocument/2006/relationships/image" Target="../media/image144.png"/><Relationship Id="rId106" Type="http://schemas.openxmlformats.org/officeDocument/2006/relationships/customXml" Target="../ink/ink158.xml"/><Relationship Id="rId127" Type="http://schemas.openxmlformats.org/officeDocument/2006/relationships/image" Target="../media/image179.png"/><Relationship Id="rId10" Type="http://schemas.openxmlformats.org/officeDocument/2006/relationships/customXml" Target="../ink/ink110.xml"/><Relationship Id="rId31" Type="http://schemas.openxmlformats.org/officeDocument/2006/relationships/image" Target="../media/image131.png"/><Relationship Id="rId52" Type="http://schemas.openxmlformats.org/officeDocument/2006/relationships/customXml" Target="../ink/ink131.xml"/><Relationship Id="rId73" Type="http://schemas.openxmlformats.org/officeDocument/2006/relationships/image" Target="../media/image152.png"/><Relationship Id="rId78" Type="http://schemas.openxmlformats.org/officeDocument/2006/relationships/customXml" Target="../ink/ink144.xml"/><Relationship Id="rId94" Type="http://schemas.openxmlformats.org/officeDocument/2006/relationships/customXml" Target="../ink/ink152.xml"/><Relationship Id="rId99" Type="http://schemas.openxmlformats.org/officeDocument/2006/relationships/image" Target="../media/image165.png"/><Relationship Id="rId101" Type="http://schemas.openxmlformats.org/officeDocument/2006/relationships/image" Target="../media/image166.png"/><Relationship Id="rId122" Type="http://schemas.openxmlformats.org/officeDocument/2006/relationships/customXml" Target="../ink/ink166.xml"/><Relationship Id="rId143" Type="http://schemas.openxmlformats.org/officeDocument/2006/relationships/image" Target="../media/image187.png"/><Relationship Id="rId148" Type="http://schemas.openxmlformats.org/officeDocument/2006/relationships/customXml" Target="../ink/ink179.xml"/><Relationship Id="rId4" Type="http://schemas.openxmlformats.org/officeDocument/2006/relationships/customXml" Target="../ink/ink107.xml"/><Relationship Id="rId9" Type="http://schemas.openxmlformats.org/officeDocument/2006/relationships/image" Target="../media/image120.png"/><Relationship Id="rId26" Type="http://schemas.openxmlformats.org/officeDocument/2006/relationships/customXml" Target="../ink/ink118.xml"/><Relationship Id="rId47" Type="http://schemas.openxmlformats.org/officeDocument/2006/relationships/image" Target="../media/image139.png"/><Relationship Id="rId68" Type="http://schemas.openxmlformats.org/officeDocument/2006/relationships/customXml" Target="../ink/ink139.xml"/><Relationship Id="rId89" Type="http://schemas.openxmlformats.org/officeDocument/2006/relationships/image" Target="../media/image160.png"/><Relationship Id="rId112" Type="http://schemas.openxmlformats.org/officeDocument/2006/relationships/customXml" Target="../ink/ink161.xml"/><Relationship Id="rId133" Type="http://schemas.openxmlformats.org/officeDocument/2006/relationships/image" Target="../media/image182.png"/><Relationship Id="rId154" Type="http://schemas.openxmlformats.org/officeDocument/2006/relationships/customXml" Target="../ink/ink182.xml"/><Relationship Id="rId16" Type="http://schemas.openxmlformats.org/officeDocument/2006/relationships/customXml" Target="../ink/ink113.xml"/><Relationship Id="rId37" Type="http://schemas.openxmlformats.org/officeDocument/2006/relationships/image" Target="../media/image134.png"/><Relationship Id="rId58" Type="http://schemas.openxmlformats.org/officeDocument/2006/relationships/customXml" Target="../ink/ink134.xml"/><Relationship Id="rId79" Type="http://schemas.openxmlformats.org/officeDocument/2006/relationships/image" Target="../media/image155.png"/><Relationship Id="rId102" Type="http://schemas.openxmlformats.org/officeDocument/2006/relationships/customXml" Target="../ink/ink156.xml"/><Relationship Id="rId123" Type="http://schemas.openxmlformats.org/officeDocument/2006/relationships/image" Target="../media/image177.png"/><Relationship Id="rId144" Type="http://schemas.openxmlformats.org/officeDocument/2006/relationships/customXml" Target="../ink/ink177.xml"/><Relationship Id="rId90" Type="http://schemas.openxmlformats.org/officeDocument/2006/relationships/customXml" Target="../ink/ink150.xml"/><Relationship Id="rId27" Type="http://schemas.openxmlformats.org/officeDocument/2006/relationships/image" Target="../media/image129.png"/><Relationship Id="rId48" Type="http://schemas.openxmlformats.org/officeDocument/2006/relationships/customXml" Target="../ink/ink129.xml"/><Relationship Id="rId69" Type="http://schemas.openxmlformats.org/officeDocument/2006/relationships/image" Target="../media/image150.png"/><Relationship Id="rId113" Type="http://schemas.openxmlformats.org/officeDocument/2006/relationships/image" Target="../media/image172.png"/><Relationship Id="rId134" Type="http://schemas.openxmlformats.org/officeDocument/2006/relationships/customXml" Target="../ink/ink172.xml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52.png"/><Relationship Id="rId299" Type="http://schemas.openxmlformats.org/officeDocument/2006/relationships/image" Target="../media/image343.png"/><Relationship Id="rId21" Type="http://schemas.openxmlformats.org/officeDocument/2006/relationships/image" Target="../media/image204.png"/><Relationship Id="rId63" Type="http://schemas.openxmlformats.org/officeDocument/2006/relationships/image" Target="../media/image225.png"/><Relationship Id="rId159" Type="http://schemas.openxmlformats.org/officeDocument/2006/relationships/image" Target="../media/image273.png"/><Relationship Id="rId170" Type="http://schemas.openxmlformats.org/officeDocument/2006/relationships/customXml" Target="../ink/ink268.xml"/><Relationship Id="rId226" Type="http://schemas.openxmlformats.org/officeDocument/2006/relationships/customXml" Target="../ink/ink296.xml"/><Relationship Id="rId268" Type="http://schemas.openxmlformats.org/officeDocument/2006/relationships/customXml" Target="../ink/ink317.xml"/><Relationship Id="rId32" Type="http://schemas.openxmlformats.org/officeDocument/2006/relationships/customXml" Target="../ink/ink199.xml"/><Relationship Id="rId74" Type="http://schemas.openxmlformats.org/officeDocument/2006/relationships/customXml" Target="../ink/ink220.xml"/><Relationship Id="rId128" Type="http://schemas.openxmlformats.org/officeDocument/2006/relationships/customXml" Target="../ink/ink247.xml"/><Relationship Id="rId5" Type="http://schemas.openxmlformats.org/officeDocument/2006/relationships/image" Target="../media/image196.png"/><Relationship Id="rId181" Type="http://schemas.openxmlformats.org/officeDocument/2006/relationships/image" Target="../media/image284.png"/><Relationship Id="rId237" Type="http://schemas.openxmlformats.org/officeDocument/2006/relationships/image" Target="../media/image312.png"/><Relationship Id="rId279" Type="http://schemas.openxmlformats.org/officeDocument/2006/relationships/image" Target="../media/image333.png"/><Relationship Id="rId43" Type="http://schemas.openxmlformats.org/officeDocument/2006/relationships/image" Target="../media/image215.png"/><Relationship Id="rId139" Type="http://schemas.openxmlformats.org/officeDocument/2006/relationships/image" Target="../media/image263.png"/><Relationship Id="rId290" Type="http://schemas.openxmlformats.org/officeDocument/2006/relationships/customXml" Target="../ink/ink328.xml"/><Relationship Id="rId304" Type="http://schemas.openxmlformats.org/officeDocument/2006/relationships/customXml" Target="../ink/ink335.xml"/><Relationship Id="rId85" Type="http://schemas.openxmlformats.org/officeDocument/2006/relationships/image" Target="../media/image236.png"/><Relationship Id="rId150" Type="http://schemas.openxmlformats.org/officeDocument/2006/relationships/customXml" Target="../ink/ink258.xml"/><Relationship Id="rId192" Type="http://schemas.openxmlformats.org/officeDocument/2006/relationships/customXml" Target="../ink/ink279.xml"/><Relationship Id="rId206" Type="http://schemas.openxmlformats.org/officeDocument/2006/relationships/customXml" Target="../ink/ink286.xml"/><Relationship Id="rId248" Type="http://schemas.openxmlformats.org/officeDocument/2006/relationships/customXml" Target="../ink/ink307.xml"/><Relationship Id="rId12" Type="http://schemas.openxmlformats.org/officeDocument/2006/relationships/customXml" Target="../ink/ink189.xml"/><Relationship Id="rId108" Type="http://schemas.openxmlformats.org/officeDocument/2006/relationships/customXml" Target="../ink/ink237.xml"/><Relationship Id="rId315" Type="http://schemas.openxmlformats.org/officeDocument/2006/relationships/image" Target="../media/image351.png"/><Relationship Id="rId54" Type="http://schemas.openxmlformats.org/officeDocument/2006/relationships/customXml" Target="../ink/ink210.xml"/><Relationship Id="rId96" Type="http://schemas.openxmlformats.org/officeDocument/2006/relationships/customXml" Target="../ink/ink231.xml"/><Relationship Id="rId161" Type="http://schemas.openxmlformats.org/officeDocument/2006/relationships/image" Target="../media/image274.png"/><Relationship Id="rId217" Type="http://schemas.openxmlformats.org/officeDocument/2006/relationships/image" Target="../media/image302.png"/><Relationship Id="rId259" Type="http://schemas.openxmlformats.org/officeDocument/2006/relationships/image" Target="../media/image323.png"/><Relationship Id="rId23" Type="http://schemas.openxmlformats.org/officeDocument/2006/relationships/image" Target="../media/image205.png"/><Relationship Id="rId119" Type="http://schemas.openxmlformats.org/officeDocument/2006/relationships/image" Target="../media/image253.png"/><Relationship Id="rId270" Type="http://schemas.openxmlformats.org/officeDocument/2006/relationships/customXml" Target="../ink/ink318.xml"/><Relationship Id="rId65" Type="http://schemas.openxmlformats.org/officeDocument/2006/relationships/image" Target="../media/image226.png"/><Relationship Id="rId130" Type="http://schemas.openxmlformats.org/officeDocument/2006/relationships/customXml" Target="../ink/ink248.xml"/><Relationship Id="rId172" Type="http://schemas.openxmlformats.org/officeDocument/2006/relationships/customXml" Target="../ink/ink269.xml"/><Relationship Id="rId193" Type="http://schemas.openxmlformats.org/officeDocument/2006/relationships/image" Target="../media/image290.png"/><Relationship Id="rId207" Type="http://schemas.openxmlformats.org/officeDocument/2006/relationships/image" Target="../media/image297.png"/><Relationship Id="rId228" Type="http://schemas.openxmlformats.org/officeDocument/2006/relationships/customXml" Target="../ink/ink297.xml"/><Relationship Id="rId249" Type="http://schemas.openxmlformats.org/officeDocument/2006/relationships/image" Target="../media/image318.png"/><Relationship Id="rId13" Type="http://schemas.openxmlformats.org/officeDocument/2006/relationships/image" Target="../media/image200.png"/><Relationship Id="rId109" Type="http://schemas.openxmlformats.org/officeDocument/2006/relationships/image" Target="../media/image248.png"/><Relationship Id="rId260" Type="http://schemas.openxmlformats.org/officeDocument/2006/relationships/customXml" Target="../ink/ink313.xml"/><Relationship Id="rId281" Type="http://schemas.openxmlformats.org/officeDocument/2006/relationships/image" Target="../media/image334.png"/><Relationship Id="rId34" Type="http://schemas.openxmlformats.org/officeDocument/2006/relationships/customXml" Target="../ink/ink200.xml"/><Relationship Id="rId55" Type="http://schemas.openxmlformats.org/officeDocument/2006/relationships/image" Target="../media/image221.png"/><Relationship Id="rId76" Type="http://schemas.openxmlformats.org/officeDocument/2006/relationships/customXml" Target="../ink/ink221.xml"/><Relationship Id="rId97" Type="http://schemas.openxmlformats.org/officeDocument/2006/relationships/image" Target="../media/image242.png"/><Relationship Id="rId120" Type="http://schemas.openxmlformats.org/officeDocument/2006/relationships/customXml" Target="../ink/ink243.xml"/><Relationship Id="rId141" Type="http://schemas.openxmlformats.org/officeDocument/2006/relationships/image" Target="../media/image264.png"/><Relationship Id="rId7" Type="http://schemas.openxmlformats.org/officeDocument/2006/relationships/image" Target="../media/image197.png"/><Relationship Id="rId162" Type="http://schemas.openxmlformats.org/officeDocument/2006/relationships/customXml" Target="../ink/ink264.xml"/><Relationship Id="rId183" Type="http://schemas.openxmlformats.org/officeDocument/2006/relationships/image" Target="../media/image285.png"/><Relationship Id="rId218" Type="http://schemas.openxmlformats.org/officeDocument/2006/relationships/customXml" Target="../ink/ink292.xml"/><Relationship Id="rId239" Type="http://schemas.openxmlformats.org/officeDocument/2006/relationships/image" Target="../media/image313.png"/><Relationship Id="rId250" Type="http://schemas.openxmlformats.org/officeDocument/2006/relationships/customXml" Target="../ink/ink308.xml"/><Relationship Id="rId271" Type="http://schemas.openxmlformats.org/officeDocument/2006/relationships/image" Target="../media/image329.png"/><Relationship Id="rId292" Type="http://schemas.openxmlformats.org/officeDocument/2006/relationships/customXml" Target="../ink/ink329.xml"/><Relationship Id="rId306" Type="http://schemas.openxmlformats.org/officeDocument/2006/relationships/customXml" Target="../ink/ink336.xml"/><Relationship Id="rId24" Type="http://schemas.openxmlformats.org/officeDocument/2006/relationships/customXml" Target="../ink/ink195.xml"/><Relationship Id="rId45" Type="http://schemas.openxmlformats.org/officeDocument/2006/relationships/image" Target="../media/image216.png"/><Relationship Id="rId66" Type="http://schemas.openxmlformats.org/officeDocument/2006/relationships/customXml" Target="../ink/ink216.xml"/><Relationship Id="rId87" Type="http://schemas.openxmlformats.org/officeDocument/2006/relationships/image" Target="../media/image237.png"/><Relationship Id="rId110" Type="http://schemas.openxmlformats.org/officeDocument/2006/relationships/customXml" Target="../ink/ink238.xml"/><Relationship Id="rId131" Type="http://schemas.openxmlformats.org/officeDocument/2006/relationships/image" Target="../media/image259.png"/><Relationship Id="rId152" Type="http://schemas.openxmlformats.org/officeDocument/2006/relationships/customXml" Target="../ink/ink259.xml"/><Relationship Id="rId173" Type="http://schemas.openxmlformats.org/officeDocument/2006/relationships/image" Target="../media/image280.png"/><Relationship Id="rId194" Type="http://schemas.openxmlformats.org/officeDocument/2006/relationships/customXml" Target="../ink/ink280.xml"/><Relationship Id="rId208" Type="http://schemas.openxmlformats.org/officeDocument/2006/relationships/customXml" Target="../ink/ink287.xml"/><Relationship Id="rId229" Type="http://schemas.openxmlformats.org/officeDocument/2006/relationships/image" Target="../media/image308.png"/><Relationship Id="rId240" Type="http://schemas.openxmlformats.org/officeDocument/2006/relationships/customXml" Target="../ink/ink303.xml"/><Relationship Id="rId261" Type="http://schemas.openxmlformats.org/officeDocument/2006/relationships/image" Target="../media/image324.png"/><Relationship Id="rId14" Type="http://schemas.openxmlformats.org/officeDocument/2006/relationships/customXml" Target="../ink/ink190.xml"/><Relationship Id="rId35" Type="http://schemas.openxmlformats.org/officeDocument/2006/relationships/image" Target="../media/image211.png"/><Relationship Id="rId56" Type="http://schemas.openxmlformats.org/officeDocument/2006/relationships/customXml" Target="../ink/ink211.xml"/><Relationship Id="rId77" Type="http://schemas.openxmlformats.org/officeDocument/2006/relationships/image" Target="../media/image232.png"/><Relationship Id="rId100" Type="http://schemas.openxmlformats.org/officeDocument/2006/relationships/customXml" Target="../ink/ink233.xml"/><Relationship Id="rId282" Type="http://schemas.openxmlformats.org/officeDocument/2006/relationships/customXml" Target="../ink/ink324.xml"/><Relationship Id="rId8" Type="http://schemas.openxmlformats.org/officeDocument/2006/relationships/customXml" Target="../ink/ink187.xml"/><Relationship Id="rId98" Type="http://schemas.openxmlformats.org/officeDocument/2006/relationships/customXml" Target="../ink/ink232.xml"/><Relationship Id="rId121" Type="http://schemas.openxmlformats.org/officeDocument/2006/relationships/image" Target="../media/image254.png"/><Relationship Id="rId142" Type="http://schemas.openxmlformats.org/officeDocument/2006/relationships/customXml" Target="../ink/ink254.xml"/><Relationship Id="rId163" Type="http://schemas.openxmlformats.org/officeDocument/2006/relationships/image" Target="../media/image275.png"/><Relationship Id="rId184" Type="http://schemas.openxmlformats.org/officeDocument/2006/relationships/customXml" Target="../ink/ink275.xml"/><Relationship Id="rId219" Type="http://schemas.openxmlformats.org/officeDocument/2006/relationships/image" Target="../media/image303.png"/><Relationship Id="rId230" Type="http://schemas.openxmlformats.org/officeDocument/2006/relationships/customXml" Target="../ink/ink298.xml"/><Relationship Id="rId251" Type="http://schemas.openxmlformats.org/officeDocument/2006/relationships/image" Target="../media/image319.png"/><Relationship Id="rId25" Type="http://schemas.openxmlformats.org/officeDocument/2006/relationships/image" Target="../media/image206.png"/><Relationship Id="rId46" Type="http://schemas.openxmlformats.org/officeDocument/2006/relationships/customXml" Target="../ink/ink206.xml"/><Relationship Id="rId67" Type="http://schemas.openxmlformats.org/officeDocument/2006/relationships/image" Target="../media/image227.png"/><Relationship Id="rId272" Type="http://schemas.openxmlformats.org/officeDocument/2006/relationships/customXml" Target="../ink/ink319.xml"/><Relationship Id="rId293" Type="http://schemas.openxmlformats.org/officeDocument/2006/relationships/image" Target="../media/image340.png"/><Relationship Id="rId307" Type="http://schemas.openxmlformats.org/officeDocument/2006/relationships/image" Target="../media/image347.png"/><Relationship Id="rId88" Type="http://schemas.openxmlformats.org/officeDocument/2006/relationships/customXml" Target="../ink/ink227.xml"/><Relationship Id="rId111" Type="http://schemas.openxmlformats.org/officeDocument/2006/relationships/image" Target="../media/image249.png"/><Relationship Id="rId132" Type="http://schemas.openxmlformats.org/officeDocument/2006/relationships/customXml" Target="../ink/ink249.xml"/><Relationship Id="rId153" Type="http://schemas.openxmlformats.org/officeDocument/2006/relationships/image" Target="../media/image270.png"/><Relationship Id="rId174" Type="http://schemas.openxmlformats.org/officeDocument/2006/relationships/customXml" Target="../ink/ink270.xml"/><Relationship Id="rId195" Type="http://schemas.openxmlformats.org/officeDocument/2006/relationships/image" Target="../media/image291.png"/><Relationship Id="rId209" Type="http://schemas.openxmlformats.org/officeDocument/2006/relationships/image" Target="../media/image298.png"/><Relationship Id="rId220" Type="http://schemas.openxmlformats.org/officeDocument/2006/relationships/customXml" Target="../ink/ink293.xml"/><Relationship Id="rId241" Type="http://schemas.openxmlformats.org/officeDocument/2006/relationships/image" Target="../media/image314.png"/><Relationship Id="rId15" Type="http://schemas.openxmlformats.org/officeDocument/2006/relationships/image" Target="../media/image201.png"/><Relationship Id="rId36" Type="http://schemas.openxmlformats.org/officeDocument/2006/relationships/customXml" Target="../ink/ink201.xml"/><Relationship Id="rId57" Type="http://schemas.openxmlformats.org/officeDocument/2006/relationships/image" Target="../media/image222.png"/><Relationship Id="rId262" Type="http://schemas.openxmlformats.org/officeDocument/2006/relationships/customXml" Target="../ink/ink314.xml"/><Relationship Id="rId283" Type="http://schemas.openxmlformats.org/officeDocument/2006/relationships/image" Target="../media/image335.png"/><Relationship Id="rId78" Type="http://schemas.openxmlformats.org/officeDocument/2006/relationships/customXml" Target="../ink/ink222.xml"/><Relationship Id="rId99" Type="http://schemas.openxmlformats.org/officeDocument/2006/relationships/image" Target="../media/image243.png"/><Relationship Id="rId101" Type="http://schemas.openxmlformats.org/officeDocument/2006/relationships/image" Target="../media/image244.png"/><Relationship Id="rId122" Type="http://schemas.openxmlformats.org/officeDocument/2006/relationships/customXml" Target="../ink/ink244.xml"/><Relationship Id="rId143" Type="http://schemas.openxmlformats.org/officeDocument/2006/relationships/image" Target="../media/image265.png"/><Relationship Id="rId164" Type="http://schemas.openxmlformats.org/officeDocument/2006/relationships/customXml" Target="../ink/ink265.xml"/><Relationship Id="rId185" Type="http://schemas.openxmlformats.org/officeDocument/2006/relationships/image" Target="../media/image286.png"/><Relationship Id="rId9" Type="http://schemas.openxmlformats.org/officeDocument/2006/relationships/image" Target="../media/image198.png"/><Relationship Id="rId210" Type="http://schemas.openxmlformats.org/officeDocument/2006/relationships/customXml" Target="../ink/ink288.xml"/><Relationship Id="rId26" Type="http://schemas.openxmlformats.org/officeDocument/2006/relationships/customXml" Target="../ink/ink196.xml"/><Relationship Id="rId231" Type="http://schemas.openxmlformats.org/officeDocument/2006/relationships/image" Target="../media/image309.png"/><Relationship Id="rId252" Type="http://schemas.openxmlformats.org/officeDocument/2006/relationships/customXml" Target="../ink/ink309.xml"/><Relationship Id="rId273" Type="http://schemas.openxmlformats.org/officeDocument/2006/relationships/image" Target="../media/image330.png"/><Relationship Id="rId294" Type="http://schemas.openxmlformats.org/officeDocument/2006/relationships/customXml" Target="../ink/ink330.xml"/><Relationship Id="rId308" Type="http://schemas.openxmlformats.org/officeDocument/2006/relationships/customXml" Target="../ink/ink337.xml"/><Relationship Id="rId47" Type="http://schemas.openxmlformats.org/officeDocument/2006/relationships/image" Target="../media/image217.png"/><Relationship Id="rId68" Type="http://schemas.openxmlformats.org/officeDocument/2006/relationships/customXml" Target="../ink/ink217.xml"/><Relationship Id="rId89" Type="http://schemas.openxmlformats.org/officeDocument/2006/relationships/image" Target="../media/image238.png"/><Relationship Id="rId112" Type="http://schemas.openxmlformats.org/officeDocument/2006/relationships/customXml" Target="../ink/ink239.xml"/><Relationship Id="rId133" Type="http://schemas.openxmlformats.org/officeDocument/2006/relationships/image" Target="../media/image260.png"/><Relationship Id="rId154" Type="http://schemas.openxmlformats.org/officeDocument/2006/relationships/customXml" Target="../ink/ink260.xml"/><Relationship Id="rId175" Type="http://schemas.openxmlformats.org/officeDocument/2006/relationships/image" Target="../media/image281.png"/><Relationship Id="rId196" Type="http://schemas.openxmlformats.org/officeDocument/2006/relationships/customXml" Target="../ink/ink281.xml"/><Relationship Id="rId200" Type="http://schemas.openxmlformats.org/officeDocument/2006/relationships/customXml" Target="../ink/ink283.xml"/><Relationship Id="rId16" Type="http://schemas.openxmlformats.org/officeDocument/2006/relationships/customXml" Target="../ink/ink191.xml"/><Relationship Id="rId221" Type="http://schemas.openxmlformats.org/officeDocument/2006/relationships/image" Target="../media/image304.png"/><Relationship Id="rId242" Type="http://schemas.openxmlformats.org/officeDocument/2006/relationships/customXml" Target="../ink/ink304.xml"/><Relationship Id="rId263" Type="http://schemas.openxmlformats.org/officeDocument/2006/relationships/image" Target="../media/image325.png"/><Relationship Id="rId284" Type="http://schemas.openxmlformats.org/officeDocument/2006/relationships/customXml" Target="../ink/ink325.xml"/><Relationship Id="rId37" Type="http://schemas.openxmlformats.org/officeDocument/2006/relationships/image" Target="../media/image212.png"/><Relationship Id="rId58" Type="http://schemas.openxmlformats.org/officeDocument/2006/relationships/customXml" Target="../ink/ink212.xml"/><Relationship Id="rId79" Type="http://schemas.openxmlformats.org/officeDocument/2006/relationships/image" Target="../media/image233.png"/><Relationship Id="rId102" Type="http://schemas.openxmlformats.org/officeDocument/2006/relationships/customXml" Target="../ink/ink234.xml"/><Relationship Id="rId123" Type="http://schemas.openxmlformats.org/officeDocument/2006/relationships/image" Target="../media/image255.png"/><Relationship Id="rId144" Type="http://schemas.openxmlformats.org/officeDocument/2006/relationships/customXml" Target="../ink/ink255.xml"/><Relationship Id="rId90" Type="http://schemas.openxmlformats.org/officeDocument/2006/relationships/customXml" Target="../ink/ink228.xml"/><Relationship Id="rId165" Type="http://schemas.openxmlformats.org/officeDocument/2006/relationships/image" Target="../media/image276.png"/><Relationship Id="rId186" Type="http://schemas.openxmlformats.org/officeDocument/2006/relationships/customXml" Target="../ink/ink276.xml"/><Relationship Id="rId211" Type="http://schemas.openxmlformats.org/officeDocument/2006/relationships/image" Target="../media/image299.png"/><Relationship Id="rId232" Type="http://schemas.openxmlformats.org/officeDocument/2006/relationships/customXml" Target="../ink/ink299.xml"/><Relationship Id="rId253" Type="http://schemas.openxmlformats.org/officeDocument/2006/relationships/image" Target="../media/image320.png"/><Relationship Id="rId274" Type="http://schemas.openxmlformats.org/officeDocument/2006/relationships/customXml" Target="../ink/ink320.xml"/><Relationship Id="rId295" Type="http://schemas.openxmlformats.org/officeDocument/2006/relationships/image" Target="../media/image341.png"/><Relationship Id="rId309" Type="http://schemas.openxmlformats.org/officeDocument/2006/relationships/image" Target="../media/image348.png"/><Relationship Id="rId27" Type="http://schemas.openxmlformats.org/officeDocument/2006/relationships/image" Target="../media/image207.png"/><Relationship Id="rId48" Type="http://schemas.openxmlformats.org/officeDocument/2006/relationships/customXml" Target="../ink/ink207.xml"/><Relationship Id="rId69" Type="http://schemas.openxmlformats.org/officeDocument/2006/relationships/image" Target="../media/image228.png"/><Relationship Id="rId113" Type="http://schemas.openxmlformats.org/officeDocument/2006/relationships/image" Target="../media/image250.png"/><Relationship Id="rId134" Type="http://schemas.openxmlformats.org/officeDocument/2006/relationships/customXml" Target="../ink/ink250.xml"/><Relationship Id="rId80" Type="http://schemas.openxmlformats.org/officeDocument/2006/relationships/customXml" Target="../ink/ink223.xml"/><Relationship Id="rId155" Type="http://schemas.openxmlformats.org/officeDocument/2006/relationships/image" Target="../media/image271.png"/><Relationship Id="rId176" Type="http://schemas.openxmlformats.org/officeDocument/2006/relationships/customXml" Target="../ink/ink271.xml"/><Relationship Id="rId197" Type="http://schemas.openxmlformats.org/officeDocument/2006/relationships/image" Target="../media/image292.png"/><Relationship Id="rId201" Type="http://schemas.openxmlformats.org/officeDocument/2006/relationships/image" Target="../media/image294.png"/><Relationship Id="rId222" Type="http://schemas.openxmlformats.org/officeDocument/2006/relationships/customXml" Target="../ink/ink294.xml"/><Relationship Id="rId243" Type="http://schemas.openxmlformats.org/officeDocument/2006/relationships/image" Target="../media/image315.png"/><Relationship Id="rId264" Type="http://schemas.openxmlformats.org/officeDocument/2006/relationships/customXml" Target="../ink/ink315.xml"/><Relationship Id="rId285" Type="http://schemas.openxmlformats.org/officeDocument/2006/relationships/image" Target="../media/image336.png"/><Relationship Id="rId17" Type="http://schemas.openxmlformats.org/officeDocument/2006/relationships/image" Target="../media/image202.png"/><Relationship Id="rId38" Type="http://schemas.openxmlformats.org/officeDocument/2006/relationships/customXml" Target="../ink/ink202.xml"/><Relationship Id="rId59" Type="http://schemas.openxmlformats.org/officeDocument/2006/relationships/image" Target="../media/image223.png"/><Relationship Id="rId103" Type="http://schemas.openxmlformats.org/officeDocument/2006/relationships/image" Target="../media/image245.png"/><Relationship Id="rId124" Type="http://schemas.openxmlformats.org/officeDocument/2006/relationships/customXml" Target="../ink/ink245.xml"/><Relationship Id="rId310" Type="http://schemas.openxmlformats.org/officeDocument/2006/relationships/customXml" Target="../ink/ink338.xml"/><Relationship Id="rId70" Type="http://schemas.openxmlformats.org/officeDocument/2006/relationships/customXml" Target="../ink/ink218.xml"/><Relationship Id="rId91" Type="http://schemas.openxmlformats.org/officeDocument/2006/relationships/image" Target="../media/image239.png"/><Relationship Id="rId145" Type="http://schemas.openxmlformats.org/officeDocument/2006/relationships/image" Target="../media/image266.png"/><Relationship Id="rId166" Type="http://schemas.openxmlformats.org/officeDocument/2006/relationships/customXml" Target="../ink/ink266.xml"/><Relationship Id="rId187" Type="http://schemas.openxmlformats.org/officeDocument/2006/relationships/image" Target="../media/image287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89.xml"/><Relationship Id="rId233" Type="http://schemas.openxmlformats.org/officeDocument/2006/relationships/image" Target="../media/image310.png"/><Relationship Id="rId254" Type="http://schemas.openxmlformats.org/officeDocument/2006/relationships/customXml" Target="../ink/ink310.xml"/><Relationship Id="rId28" Type="http://schemas.openxmlformats.org/officeDocument/2006/relationships/customXml" Target="../ink/ink197.xml"/><Relationship Id="rId49" Type="http://schemas.openxmlformats.org/officeDocument/2006/relationships/image" Target="../media/image218.png"/><Relationship Id="rId114" Type="http://schemas.openxmlformats.org/officeDocument/2006/relationships/customXml" Target="../ink/ink240.xml"/><Relationship Id="rId275" Type="http://schemas.openxmlformats.org/officeDocument/2006/relationships/image" Target="../media/image331.png"/><Relationship Id="rId296" Type="http://schemas.openxmlformats.org/officeDocument/2006/relationships/customXml" Target="../ink/ink331.xml"/><Relationship Id="rId300" Type="http://schemas.openxmlformats.org/officeDocument/2006/relationships/customXml" Target="../ink/ink333.xml"/><Relationship Id="rId60" Type="http://schemas.openxmlformats.org/officeDocument/2006/relationships/customXml" Target="../ink/ink213.xml"/><Relationship Id="rId81" Type="http://schemas.openxmlformats.org/officeDocument/2006/relationships/image" Target="../media/image234.png"/><Relationship Id="rId135" Type="http://schemas.openxmlformats.org/officeDocument/2006/relationships/image" Target="../media/image261.png"/><Relationship Id="rId156" Type="http://schemas.openxmlformats.org/officeDocument/2006/relationships/customXml" Target="../ink/ink261.xml"/><Relationship Id="rId177" Type="http://schemas.openxmlformats.org/officeDocument/2006/relationships/image" Target="../media/image282.png"/><Relationship Id="rId198" Type="http://schemas.openxmlformats.org/officeDocument/2006/relationships/customXml" Target="../ink/ink282.xml"/><Relationship Id="rId202" Type="http://schemas.openxmlformats.org/officeDocument/2006/relationships/customXml" Target="../ink/ink284.xml"/><Relationship Id="rId223" Type="http://schemas.openxmlformats.org/officeDocument/2006/relationships/image" Target="../media/image305.png"/><Relationship Id="rId244" Type="http://schemas.openxmlformats.org/officeDocument/2006/relationships/customXml" Target="../ink/ink305.xml"/><Relationship Id="rId18" Type="http://schemas.openxmlformats.org/officeDocument/2006/relationships/customXml" Target="../ink/ink192.xml"/><Relationship Id="rId39" Type="http://schemas.openxmlformats.org/officeDocument/2006/relationships/image" Target="../media/image213.png"/><Relationship Id="rId265" Type="http://schemas.openxmlformats.org/officeDocument/2006/relationships/image" Target="../media/image326.png"/><Relationship Id="rId286" Type="http://schemas.openxmlformats.org/officeDocument/2006/relationships/customXml" Target="../ink/ink326.xml"/><Relationship Id="rId50" Type="http://schemas.openxmlformats.org/officeDocument/2006/relationships/customXml" Target="../ink/ink208.xml"/><Relationship Id="rId104" Type="http://schemas.openxmlformats.org/officeDocument/2006/relationships/customXml" Target="../ink/ink235.xml"/><Relationship Id="rId125" Type="http://schemas.openxmlformats.org/officeDocument/2006/relationships/image" Target="../media/image256.png"/><Relationship Id="rId146" Type="http://schemas.openxmlformats.org/officeDocument/2006/relationships/customXml" Target="../ink/ink256.xml"/><Relationship Id="rId167" Type="http://schemas.openxmlformats.org/officeDocument/2006/relationships/image" Target="../media/image277.png"/><Relationship Id="rId188" Type="http://schemas.openxmlformats.org/officeDocument/2006/relationships/customXml" Target="../ink/ink277.xml"/><Relationship Id="rId311" Type="http://schemas.openxmlformats.org/officeDocument/2006/relationships/image" Target="../media/image349.png"/><Relationship Id="rId71" Type="http://schemas.openxmlformats.org/officeDocument/2006/relationships/image" Target="../media/image229.png"/><Relationship Id="rId92" Type="http://schemas.openxmlformats.org/officeDocument/2006/relationships/customXml" Target="../ink/ink229.xml"/><Relationship Id="rId213" Type="http://schemas.openxmlformats.org/officeDocument/2006/relationships/image" Target="../media/image300.png"/><Relationship Id="rId234" Type="http://schemas.openxmlformats.org/officeDocument/2006/relationships/customXml" Target="../ink/ink300.xml"/><Relationship Id="rId2" Type="http://schemas.openxmlformats.org/officeDocument/2006/relationships/customXml" Target="../ink/ink184.xml"/><Relationship Id="rId29" Type="http://schemas.openxmlformats.org/officeDocument/2006/relationships/image" Target="../media/image208.png"/><Relationship Id="rId255" Type="http://schemas.openxmlformats.org/officeDocument/2006/relationships/image" Target="../media/image321.png"/><Relationship Id="rId276" Type="http://schemas.openxmlformats.org/officeDocument/2006/relationships/customXml" Target="../ink/ink321.xml"/><Relationship Id="rId297" Type="http://schemas.openxmlformats.org/officeDocument/2006/relationships/image" Target="../media/image342.png"/><Relationship Id="rId40" Type="http://schemas.openxmlformats.org/officeDocument/2006/relationships/customXml" Target="../ink/ink203.xml"/><Relationship Id="rId115" Type="http://schemas.openxmlformats.org/officeDocument/2006/relationships/image" Target="../media/image251.png"/><Relationship Id="rId136" Type="http://schemas.openxmlformats.org/officeDocument/2006/relationships/customXml" Target="../ink/ink251.xml"/><Relationship Id="rId157" Type="http://schemas.openxmlformats.org/officeDocument/2006/relationships/image" Target="../media/image272.png"/><Relationship Id="rId178" Type="http://schemas.openxmlformats.org/officeDocument/2006/relationships/customXml" Target="../ink/ink272.xml"/><Relationship Id="rId301" Type="http://schemas.openxmlformats.org/officeDocument/2006/relationships/image" Target="../media/image344.png"/><Relationship Id="rId61" Type="http://schemas.openxmlformats.org/officeDocument/2006/relationships/image" Target="../media/image224.png"/><Relationship Id="rId82" Type="http://schemas.openxmlformats.org/officeDocument/2006/relationships/customXml" Target="../ink/ink224.xml"/><Relationship Id="rId199" Type="http://schemas.openxmlformats.org/officeDocument/2006/relationships/image" Target="../media/image293.png"/><Relationship Id="rId203" Type="http://schemas.openxmlformats.org/officeDocument/2006/relationships/image" Target="../media/image295.png"/><Relationship Id="rId19" Type="http://schemas.openxmlformats.org/officeDocument/2006/relationships/image" Target="../media/image203.png"/><Relationship Id="rId224" Type="http://schemas.openxmlformats.org/officeDocument/2006/relationships/customXml" Target="../ink/ink295.xml"/><Relationship Id="rId245" Type="http://schemas.openxmlformats.org/officeDocument/2006/relationships/image" Target="../media/image316.png"/><Relationship Id="rId266" Type="http://schemas.openxmlformats.org/officeDocument/2006/relationships/customXml" Target="../ink/ink316.xml"/><Relationship Id="rId287" Type="http://schemas.openxmlformats.org/officeDocument/2006/relationships/image" Target="../media/image337.png"/><Relationship Id="rId30" Type="http://schemas.openxmlformats.org/officeDocument/2006/relationships/customXml" Target="../ink/ink198.xml"/><Relationship Id="rId105" Type="http://schemas.openxmlformats.org/officeDocument/2006/relationships/image" Target="../media/image246.png"/><Relationship Id="rId126" Type="http://schemas.openxmlformats.org/officeDocument/2006/relationships/customXml" Target="../ink/ink246.xml"/><Relationship Id="rId147" Type="http://schemas.openxmlformats.org/officeDocument/2006/relationships/image" Target="../media/image267.png"/><Relationship Id="rId168" Type="http://schemas.openxmlformats.org/officeDocument/2006/relationships/customXml" Target="../ink/ink267.xml"/><Relationship Id="rId312" Type="http://schemas.openxmlformats.org/officeDocument/2006/relationships/customXml" Target="../ink/ink339.xml"/><Relationship Id="rId51" Type="http://schemas.openxmlformats.org/officeDocument/2006/relationships/image" Target="../media/image219.png"/><Relationship Id="rId72" Type="http://schemas.openxmlformats.org/officeDocument/2006/relationships/customXml" Target="../ink/ink219.xml"/><Relationship Id="rId93" Type="http://schemas.openxmlformats.org/officeDocument/2006/relationships/image" Target="../media/image240.png"/><Relationship Id="rId189" Type="http://schemas.openxmlformats.org/officeDocument/2006/relationships/image" Target="../media/image288.png"/><Relationship Id="rId3" Type="http://schemas.openxmlformats.org/officeDocument/2006/relationships/image" Target="../media/image195.png"/><Relationship Id="rId214" Type="http://schemas.openxmlformats.org/officeDocument/2006/relationships/customXml" Target="../ink/ink290.xml"/><Relationship Id="rId235" Type="http://schemas.openxmlformats.org/officeDocument/2006/relationships/image" Target="../media/image311.png"/><Relationship Id="rId256" Type="http://schemas.openxmlformats.org/officeDocument/2006/relationships/customXml" Target="../ink/ink311.xml"/><Relationship Id="rId277" Type="http://schemas.openxmlformats.org/officeDocument/2006/relationships/image" Target="../media/image332.png"/><Relationship Id="rId298" Type="http://schemas.openxmlformats.org/officeDocument/2006/relationships/customXml" Target="../ink/ink332.xml"/><Relationship Id="rId116" Type="http://schemas.openxmlformats.org/officeDocument/2006/relationships/customXml" Target="../ink/ink241.xml"/><Relationship Id="rId137" Type="http://schemas.openxmlformats.org/officeDocument/2006/relationships/image" Target="../media/image262.png"/><Relationship Id="rId158" Type="http://schemas.openxmlformats.org/officeDocument/2006/relationships/customXml" Target="../ink/ink262.xml"/><Relationship Id="rId302" Type="http://schemas.openxmlformats.org/officeDocument/2006/relationships/customXml" Target="../ink/ink334.xml"/><Relationship Id="rId20" Type="http://schemas.openxmlformats.org/officeDocument/2006/relationships/customXml" Target="../ink/ink193.xml"/><Relationship Id="rId41" Type="http://schemas.openxmlformats.org/officeDocument/2006/relationships/image" Target="../media/image214.png"/><Relationship Id="rId62" Type="http://schemas.openxmlformats.org/officeDocument/2006/relationships/customXml" Target="../ink/ink214.xml"/><Relationship Id="rId83" Type="http://schemas.openxmlformats.org/officeDocument/2006/relationships/image" Target="../media/image235.png"/><Relationship Id="rId179" Type="http://schemas.openxmlformats.org/officeDocument/2006/relationships/image" Target="../media/image283.png"/><Relationship Id="rId190" Type="http://schemas.openxmlformats.org/officeDocument/2006/relationships/customXml" Target="../ink/ink278.xml"/><Relationship Id="rId204" Type="http://schemas.openxmlformats.org/officeDocument/2006/relationships/customXml" Target="../ink/ink285.xml"/><Relationship Id="rId225" Type="http://schemas.openxmlformats.org/officeDocument/2006/relationships/image" Target="../media/image306.png"/><Relationship Id="rId246" Type="http://schemas.openxmlformats.org/officeDocument/2006/relationships/customXml" Target="../ink/ink306.xml"/><Relationship Id="rId267" Type="http://schemas.openxmlformats.org/officeDocument/2006/relationships/image" Target="../media/image327.png"/><Relationship Id="rId288" Type="http://schemas.openxmlformats.org/officeDocument/2006/relationships/customXml" Target="../ink/ink327.xml"/><Relationship Id="rId106" Type="http://schemas.openxmlformats.org/officeDocument/2006/relationships/customXml" Target="../ink/ink236.xml"/><Relationship Id="rId127" Type="http://schemas.openxmlformats.org/officeDocument/2006/relationships/image" Target="../media/image257.png"/><Relationship Id="rId313" Type="http://schemas.openxmlformats.org/officeDocument/2006/relationships/image" Target="../media/image350.png"/><Relationship Id="rId10" Type="http://schemas.openxmlformats.org/officeDocument/2006/relationships/customXml" Target="../ink/ink188.xml"/><Relationship Id="rId31" Type="http://schemas.openxmlformats.org/officeDocument/2006/relationships/image" Target="../media/image209.png"/><Relationship Id="rId52" Type="http://schemas.openxmlformats.org/officeDocument/2006/relationships/customXml" Target="../ink/ink209.xml"/><Relationship Id="rId73" Type="http://schemas.openxmlformats.org/officeDocument/2006/relationships/image" Target="../media/image230.png"/><Relationship Id="rId94" Type="http://schemas.openxmlformats.org/officeDocument/2006/relationships/customXml" Target="../ink/ink230.xml"/><Relationship Id="rId148" Type="http://schemas.openxmlformats.org/officeDocument/2006/relationships/customXml" Target="../ink/ink257.xml"/><Relationship Id="rId169" Type="http://schemas.openxmlformats.org/officeDocument/2006/relationships/image" Target="../media/image278.png"/><Relationship Id="rId4" Type="http://schemas.openxmlformats.org/officeDocument/2006/relationships/customXml" Target="../ink/ink185.xml"/><Relationship Id="rId180" Type="http://schemas.openxmlformats.org/officeDocument/2006/relationships/customXml" Target="../ink/ink273.xml"/><Relationship Id="rId215" Type="http://schemas.openxmlformats.org/officeDocument/2006/relationships/image" Target="../media/image301.png"/><Relationship Id="rId236" Type="http://schemas.openxmlformats.org/officeDocument/2006/relationships/customXml" Target="../ink/ink301.xml"/><Relationship Id="rId257" Type="http://schemas.openxmlformats.org/officeDocument/2006/relationships/image" Target="../media/image322.png"/><Relationship Id="rId278" Type="http://schemas.openxmlformats.org/officeDocument/2006/relationships/customXml" Target="../ink/ink322.xml"/><Relationship Id="rId303" Type="http://schemas.openxmlformats.org/officeDocument/2006/relationships/image" Target="../media/image345.png"/><Relationship Id="rId42" Type="http://schemas.openxmlformats.org/officeDocument/2006/relationships/customXml" Target="../ink/ink204.xml"/><Relationship Id="rId84" Type="http://schemas.openxmlformats.org/officeDocument/2006/relationships/customXml" Target="../ink/ink225.xml"/><Relationship Id="rId138" Type="http://schemas.openxmlformats.org/officeDocument/2006/relationships/customXml" Target="../ink/ink252.xml"/><Relationship Id="rId191" Type="http://schemas.openxmlformats.org/officeDocument/2006/relationships/image" Target="../media/image289.png"/><Relationship Id="rId205" Type="http://schemas.openxmlformats.org/officeDocument/2006/relationships/image" Target="../media/image296.png"/><Relationship Id="rId247" Type="http://schemas.openxmlformats.org/officeDocument/2006/relationships/image" Target="../media/image317.png"/><Relationship Id="rId107" Type="http://schemas.openxmlformats.org/officeDocument/2006/relationships/image" Target="../media/image247.png"/><Relationship Id="rId289" Type="http://schemas.openxmlformats.org/officeDocument/2006/relationships/image" Target="../media/image338.png"/><Relationship Id="rId11" Type="http://schemas.openxmlformats.org/officeDocument/2006/relationships/image" Target="../media/image199.png"/><Relationship Id="rId53" Type="http://schemas.openxmlformats.org/officeDocument/2006/relationships/image" Target="../media/image220.png"/><Relationship Id="rId149" Type="http://schemas.openxmlformats.org/officeDocument/2006/relationships/image" Target="../media/image268.png"/><Relationship Id="rId314" Type="http://schemas.openxmlformats.org/officeDocument/2006/relationships/customXml" Target="../ink/ink340.xml"/><Relationship Id="rId95" Type="http://schemas.openxmlformats.org/officeDocument/2006/relationships/image" Target="../media/image241.png"/><Relationship Id="rId160" Type="http://schemas.openxmlformats.org/officeDocument/2006/relationships/customXml" Target="../ink/ink263.xml"/><Relationship Id="rId216" Type="http://schemas.openxmlformats.org/officeDocument/2006/relationships/customXml" Target="../ink/ink291.xml"/><Relationship Id="rId258" Type="http://schemas.openxmlformats.org/officeDocument/2006/relationships/customXml" Target="../ink/ink312.xml"/><Relationship Id="rId22" Type="http://schemas.openxmlformats.org/officeDocument/2006/relationships/customXml" Target="../ink/ink194.xml"/><Relationship Id="rId64" Type="http://schemas.openxmlformats.org/officeDocument/2006/relationships/customXml" Target="../ink/ink215.xml"/><Relationship Id="rId118" Type="http://schemas.openxmlformats.org/officeDocument/2006/relationships/customXml" Target="../ink/ink242.xml"/><Relationship Id="rId171" Type="http://schemas.openxmlformats.org/officeDocument/2006/relationships/image" Target="../media/image279.png"/><Relationship Id="rId227" Type="http://schemas.openxmlformats.org/officeDocument/2006/relationships/image" Target="../media/image307.png"/><Relationship Id="rId269" Type="http://schemas.openxmlformats.org/officeDocument/2006/relationships/image" Target="../media/image328.png"/><Relationship Id="rId33" Type="http://schemas.openxmlformats.org/officeDocument/2006/relationships/image" Target="../media/image210.png"/><Relationship Id="rId129" Type="http://schemas.openxmlformats.org/officeDocument/2006/relationships/image" Target="../media/image258.png"/><Relationship Id="rId280" Type="http://schemas.openxmlformats.org/officeDocument/2006/relationships/customXml" Target="../ink/ink323.xml"/><Relationship Id="rId75" Type="http://schemas.openxmlformats.org/officeDocument/2006/relationships/image" Target="../media/image231.png"/><Relationship Id="rId140" Type="http://schemas.openxmlformats.org/officeDocument/2006/relationships/customXml" Target="../ink/ink253.xml"/><Relationship Id="rId182" Type="http://schemas.openxmlformats.org/officeDocument/2006/relationships/customXml" Target="../ink/ink274.xml"/><Relationship Id="rId6" Type="http://schemas.openxmlformats.org/officeDocument/2006/relationships/customXml" Target="../ink/ink186.xml"/><Relationship Id="rId238" Type="http://schemas.openxmlformats.org/officeDocument/2006/relationships/customXml" Target="../ink/ink302.xml"/><Relationship Id="rId291" Type="http://schemas.openxmlformats.org/officeDocument/2006/relationships/image" Target="../media/image339.png"/><Relationship Id="rId305" Type="http://schemas.openxmlformats.org/officeDocument/2006/relationships/image" Target="../media/image346.png"/><Relationship Id="rId44" Type="http://schemas.openxmlformats.org/officeDocument/2006/relationships/customXml" Target="../ink/ink205.xml"/><Relationship Id="rId86" Type="http://schemas.openxmlformats.org/officeDocument/2006/relationships/customXml" Target="../ink/ink226.xml"/><Relationship Id="rId151" Type="http://schemas.openxmlformats.org/officeDocument/2006/relationships/image" Target="../media/image26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2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witter.com/" TargetMode="External"/><Relationship Id="rId2" Type="http://schemas.openxmlformats.org/officeDocument/2006/relationships/hyperlink" Target="http://www.facebook.com/" TargetMode="Externa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53.png"/><Relationship Id="rId4" Type="http://schemas.openxmlformats.org/officeDocument/2006/relationships/hyperlink" Target="http://www.dribbble.com/" TargetMode="Externa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9.jpeg"/><Relationship Id="rId3" Type="http://schemas.openxmlformats.org/officeDocument/2006/relationships/image" Target="../media/image354.jpeg"/><Relationship Id="rId7" Type="http://schemas.openxmlformats.org/officeDocument/2006/relationships/image" Target="../media/image358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57.tiff"/><Relationship Id="rId5" Type="http://schemas.openxmlformats.org/officeDocument/2006/relationships/image" Target="../media/image356.tiff"/><Relationship Id="rId4" Type="http://schemas.openxmlformats.org/officeDocument/2006/relationships/image" Target="../media/image355.tiff"/><Relationship Id="rId9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Title 735">
            <a:extLst>
              <a:ext uri="{FF2B5EF4-FFF2-40B4-BE49-F238E27FC236}">
                <a16:creationId xmlns:a16="http://schemas.microsoft.com/office/drawing/2014/main" id="{CE57EBF5-7CB4-4746-AB9E-3E8717897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0893" y="2601545"/>
            <a:ext cx="5086633" cy="827455"/>
          </a:xfrm>
        </p:spPr>
        <p:txBody>
          <a:bodyPr anchor="ctr"/>
          <a:lstStyle/>
          <a:p>
            <a:r>
              <a:rPr lang="en-US" sz="4800" dirty="0">
                <a:solidFill>
                  <a:schemeClr val="bg1"/>
                </a:solidFill>
                <a:latin typeface="Arial Black" panose="020B0A04020102020204" pitchFamily="34" charset="0"/>
              </a:rPr>
              <a:t>SAP BTP Extension Suite Training</a:t>
            </a:r>
            <a:endParaRPr lang="en-IN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737" name="Subtitle 736">
            <a:extLst>
              <a:ext uri="{FF2B5EF4-FFF2-40B4-BE49-F238E27FC236}">
                <a16:creationId xmlns:a16="http://schemas.microsoft.com/office/drawing/2014/main" id="{700EA347-9CC8-4879-9255-16687B0BED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spc="100" dirty="0">
                <a:latin typeface="Cooper Black" panose="0208090404030B020404" pitchFamily="18" charset="0"/>
              </a:rPr>
              <a:t>www.AnubhavTrainings.com</a:t>
            </a:r>
          </a:p>
        </p:txBody>
      </p:sp>
      <p:sp>
        <p:nvSpPr>
          <p:cNvPr id="4" name="Subtitle 736">
            <a:extLst>
              <a:ext uri="{FF2B5EF4-FFF2-40B4-BE49-F238E27FC236}">
                <a16:creationId xmlns:a16="http://schemas.microsoft.com/office/drawing/2014/main" id="{3F065217-DE63-4532-8B57-61ED049613CD}"/>
              </a:ext>
            </a:extLst>
          </p:cNvPr>
          <p:cNvSpPr txBox="1">
            <a:spLocks/>
          </p:cNvSpPr>
          <p:nvPr/>
        </p:nvSpPr>
        <p:spPr>
          <a:xfrm>
            <a:off x="3296764" y="3933056"/>
            <a:ext cx="5595296" cy="53126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>
            <a:lvl1pPr marL="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1218936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828404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2437872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304734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6808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275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5744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solidFill>
                  <a:srgbClr val="00B0F0"/>
                </a:solidFill>
                <a:latin typeface="Amasis MT Pro Black" panose="02040A04050005020304" pitchFamily="18" charset="0"/>
              </a:rPr>
              <a:t>Anubhav Oberoy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565992-7E12-89E4-D7DB-B3B44A1FB17D}"/>
              </a:ext>
            </a:extLst>
          </p:cNvPr>
          <p:cNvSpPr txBox="1"/>
          <p:nvPr/>
        </p:nvSpPr>
        <p:spPr>
          <a:xfrm>
            <a:off x="5230316" y="4968381"/>
            <a:ext cx="39632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FF00"/>
                </a:solidFill>
              </a:rPr>
              <a:t>Follow excellence with sheer passion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BA527F-59AB-2E34-6331-8D67B5F5CA3E}"/>
              </a:ext>
            </a:extLst>
          </p:cNvPr>
          <p:cNvSpPr/>
          <p:nvPr/>
        </p:nvSpPr>
        <p:spPr>
          <a:xfrm>
            <a:off x="3530893" y="1196752"/>
            <a:ext cx="2059463" cy="648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accent2">
                    <a:lumMod val="50000"/>
                  </a:schemeClr>
                </a:solidFill>
              </a:rPr>
              <a:t>Day 5</a:t>
            </a:r>
          </a:p>
        </p:txBody>
      </p:sp>
    </p:spTree>
    <p:extLst>
      <p:ext uri="{BB962C8B-B14F-4D97-AF65-F5344CB8AC3E}">
        <p14:creationId xmlns:p14="http://schemas.microsoft.com/office/powerpoint/2010/main" val="686416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/>
          <p:cNvPicPr>
            <a:picLocks noGrp="1" noChangeAspect="1"/>
          </p:cNvPicPr>
          <p:nvPr>
            <p:ph type="pic"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solidFill>
            <a:schemeClr val="bg1">
              <a:lumMod val="95000"/>
            </a:schemeClr>
          </a:solidFill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E1D1380-BC28-F74F-8866-BD4C0AD42595}"/>
              </a:ext>
            </a:extLst>
          </p:cNvPr>
          <p:cNvSpPr/>
          <p:nvPr/>
        </p:nvSpPr>
        <p:spPr>
          <a:xfrm>
            <a:off x="1587" y="-13391"/>
            <a:ext cx="12185651" cy="758913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87" y="3190483"/>
            <a:ext cx="12185651" cy="2509639"/>
          </a:xfrm>
          <a:prstGeom prst="rect">
            <a:avLst/>
          </a:prstGeom>
          <a:gradFill flip="none" rotWithShape="1">
            <a:gsLst>
              <a:gs pos="13000">
                <a:srgbClr val="25B6C2">
                  <a:alpha val="50000"/>
                </a:srgbClr>
              </a:gs>
              <a:gs pos="100000">
                <a:srgbClr val="0692DB">
                  <a:alpha val="50000"/>
                </a:srgb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ko-KR" altLang="en-US" sz="179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87" y="3362982"/>
            <a:ext cx="12185651" cy="2127761"/>
          </a:xfrm>
          <a:prstGeom prst="rect">
            <a:avLst/>
          </a:prstGeom>
          <a:gradFill flip="none" rotWithShape="1">
            <a:gsLst>
              <a:gs pos="13000">
                <a:srgbClr val="25B6C2"/>
              </a:gs>
              <a:gs pos="100000">
                <a:srgbClr val="0692DB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ko-KR" altLang="en-US" sz="179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3840714" y="3436579"/>
            <a:ext cx="4507397" cy="6461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3943">
              <a:defRPr/>
            </a:pPr>
            <a:r>
              <a:rPr lang="en-IN" sz="3599" b="1" dirty="0">
                <a:solidFill>
                  <a:srgbClr val="FFFFFF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DISCLAIMER</a:t>
            </a:r>
            <a:endParaRPr lang="en-US" sz="3299" spc="150" dirty="0">
              <a:solidFill>
                <a:srgbClr val="FFFFFF"/>
              </a:solidFill>
              <a:latin typeface="Arial" panose="020B0604020202020204" pitchFamily="34" charset="0"/>
              <a:ea typeface="Lato Medium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442020" y="4059852"/>
            <a:ext cx="11304786" cy="12000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3943">
              <a:defRPr/>
            </a:pPr>
            <a:r>
              <a:rPr lang="en-IN" sz="2399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training content and delivery of this presentation is confidential, and cannot be recorded, or copied and distributed to any third party, without the written consent of Anubhav Trainings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DB8A7F7E-7F2C-20C1-2A09-7D9F11F6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6940" y="0"/>
            <a:ext cx="1173316" cy="1158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319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4CCC398-65A7-46D8-A239-10DEF44C09D8}"/>
              </a:ext>
            </a:extLst>
          </p:cNvPr>
          <p:cNvSpPr/>
          <p:nvPr/>
        </p:nvSpPr>
        <p:spPr>
          <a:xfrm>
            <a:off x="581024" y="1338826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125" name="Rectangle: Rounded Corners 1124">
            <a:extLst>
              <a:ext uri="{FF2B5EF4-FFF2-40B4-BE49-F238E27FC236}">
                <a16:creationId xmlns:a16="http://schemas.microsoft.com/office/drawing/2014/main" id="{DD83FDAB-84C0-4E56-A834-5F4759E4D1B1}"/>
              </a:ext>
            </a:extLst>
          </p:cNvPr>
          <p:cNvSpPr/>
          <p:nvPr/>
        </p:nvSpPr>
        <p:spPr>
          <a:xfrm>
            <a:off x="581024" y="3094548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126" name="Rectangle: Rounded Corners 1125">
            <a:extLst>
              <a:ext uri="{FF2B5EF4-FFF2-40B4-BE49-F238E27FC236}">
                <a16:creationId xmlns:a16="http://schemas.microsoft.com/office/drawing/2014/main" id="{FED1BB6A-A9A9-4E0A-A8CD-EEFB5750C983}"/>
              </a:ext>
            </a:extLst>
          </p:cNvPr>
          <p:cNvSpPr/>
          <p:nvPr/>
        </p:nvSpPr>
        <p:spPr>
          <a:xfrm>
            <a:off x="581024" y="4850271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133" name="Rectangle: Rounded Corners 1132">
            <a:extLst>
              <a:ext uri="{FF2B5EF4-FFF2-40B4-BE49-F238E27FC236}">
                <a16:creationId xmlns:a16="http://schemas.microsoft.com/office/drawing/2014/main" id="{47299741-729A-4FA6-A73E-373218C0B948}"/>
              </a:ext>
            </a:extLst>
          </p:cNvPr>
          <p:cNvSpPr/>
          <p:nvPr/>
        </p:nvSpPr>
        <p:spPr>
          <a:xfrm>
            <a:off x="6326749" y="1338826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134" name="Rectangle: Rounded Corners 1133">
            <a:extLst>
              <a:ext uri="{FF2B5EF4-FFF2-40B4-BE49-F238E27FC236}">
                <a16:creationId xmlns:a16="http://schemas.microsoft.com/office/drawing/2014/main" id="{E8655933-ABB5-4D15-AE7F-B0D014A5A5FB}"/>
              </a:ext>
            </a:extLst>
          </p:cNvPr>
          <p:cNvSpPr/>
          <p:nvPr/>
        </p:nvSpPr>
        <p:spPr>
          <a:xfrm>
            <a:off x="6326749" y="3094548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135" name="Rectangle: Rounded Corners 1134">
            <a:extLst>
              <a:ext uri="{FF2B5EF4-FFF2-40B4-BE49-F238E27FC236}">
                <a16:creationId xmlns:a16="http://schemas.microsoft.com/office/drawing/2014/main" id="{7ADD6B3E-784D-4B47-A705-C73AEB0275B4}"/>
              </a:ext>
            </a:extLst>
          </p:cNvPr>
          <p:cNvSpPr/>
          <p:nvPr/>
        </p:nvSpPr>
        <p:spPr>
          <a:xfrm>
            <a:off x="6326749" y="4850271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1E75565-DE97-493A-B6B7-3FEC1D7EC345}"/>
              </a:ext>
            </a:extLst>
          </p:cNvPr>
          <p:cNvGrpSpPr/>
          <p:nvPr/>
        </p:nvGrpSpPr>
        <p:grpSpPr>
          <a:xfrm>
            <a:off x="1245710" y="1591839"/>
            <a:ext cx="3951680" cy="922336"/>
            <a:chOff x="1395616" y="871285"/>
            <a:chExt cx="3825734" cy="1064137"/>
          </a:xfrm>
        </p:grpSpPr>
        <p:sp>
          <p:nvSpPr>
            <p:cNvPr id="1136" name="TextBox 1135">
              <a:extLst>
                <a:ext uri="{FF2B5EF4-FFF2-40B4-BE49-F238E27FC236}">
                  <a16:creationId xmlns:a16="http://schemas.microsoft.com/office/drawing/2014/main" id="{19597974-6BD9-4F46-93D5-8E798AE68BD9}"/>
                </a:ext>
              </a:extLst>
            </p:cNvPr>
            <p:cNvSpPr txBox="1"/>
            <p:nvPr/>
          </p:nvSpPr>
          <p:spPr>
            <a:xfrm>
              <a:off x="2984420" y="1243564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Generic Handlers</a:t>
              </a:r>
            </a:p>
          </p:txBody>
        </p:sp>
        <p:sp>
          <p:nvSpPr>
            <p:cNvPr id="1137" name="TextBox 1136">
              <a:extLst>
                <a:ext uri="{FF2B5EF4-FFF2-40B4-BE49-F238E27FC236}">
                  <a16:creationId xmlns:a16="http://schemas.microsoft.com/office/drawing/2014/main" id="{F9DA7F84-AF3C-4C6B-8FBC-ADC07F02F13B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01</a:t>
              </a:r>
              <a:endPara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38" name="Group 1137">
            <a:extLst>
              <a:ext uri="{FF2B5EF4-FFF2-40B4-BE49-F238E27FC236}">
                <a16:creationId xmlns:a16="http://schemas.microsoft.com/office/drawing/2014/main" id="{1689CC76-F5C8-4D9A-940D-D0E9511DAD27}"/>
              </a:ext>
            </a:extLst>
          </p:cNvPr>
          <p:cNvGrpSpPr/>
          <p:nvPr/>
        </p:nvGrpSpPr>
        <p:grpSpPr>
          <a:xfrm>
            <a:off x="1245710" y="3347558"/>
            <a:ext cx="3951680" cy="922336"/>
            <a:chOff x="1395616" y="871285"/>
            <a:chExt cx="3825734" cy="1064137"/>
          </a:xfrm>
        </p:grpSpPr>
        <p:sp>
          <p:nvSpPr>
            <p:cNvPr id="1139" name="TextBox 1138">
              <a:extLst>
                <a:ext uri="{FF2B5EF4-FFF2-40B4-BE49-F238E27FC236}">
                  <a16:creationId xmlns:a16="http://schemas.microsoft.com/office/drawing/2014/main" id="{0EC594F9-42AA-48F0-91E3-A523A590A6A2}"/>
                </a:ext>
              </a:extLst>
            </p:cNvPr>
            <p:cNvSpPr txBox="1"/>
            <p:nvPr/>
          </p:nvSpPr>
          <p:spPr>
            <a:xfrm>
              <a:off x="2984420" y="1243564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Fiori Elements</a:t>
              </a:r>
            </a:p>
          </p:txBody>
        </p:sp>
        <p:sp>
          <p:nvSpPr>
            <p:cNvPr id="1140" name="TextBox 1139">
              <a:extLst>
                <a:ext uri="{FF2B5EF4-FFF2-40B4-BE49-F238E27FC236}">
                  <a16:creationId xmlns:a16="http://schemas.microsoft.com/office/drawing/2014/main" id="{958156DC-3EA6-4EBE-BADE-2321E29D81DE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02</a:t>
              </a:r>
              <a:endPara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41" name="Group 1140">
            <a:extLst>
              <a:ext uri="{FF2B5EF4-FFF2-40B4-BE49-F238E27FC236}">
                <a16:creationId xmlns:a16="http://schemas.microsoft.com/office/drawing/2014/main" id="{010C7D28-B781-409B-AFDB-2EB8DCBAB471}"/>
              </a:ext>
            </a:extLst>
          </p:cNvPr>
          <p:cNvGrpSpPr/>
          <p:nvPr/>
        </p:nvGrpSpPr>
        <p:grpSpPr>
          <a:xfrm>
            <a:off x="6991434" y="1591839"/>
            <a:ext cx="4359562" cy="922336"/>
            <a:chOff x="1395616" y="871285"/>
            <a:chExt cx="3825734" cy="1064137"/>
          </a:xfrm>
        </p:grpSpPr>
        <p:sp>
          <p:nvSpPr>
            <p:cNvPr id="1142" name="TextBox 1141">
              <a:extLst>
                <a:ext uri="{FF2B5EF4-FFF2-40B4-BE49-F238E27FC236}">
                  <a16:creationId xmlns:a16="http://schemas.microsoft.com/office/drawing/2014/main" id="{3F09AA1F-FEA7-4D17-88ED-2CD603C4E9A6}"/>
                </a:ext>
              </a:extLst>
            </p:cNvPr>
            <p:cNvSpPr txBox="1"/>
            <p:nvPr/>
          </p:nvSpPr>
          <p:spPr>
            <a:xfrm>
              <a:off x="2984420" y="1083772"/>
              <a:ext cx="2236930" cy="6391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Introduction to HANA Cloud</a:t>
              </a:r>
            </a:p>
          </p:txBody>
        </p:sp>
        <p:sp>
          <p:nvSpPr>
            <p:cNvPr id="1143" name="TextBox 1142">
              <a:extLst>
                <a:ext uri="{FF2B5EF4-FFF2-40B4-BE49-F238E27FC236}">
                  <a16:creationId xmlns:a16="http://schemas.microsoft.com/office/drawing/2014/main" id="{C88A509D-C2AF-4500-8C21-D7071BE4DE69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04</a:t>
              </a:r>
              <a:endPara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44" name="Group 1143">
            <a:extLst>
              <a:ext uri="{FF2B5EF4-FFF2-40B4-BE49-F238E27FC236}">
                <a16:creationId xmlns:a16="http://schemas.microsoft.com/office/drawing/2014/main" id="{8A3A5AE5-D342-4BA3-9A55-5165158B260D}"/>
              </a:ext>
            </a:extLst>
          </p:cNvPr>
          <p:cNvGrpSpPr/>
          <p:nvPr/>
        </p:nvGrpSpPr>
        <p:grpSpPr>
          <a:xfrm>
            <a:off x="6991434" y="3347558"/>
            <a:ext cx="4431570" cy="922336"/>
            <a:chOff x="1395616" y="871285"/>
            <a:chExt cx="3825734" cy="1064137"/>
          </a:xfrm>
        </p:grpSpPr>
        <p:sp>
          <p:nvSpPr>
            <p:cNvPr id="1145" name="TextBox 1144">
              <a:extLst>
                <a:ext uri="{FF2B5EF4-FFF2-40B4-BE49-F238E27FC236}">
                  <a16:creationId xmlns:a16="http://schemas.microsoft.com/office/drawing/2014/main" id="{D50FB645-94BC-4B73-BC01-70A868E236E0}"/>
                </a:ext>
              </a:extLst>
            </p:cNvPr>
            <p:cNvSpPr txBox="1"/>
            <p:nvPr/>
          </p:nvSpPr>
          <p:spPr>
            <a:xfrm>
              <a:off x="2984420" y="1243562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 pitchFamily="34" charset="0"/>
                  <a:ea typeface="Calibri Light" panose="020F0302020204030204" pitchFamily="34" charset="0"/>
                  <a:cs typeface="Segoe UI" panose="020B0502040204020203" pitchFamily="34" charset="0"/>
                </a:rPr>
                <a:t>Working with containers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146" name="TextBox 1145">
              <a:extLst>
                <a:ext uri="{FF2B5EF4-FFF2-40B4-BE49-F238E27FC236}">
                  <a16:creationId xmlns:a16="http://schemas.microsoft.com/office/drawing/2014/main" id="{D6E845BF-0649-4FED-BF91-2541D1DCB0D6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05</a:t>
              </a:r>
              <a:endPara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47" name="Group 1146">
            <a:extLst>
              <a:ext uri="{FF2B5EF4-FFF2-40B4-BE49-F238E27FC236}">
                <a16:creationId xmlns:a16="http://schemas.microsoft.com/office/drawing/2014/main" id="{17C38255-E89D-4911-9EAA-F048C7DFE484}"/>
              </a:ext>
            </a:extLst>
          </p:cNvPr>
          <p:cNvGrpSpPr/>
          <p:nvPr/>
        </p:nvGrpSpPr>
        <p:grpSpPr>
          <a:xfrm>
            <a:off x="1245710" y="5103281"/>
            <a:ext cx="3951680" cy="922336"/>
            <a:chOff x="1395616" y="871285"/>
            <a:chExt cx="3825734" cy="1064137"/>
          </a:xfrm>
        </p:grpSpPr>
        <p:sp>
          <p:nvSpPr>
            <p:cNvPr id="1148" name="TextBox 1147">
              <a:extLst>
                <a:ext uri="{FF2B5EF4-FFF2-40B4-BE49-F238E27FC236}">
                  <a16:creationId xmlns:a16="http://schemas.microsoft.com/office/drawing/2014/main" id="{E50F2C64-4496-4A40-ACCB-C5159AEC70D5}"/>
                </a:ext>
              </a:extLst>
            </p:cNvPr>
            <p:cNvSpPr txBox="1"/>
            <p:nvPr/>
          </p:nvSpPr>
          <p:spPr>
            <a:xfrm>
              <a:off x="2984420" y="1083771"/>
              <a:ext cx="2236930" cy="6391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Annotations for 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Fiori Application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149" name="TextBox 1148">
              <a:extLst>
                <a:ext uri="{FF2B5EF4-FFF2-40B4-BE49-F238E27FC236}">
                  <a16:creationId xmlns:a16="http://schemas.microsoft.com/office/drawing/2014/main" id="{0B9CA9D5-F695-4802-BE21-8B05D2B75909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03</a:t>
              </a:r>
              <a:endPara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50" name="Group 1149">
            <a:extLst>
              <a:ext uri="{FF2B5EF4-FFF2-40B4-BE49-F238E27FC236}">
                <a16:creationId xmlns:a16="http://schemas.microsoft.com/office/drawing/2014/main" id="{64D36160-176A-49B7-AEAE-FF1ECF022B7A}"/>
              </a:ext>
            </a:extLst>
          </p:cNvPr>
          <p:cNvGrpSpPr/>
          <p:nvPr/>
        </p:nvGrpSpPr>
        <p:grpSpPr>
          <a:xfrm>
            <a:off x="6991434" y="5103281"/>
            <a:ext cx="4431570" cy="922336"/>
            <a:chOff x="1395616" y="871285"/>
            <a:chExt cx="4290329" cy="1064137"/>
          </a:xfrm>
        </p:grpSpPr>
        <p:sp>
          <p:nvSpPr>
            <p:cNvPr id="1151" name="TextBox 1150">
              <a:extLst>
                <a:ext uri="{FF2B5EF4-FFF2-40B4-BE49-F238E27FC236}">
                  <a16:creationId xmlns:a16="http://schemas.microsoft.com/office/drawing/2014/main" id="{571E5D2F-CB43-41BD-B4D3-A2160034C400}"/>
                </a:ext>
              </a:extLst>
            </p:cNvPr>
            <p:cNvSpPr txBox="1"/>
            <p:nvPr/>
          </p:nvSpPr>
          <p:spPr>
            <a:xfrm>
              <a:off x="2984420" y="1243560"/>
              <a:ext cx="2701525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Deploy App to CF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152" name="TextBox 1151">
              <a:extLst>
                <a:ext uri="{FF2B5EF4-FFF2-40B4-BE49-F238E27FC236}">
                  <a16:creationId xmlns:a16="http://schemas.microsoft.com/office/drawing/2014/main" id="{F2024D8F-80E0-4CDB-8B10-C1B5BD93DE8B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06</a:t>
              </a:r>
              <a:endPara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C261B0E4-159A-4067-AFE4-41EEF3B38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Cooper Black" panose="0208090404030B020404" pitchFamily="18" charset="0"/>
              </a:rPr>
              <a:t>Agenda – </a:t>
            </a:r>
            <a:r>
              <a:rPr lang="en-US">
                <a:solidFill>
                  <a:schemeClr val="bg1"/>
                </a:solidFill>
                <a:latin typeface="Cooper Black" panose="0208090404030B020404" pitchFamily="18" charset="0"/>
              </a:rPr>
              <a:t>Day 5</a:t>
            </a:r>
            <a:endParaRPr lang="en-IN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3005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52C74-1AF9-345F-9680-F4D66139B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Debugging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8B0B7F-E15A-0DA9-D0B6-53D8C89A56A9}"/>
              </a:ext>
            </a:extLst>
          </p:cNvPr>
          <p:cNvSpPr txBox="1"/>
          <p:nvPr/>
        </p:nvSpPr>
        <p:spPr>
          <a:xfrm>
            <a:off x="189756" y="784925"/>
            <a:ext cx="11999069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Switch to the debugger option in BAS tool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Add a </a:t>
            </a:r>
            <a:r>
              <a:rPr lang="en-IN" dirty="0" err="1">
                <a:solidFill>
                  <a:schemeClr val="bg1"/>
                </a:solidFill>
              </a:rPr>
              <a:t>config.json</a:t>
            </a:r>
            <a:r>
              <a:rPr lang="en-IN" dirty="0">
                <a:solidFill>
                  <a:schemeClr val="bg1"/>
                </a:solidFill>
              </a:rPr>
              <a:t> file where we write our configuration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Insert a configuration for CAP app for debugging</a:t>
            </a:r>
          </a:p>
          <a:p>
            <a:r>
              <a:rPr lang="en-IN" sz="1600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{ "command": "</a:t>
            </a:r>
            <a:r>
              <a:rPr lang="en-IN" sz="1600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cds</a:t>
            </a:r>
            <a:r>
              <a:rPr lang="en-IN" sz="1600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watch", </a:t>
            </a:r>
          </a:p>
          <a:p>
            <a:r>
              <a:rPr lang="en-IN" sz="1600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"name": "Anubhav Trainings Debug Session", </a:t>
            </a:r>
          </a:p>
          <a:p>
            <a:r>
              <a:rPr lang="en-IN" sz="1600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"request": "launch", </a:t>
            </a:r>
          </a:p>
          <a:p>
            <a:r>
              <a:rPr lang="en-IN" sz="1600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"type": "node-terminal", </a:t>
            </a:r>
          </a:p>
          <a:p>
            <a:r>
              <a:rPr lang="en-IN" sz="1600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"</a:t>
            </a:r>
            <a:r>
              <a:rPr lang="en-IN" sz="1600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cwd</a:t>
            </a:r>
            <a:r>
              <a:rPr lang="en-IN" sz="1600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": "${</a:t>
            </a:r>
            <a:r>
              <a:rPr lang="en-IN" sz="1600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workspaceFolder</a:t>
            </a:r>
            <a:r>
              <a:rPr lang="en-IN" sz="1600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}//</a:t>
            </a:r>
            <a:r>
              <a:rPr lang="en-IN" sz="1600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myfirstcap</a:t>
            </a:r>
            <a:r>
              <a:rPr lang="en-IN" sz="1600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" }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Put the break point (tell framework to stop at a point where code execution comes)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By clicking next to the line no.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Start the debug config, it will make the line </a:t>
            </a:r>
            <a:r>
              <a:rPr lang="en-IN" dirty="0" err="1">
                <a:solidFill>
                  <a:schemeClr val="bg1"/>
                </a:solidFill>
              </a:rPr>
              <a:t>majento</a:t>
            </a:r>
            <a:r>
              <a:rPr lang="en-IN" dirty="0">
                <a:solidFill>
                  <a:schemeClr val="bg1"/>
                </a:solidFill>
              </a:rPr>
              <a:t> </a:t>
            </a:r>
            <a:r>
              <a:rPr lang="en-IN" dirty="0" err="1">
                <a:solidFill>
                  <a:schemeClr val="bg1"/>
                </a:solidFill>
              </a:rPr>
              <a:t>color</a:t>
            </a:r>
            <a:endParaRPr lang="en-IN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Trigger the call which will stop in debugger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We use the panel to debug step by step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30E614-CBAA-8B6D-CA55-151B73E2E710}"/>
              </a:ext>
            </a:extLst>
          </p:cNvPr>
          <p:cNvSpPr txBox="1"/>
          <p:nvPr/>
        </p:nvSpPr>
        <p:spPr>
          <a:xfrm>
            <a:off x="2747501" y="1831365"/>
            <a:ext cx="41044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Command to start app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71B3DB-636D-06EF-F9C6-A05BAB14D719}"/>
              </a:ext>
            </a:extLst>
          </p:cNvPr>
          <p:cNvSpPr txBox="1"/>
          <p:nvPr/>
        </p:nvSpPr>
        <p:spPr>
          <a:xfrm>
            <a:off x="4366220" y="2060848"/>
            <a:ext cx="41044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Description for config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37B207-EDC2-4DCD-989C-509D9DC9CD38}"/>
              </a:ext>
            </a:extLst>
          </p:cNvPr>
          <p:cNvSpPr txBox="1"/>
          <p:nvPr/>
        </p:nvSpPr>
        <p:spPr>
          <a:xfrm>
            <a:off x="2017287" y="2354585"/>
            <a:ext cx="41044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Automatically run command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8F2516-F78E-2791-B8A5-5FA522E9864C}"/>
              </a:ext>
            </a:extLst>
          </p:cNvPr>
          <p:cNvSpPr txBox="1"/>
          <p:nvPr/>
        </p:nvSpPr>
        <p:spPr>
          <a:xfrm>
            <a:off x="2349996" y="2616195"/>
            <a:ext cx="41044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Inside the terminal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61C2EC-EC80-F608-F366-445C33B994B1}"/>
              </a:ext>
            </a:extLst>
          </p:cNvPr>
          <p:cNvSpPr txBox="1"/>
          <p:nvPr/>
        </p:nvSpPr>
        <p:spPr>
          <a:xfrm>
            <a:off x="4137062" y="2832988"/>
            <a:ext cx="41044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Switch the directory to </a:t>
            </a:r>
            <a:r>
              <a:rPr lang="en-IN" sz="1600" dirty="0" err="1">
                <a:solidFill>
                  <a:srgbClr val="FFC000"/>
                </a:solidFill>
              </a:rPr>
              <a:t>mycapapp</a:t>
            </a:r>
            <a:endParaRPr lang="en-IN" sz="16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3215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Cooper Black" panose="0208090404030B020404" pitchFamily="18" charset="0"/>
              </a:rPr>
              <a:t>Exercise – generic handlers</a:t>
            </a:r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31A1C0A-2B61-6931-BE96-7C954811064D}"/>
              </a:ext>
            </a:extLst>
          </p:cNvPr>
          <p:cNvSpPr/>
          <p:nvPr/>
        </p:nvSpPr>
        <p:spPr>
          <a:xfrm>
            <a:off x="189756" y="980728"/>
            <a:ext cx="11449272" cy="2664296"/>
          </a:xfrm>
          <a:prstGeom prst="rect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Exercise:</a:t>
            </a:r>
          </a:p>
          <a:p>
            <a:r>
              <a:rPr lang="en-US" dirty="0">
                <a:hlinkClick r:id="rId2"/>
              </a:rPr>
              <a:t>https://github.com/soyuztechnologies/SAP_BTP_Training_CLD200/blob/master/Day%203/02srv/MyService.cds</a:t>
            </a:r>
            <a:endParaRPr lang="en-US" dirty="0"/>
          </a:p>
          <a:p>
            <a:r>
              <a:rPr lang="en-US" dirty="0">
                <a:hlinkClick r:id="rId3"/>
              </a:rPr>
              <a:t>https://github.com/soyuztechnologies/SAP_BTP_Training_CLD200/blob/master/Day%203/02srv/MyService.js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190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56" y="692696"/>
            <a:ext cx="10969943" cy="711081"/>
          </a:xfrm>
        </p:spPr>
        <p:txBody>
          <a:bodyPr/>
          <a:lstStyle/>
          <a:p>
            <a:r>
              <a:rPr lang="en-US" sz="3600" dirty="0">
                <a:latin typeface="Cooper Black" panose="0208090404030B020404" pitchFamily="18" charset="0"/>
              </a:rPr>
              <a:t>SAP Fiori elements boosts SAP Fiori development efficiency</a:t>
            </a:r>
            <a:br>
              <a:rPr lang="en-US" sz="3600" dirty="0">
                <a:latin typeface="Cooper Black" panose="0208090404030B020404" pitchFamily="18" charset="0"/>
              </a:rPr>
            </a:b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5EF6AB-0B4F-0C0E-ADD1-58A4A2E88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253" y="1415190"/>
            <a:ext cx="11558318" cy="5320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808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48" y="188640"/>
            <a:ext cx="10969943" cy="711081"/>
          </a:xfrm>
        </p:spPr>
        <p:txBody>
          <a:bodyPr/>
          <a:lstStyle/>
          <a:p>
            <a:r>
              <a:rPr lang="en-US" sz="2800" dirty="0">
                <a:latin typeface="Cooper Black" panose="0208090404030B020404" pitchFamily="18" charset="0"/>
              </a:rPr>
              <a:t>SAP Fiori elements provides enterprise-ready apps out of the box</a:t>
            </a:r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6917B0-ED00-185A-4D26-8C3196EB4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709" y="1059591"/>
            <a:ext cx="10201407" cy="5027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651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648" y="188640"/>
            <a:ext cx="10969943" cy="711081"/>
          </a:xfrm>
        </p:spPr>
        <p:txBody>
          <a:bodyPr/>
          <a:lstStyle/>
          <a:p>
            <a:r>
              <a:rPr lang="en-US" sz="3200" dirty="0">
                <a:latin typeface="Cooper Black" panose="0208090404030B020404" pitchFamily="18" charset="0"/>
              </a:rPr>
              <a:t>SAP Fiori elements application architecture provides flexibility</a:t>
            </a:r>
            <a:endParaRPr lang="en-US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F17BDA-EA53-ABAB-BE6A-D9F94C5B9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234" y="1223394"/>
            <a:ext cx="10262357" cy="4411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415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56" y="476672"/>
            <a:ext cx="10969943" cy="711081"/>
          </a:xfrm>
        </p:spPr>
        <p:txBody>
          <a:bodyPr/>
          <a:lstStyle/>
          <a:p>
            <a:r>
              <a:rPr lang="en-US" sz="3200" dirty="0">
                <a:latin typeface="Cooper Black" panose="0208090404030B020404" pitchFamily="18" charset="0"/>
              </a:rPr>
              <a:t>SAP Fiori elements prioritizes efficiency over flexibility</a:t>
            </a:r>
            <a:br>
              <a:rPr lang="en-US" sz="3200" dirty="0">
                <a:latin typeface="Cooper Black" panose="0208090404030B020404" pitchFamily="18" charset="0"/>
              </a:rPr>
            </a:br>
            <a:endParaRPr lang="en-US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E32852-A140-A7FC-63E9-0A4E6DB8F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924" y="1199452"/>
            <a:ext cx="9099643" cy="5242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463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55F8A-4E11-F006-2AEC-6ADD85D46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5912C6-D999-5763-4116-F4FE8A91C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828" y="2060848"/>
            <a:ext cx="10056164" cy="447121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639E7B4-73B7-A528-7F97-C8FADE6E0302}"/>
              </a:ext>
            </a:extLst>
          </p:cNvPr>
          <p:cNvSpPr/>
          <p:nvPr/>
        </p:nvSpPr>
        <p:spPr>
          <a:xfrm>
            <a:off x="1002994" y="2592007"/>
            <a:ext cx="8856984" cy="432048"/>
          </a:xfrm>
          <a:prstGeom prst="rect">
            <a:avLst/>
          </a:prstGeom>
          <a:solidFill>
            <a:srgbClr val="FFFF00">
              <a:alpha val="2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EB3CE7-2A56-0C19-EC00-355EB0E59799}"/>
              </a:ext>
            </a:extLst>
          </p:cNvPr>
          <p:cNvSpPr txBox="1"/>
          <p:nvPr/>
        </p:nvSpPr>
        <p:spPr>
          <a:xfrm>
            <a:off x="6238428" y="2261233"/>
            <a:ext cx="309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@UI.selectionField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F4D1DC-11A8-5B50-BCC0-DBAF25EF3E29}"/>
              </a:ext>
            </a:extLst>
          </p:cNvPr>
          <p:cNvSpPr txBox="1"/>
          <p:nvPr/>
        </p:nvSpPr>
        <p:spPr>
          <a:xfrm>
            <a:off x="7174532" y="3134200"/>
            <a:ext cx="309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@UI.LineItem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73D18F-1F7A-FB86-3578-21969E8C1646}"/>
              </a:ext>
            </a:extLst>
          </p:cNvPr>
          <p:cNvSpPr/>
          <p:nvPr/>
        </p:nvSpPr>
        <p:spPr>
          <a:xfrm>
            <a:off x="1002994" y="3453192"/>
            <a:ext cx="8856984" cy="2352072"/>
          </a:xfrm>
          <a:prstGeom prst="rect">
            <a:avLst/>
          </a:prstGeom>
          <a:solidFill>
            <a:srgbClr val="FFFF00">
              <a:alpha val="2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879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E9F21-39CA-9838-8C69-FCADF4ED6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73DE6DA-ABD7-B23A-F29A-8458D1CAC04A}"/>
                  </a:ext>
                </a:extLst>
              </p14:cNvPr>
              <p14:cNvContentPartPr/>
              <p14:nvPr/>
            </p14:nvContentPartPr>
            <p14:xfrm>
              <a:off x="2565150" y="1328612"/>
              <a:ext cx="36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73DE6DA-ABD7-B23A-F29A-8458D1CAC04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56510" y="1319612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9" name="Group 128">
            <a:extLst>
              <a:ext uri="{FF2B5EF4-FFF2-40B4-BE49-F238E27FC236}">
                <a16:creationId xmlns:a16="http://schemas.microsoft.com/office/drawing/2014/main" id="{544A0C42-D94D-B270-CA2D-4A5BBA4C7758}"/>
              </a:ext>
            </a:extLst>
          </p:cNvPr>
          <p:cNvGrpSpPr/>
          <p:nvPr/>
        </p:nvGrpSpPr>
        <p:grpSpPr>
          <a:xfrm>
            <a:off x="1262310" y="1565132"/>
            <a:ext cx="10833840" cy="4460040"/>
            <a:chOff x="1262310" y="1565132"/>
            <a:chExt cx="10833840" cy="446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737AB0D-774D-D4E0-C404-A31E7DE63CDF}"/>
                    </a:ext>
                  </a:extLst>
                </p14:cNvPr>
                <p14:cNvContentPartPr/>
                <p14:nvPr/>
              </p14:nvContentPartPr>
              <p14:xfrm>
                <a:off x="11301630" y="3042572"/>
                <a:ext cx="23400" cy="5767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737AB0D-774D-D4E0-C404-A31E7DE63CD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292990" y="3033932"/>
                  <a:ext cx="41040" cy="59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818BE31-FFF3-6AD9-746A-CD4F1042CF60}"/>
                    </a:ext>
                  </a:extLst>
                </p14:cNvPr>
                <p14:cNvContentPartPr/>
                <p14:nvPr/>
              </p14:nvContentPartPr>
              <p14:xfrm>
                <a:off x="11222790" y="2991092"/>
                <a:ext cx="873360" cy="6130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818BE31-FFF3-6AD9-746A-CD4F1042CF6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213790" y="2982092"/>
                  <a:ext cx="891000" cy="63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037D923-BF44-75B4-E4F9-7797066DB727}"/>
                    </a:ext>
                  </a:extLst>
                </p14:cNvPr>
                <p14:cNvContentPartPr/>
                <p14:nvPr/>
              </p14:nvContentPartPr>
              <p14:xfrm>
                <a:off x="11722470" y="3369812"/>
                <a:ext cx="26640" cy="248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037D923-BF44-75B4-E4F9-7797066DB72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713470" y="3360812"/>
                  <a:ext cx="442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1EBAE02-8ADB-10C8-7A41-ED803089B7FA}"/>
                    </a:ext>
                  </a:extLst>
                </p14:cNvPr>
                <p14:cNvContentPartPr/>
                <p14:nvPr/>
              </p14:nvContentPartPr>
              <p14:xfrm>
                <a:off x="12003990" y="3370892"/>
                <a:ext cx="43920" cy="169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1EBAE02-8ADB-10C8-7A41-ED803089B7F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994990" y="3362252"/>
                  <a:ext cx="615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73C2B11-1F46-A4F7-83C8-BA5FCEB63FB4}"/>
                    </a:ext>
                  </a:extLst>
                </p14:cNvPr>
                <p14:cNvContentPartPr/>
                <p14:nvPr/>
              </p14:nvContentPartPr>
              <p14:xfrm>
                <a:off x="1262310" y="1657292"/>
                <a:ext cx="497520" cy="3420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73C2B11-1F46-A4F7-83C8-BA5FCEB63FB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53310" y="1648292"/>
                  <a:ext cx="51516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A36935E-B7D9-9AAD-E5A2-E02446889228}"/>
                    </a:ext>
                  </a:extLst>
                </p14:cNvPr>
                <p14:cNvContentPartPr/>
                <p14:nvPr/>
              </p14:nvContentPartPr>
              <p14:xfrm>
                <a:off x="1855230" y="1656212"/>
                <a:ext cx="162720" cy="2541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A36935E-B7D9-9AAD-E5A2-E0244688922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46230" y="1647572"/>
                  <a:ext cx="18036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81F8F86-F218-ED46-253C-73DA7B6199EB}"/>
                    </a:ext>
                  </a:extLst>
                </p14:cNvPr>
                <p14:cNvContentPartPr/>
                <p14:nvPr/>
              </p14:nvContentPartPr>
              <p14:xfrm>
                <a:off x="2269590" y="1736492"/>
                <a:ext cx="162360" cy="136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81F8F86-F218-ED46-253C-73DA7B6199E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260590" y="1727492"/>
                  <a:ext cx="1800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176EAE6-8660-0560-0979-B2CEE5759DD0}"/>
                    </a:ext>
                  </a:extLst>
                </p14:cNvPr>
                <p14:cNvContentPartPr/>
                <p14:nvPr/>
              </p14:nvContentPartPr>
              <p14:xfrm>
                <a:off x="2530230" y="1645052"/>
                <a:ext cx="349920" cy="1598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176EAE6-8660-0560-0979-B2CEE5759DD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521590" y="1636412"/>
                  <a:ext cx="3675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EC29E40-70F7-5A44-610C-6C59444D3807}"/>
                    </a:ext>
                  </a:extLst>
                </p14:cNvPr>
                <p14:cNvContentPartPr/>
                <p14:nvPr/>
              </p14:nvContentPartPr>
              <p14:xfrm>
                <a:off x="3012270" y="1631732"/>
                <a:ext cx="99360" cy="3351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EC29E40-70F7-5A44-610C-6C59444D380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003630" y="1623092"/>
                  <a:ext cx="11700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52869E1-AF54-8734-7F1F-BFF3CABBE690}"/>
                    </a:ext>
                  </a:extLst>
                </p14:cNvPr>
                <p14:cNvContentPartPr/>
                <p14:nvPr/>
              </p14:nvContentPartPr>
              <p14:xfrm>
                <a:off x="3203790" y="1649372"/>
                <a:ext cx="91800" cy="1198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52869E1-AF54-8734-7F1F-BFF3CABBE69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194790" y="1640732"/>
                  <a:ext cx="1094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3100D50-5DEA-75BE-3785-0F38AB8D77F5}"/>
                    </a:ext>
                  </a:extLst>
                </p14:cNvPr>
                <p14:cNvContentPartPr/>
                <p14:nvPr/>
              </p14:nvContentPartPr>
              <p14:xfrm>
                <a:off x="3571710" y="1683932"/>
                <a:ext cx="333000" cy="331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3100D50-5DEA-75BE-3785-0F38AB8D77F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563070" y="1674932"/>
                  <a:ext cx="35064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EC97E36-C52E-5EC3-70F8-45E9AEA4820E}"/>
                    </a:ext>
                  </a:extLst>
                </p14:cNvPr>
                <p14:cNvContentPartPr/>
                <p14:nvPr/>
              </p14:nvContentPartPr>
              <p14:xfrm>
                <a:off x="1306590" y="3392852"/>
                <a:ext cx="206640" cy="3261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EC97E36-C52E-5EC3-70F8-45E9AEA4820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297950" y="3383852"/>
                  <a:ext cx="22428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CDEE7A2-4801-17D8-7D20-4BC4CB6D98AF}"/>
                    </a:ext>
                  </a:extLst>
                </p14:cNvPr>
                <p14:cNvContentPartPr/>
                <p14:nvPr/>
              </p14:nvContentPartPr>
              <p14:xfrm>
                <a:off x="1565430" y="3482492"/>
                <a:ext cx="147240" cy="2001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CDEE7A2-4801-17D8-7D20-4BC4CB6D98A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556430" y="3473852"/>
                  <a:ext cx="1648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724C37B-80B2-7074-098A-81C3C571282D}"/>
                    </a:ext>
                  </a:extLst>
                </p14:cNvPr>
                <p14:cNvContentPartPr/>
                <p14:nvPr/>
              </p14:nvContentPartPr>
              <p14:xfrm>
                <a:off x="2127750" y="3522452"/>
                <a:ext cx="165600" cy="1465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724C37B-80B2-7074-098A-81C3C571282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119110" y="3513812"/>
                  <a:ext cx="1832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DD3AF4F-BD5B-F3DE-4643-0ABD6D203BB3}"/>
                    </a:ext>
                  </a:extLst>
                </p14:cNvPr>
                <p14:cNvContentPartPr/>
                <p14:nvPr/>
              </p14:nvContentPartPr>
              <p14:xfrm>
                <a:off x="2538870" y="3565652"/>
                <a:ext cx="13680" cy="1321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DD3AF4F-BD5B-F3DE-4643-0ABD6D203BB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529870" y="3557012"/>
                  <a:ext cx="313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1531B48-DF87-9350-8595-71615FC3F961}"/>
                    </a:ext>
                  </a:extLst>
                </p14:cNvPr>
                <p14:cNvContentPartPr/>
                <p14:nvPr/>
              </p14:nvContentPartPr>
              <p14:xfrm>
                <a:off x="2580630" y="3451892"/>
                <a:ext cx="18000" cy="151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1531B48-DF87-9350-8595-71615FC3F96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571990" y="3442892"/>
                  <a:ext cx="356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0DC936C-A2EB-C0D1-33FF-0B41E896D39C}"/>
                    </a:ext>
                  </a:extLst>
                </p14:cNvPr>
                <p14:cNvContentPartPr/>
                <p14:nvPr/>
              </p14:nvContentPartPr>
              <p14:xfrm>
                <a:off x="2703750" y="3544412"/>
                <a:ext cx="7200" cy="1249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0DC936C-A2EB-C0D1-33FF-0B41E896D39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694750" y="3535412"/>
                  <a:ext cx="248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B811FBA-C32D-2EAD-50CE-2A2AB193CB60}"/>
                    </a:ext>
                  </a:extLst>
                </p14:cNvPr>
                <p14:cNvContentPartPr/>
                <p14:nvPr/>
              </p14:nvContentPartPr>
              <p14:xfrm>
                <a:off x="2800590" y="3506972"/>
                <a:ext cx="115920" cy="2156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B811FBA-C32D-2EAD-50CE-2A2AB193CB6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791950" y="3498332"/>
                  <a:ext cx="13356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F2A3CD0-8192-B324-93E9-FC85A065EED5}"/>
                    </a:ext>
                  </a:extLst>
                </p14:cNvPr>
                <p14:cNvContentPartPr/>
                <p14:nvPr/>
              </p14:nvContentPartPr>
              <p14:xfrm>
                <a:off x="3060510" y="3572132"/>
                <a:ext cx="145440" cy="1080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F2A3CD0-8192-B324-93E9-FC85A065EED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051510" y="3563492"/>
                  <a:ext cx="1630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DDD763B-A81D-8BCA-CB5A-D0E9D41FC87F}"/>
                    </a:ext>
                  </a:extLst>
                </p14:cNvPr>
                <p14:cNvContentPartPr/>
                <p14:nvPr/>
              </p14:nvContentPartPr>
              <p14:xfrm>
                <a:off x="3449310" y="3408332"/>
                <a:ext cx="218880" cy="3495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DDD763B-A81D-8BCA-CB5A-D0E9D41FC87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440310" y="3399332"/>
                  <a:ext cx="23652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D030C08-2DBD-C3BA-7F90-03BE437B0D82}"/>
                    </a:ext>
                  </a:extLst>
                </p14:cNvPr>
                <p14:cNvContentPartPr/>
                <p14:nvPr/>
              </p14:nvContentPartPr>
              <p14:xfrm>
                <a:off x="3595470" y="3841412"/>
                <a:ext cx="2880" cy="122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D030C08-2DBD-C3BA-7F90-03BE437B0D8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586830" y="3832772"/>
                  <a:ext cx="205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A05FF51-9BF9-EF68-59B5-AB1CAE953E0F}"/>
                    </a:ext>
                  </a:extLst>
                </p14:cNvPr>
                <p14:cNvContentPartPr/>
                <p14:nvPr/>
              </p14:nvContentPartPr>
              <p14:xfrm>
                <a:off x="5256150" y="1946732"/>
                <a:ext cx="105480" cy="2145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A05FF51-9BF9-EF68-59B5-AB1CAE953E0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247150" y="1938092"/>
                  <a:ext cx="12312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1469872-52E7-A7B4-2DFD-8CFD168F11F7}"/>
                    </a:ext>
                  </a:extLst>
                </p14:cNvPr>
                <p14:cNvContentPartPr/>
                <p14:nvPr/>
              </p14:nvContentPartPr>
              <p14:xfrm>
                <a:off x="5283150" y="1821812"/>
                <a:ext cx="59040" cy="244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1469872-52E7-A7B4-2DFD-8CFD168F11F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274150" y="1813172"/>
                  <a:ext cx="766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6D2B51E-33DF-6983-E7F6-C8C45ED6210D}"/>
                    </a:ext>
                  </a:extLst>
                </p14:cNvPr>
                <p14:cNvContentPartPr/>
                <p14:nvPr/>
              </p14:nvContentPartPr>
              <p14:xfrm>
                <a:off x="5488710" y="1938092"/>
                <a:ext cx="17640" cy="1951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6D2B51E-33DF-6983-E7F6-C8C45ED6210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480070" y="1929452"/>
                  <a:ext cx="352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0AE4FA5-C249-6DE2-52B2-612C15863297}"/>
                    </a:ext>
                  </a:extLst>
                </p14:cNvPr>
                <p14:cNvContentPartPr/>
                <p14:nvPr/>
              </p14:nvContentPartPr>
              <p14:xfrm>
                <a:off x="5623710" y="1921172"/>
                <a:ext cx="131400" cy="2566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0AE4FA5-C249-6DE2-52B2-612C1586329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615070" y="1912172"/>
                  <a:ext cx="14904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2F1D3A2-7EAA-4919-C027-E0953F8158B5}"/>
                    </a:ext>
                  </a:extLst>
                </p14:cNvPr>
                <p14:cNvContentPartPr/>
                <p14:nvPr/>
              </p14:nvContentPartPr>
              <p14:xfrm>
                <a:off x="5821710" y="1983452"/>
                <a:ext cx="100440" cy="106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2F1D3A2-7EAA-4919-C027-E0953F8158B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813070" y="1974452"/>
                  <a:ext cx="1180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077BFFC-18D4-0CB5-B8A7-E0B3F93DC614}"/>
                    </a:ext>
                  </a:extLst>
                </p14:cNvPr>
                <p14:cNvContentPartPr/>
                <p14:nvPr/>
              </p14:nvContentPartPr>
              <p14:xfrm>
                <a:off x="5586270" y="2318972"/>
                <a:ext cx="368280" cy="2764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077BFFC-18D4-0CB5-B8A7-E0B3F93DC61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577270" y="2310332"/>
                  <a:ext cx="38592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C6A54E4-CFAC-66A9-942B-71866CF2FD32}"/>
                    </a:ext>
                  </a:extLst>
                </p14:cNvPr>
                <p14:cNvContentPartPr/>
                <p14:nvPr/>
              </p14:nvContentPartPr>
              <p14:xfrm>
                <a:off x="6131670" y="2430212"/>
                <a:ext cx="253800" cy="370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C6A54E4-CFAC-66A9-942B-71866CF2FD3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122670" y="2421212"/>
                  <a:ext cx="2714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687C41D-9C1F-8BCB-18DA-F08CF01CBEEE}"/>
                    </a:ext>
                  </a:extLst>
                </p14:cNvPr>
                <p14:cNvContentPartPr/>
                <p14:nvPr/>
              </p14:nvContentPartPr>
              <p14:xfrm>
                <a:off x="6248670" y="2414372"/>
                <a:ext cx="14040" cy="2602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687C41D-9C1F-8BCB-18DA-F08CF01CBEE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240030" y="2405372"/>
                  <a:ext cx="3168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D2FB9E3-629B-4FB3-94B7-08E9F345450B}"/>
                    </a:ext>
                  </a:extLst>
                </p14:cNvPr>
                <p14:cNvContentPartPr/>
                <p14:nvPr/>
              </p14:nvContentPartPr>
              <p14:xfrm>
                <a:off x="6348030" y="2562692"/>
                <a:ext cx="92880" cy="734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D2FB9E3-629B-4FB3-94B7-08E9F345450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339390" y="2553692"/>
                  <a:ext cx="1105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1BB0D94-D7E4-2E61-1D95-6E48A27BB5D3}"/>
                    </a:ext>
                  </a:extLst>
                </p14:cNvPr>
                <p14:cNvContentPartPr/>
                <p14:nvPr/>
              </p14:nvContentPartPr>
              <p14:xfrm>
                <a:off x="6371430" y="2547932"/>
                <a:ext cx="95400" cy="885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1BB0D94-D7E4-2E61-1D95-6E48A27BB5D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362430" y="2538932"/>
                  <a:ext cx="1130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9487921-D88D-ADEA-8582-A77E0FF56FD7}"/>
                    </a:ext>
                  </a:extLst>
                </p14:cNvPr>
                <p14:cNvContentPartPr/>
                <p14:nvPr/>
              </p14:nvContentPartPr>
              <p14:xfrm>
                <a:off x="6624510" y="2632532"/>
                <a:ext cx="17280" cy="122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9487921-D88D-ADEA-8582-A77E0FF56FD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615510" y="2623532"/>
                  <a:ext cx="349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CE368BB-D7F8-F044-8587-40B9866FA950}"/>
                    </a:ext>
                  </a:extLst>
                </p14:cNvPr>
                <p14:cNvContentPartPr/>
                <p14:nvPr/>
              </p14:nvContentPartPr>
              <p14:xfrm>
                <a:off x="4701390" y="1565132"/>
                <a:ext cx="2311560" cy="15073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CE368BB-D7F8-F044-8587-40B9866FA95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692390" y="1556132"/>
                  <a:ext cx="2329200" cy="152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8776772-2097-E88D-217B-1B4E7BFC3FBF}"/>
                    </a:ext>
                  </a:extLst>
                </p14:cNvPr>
                <p14:cNvContentPartPr/>
                <p14:nvPr/>
              </p14:nvContentPartPr>
              <p14:xfrm>
                <a:off x="6823230" y="2166692"/>
                <a:ext cx="151560" cy="2113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8776772-2097-E88D-217B-1B4E7BFC3FB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814590" y="2157692"/>
                  <a:ext cx="16920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67D3476-0DE1-4C2E-71D7-12EE726B892C}"/>
                    </a:ext>
                  </a:extLst>
                </p14:cNvPr>
                <p14:cNvContentPartPr/>
                <p14:nvPr/>
              </p14:nvContentPartPr>
              <p14:xfrm>
                <a:off x="6976590" y="2205572"/>
                <a:ext cx="531000" cy="1036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67D3476-0DE1-4C2E-71D7-12EE726B892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967590" y="2196572"/>
                  <a:ext cx="5486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DEEB9F8-CA20-A3E5-553A-7578D74C31DC}"/>
                    </a:ext>
                  </a:extLst>
                </p14:cNvPr>
                <p14:cNvContentPartPr/>
                <p14:nvPr/>
              </p14:nvContentPartPr>
              <p14:xfrm>
                <a:off x="2384430" y="3932132"/>
                <a:ext cx="609480" cy="417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DEEB9F8-CA20-A3E5-553A-7578D74C31D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375790" y="3923132"/>
                  <a:ext cx="6271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A095E2E-8DFC-D59F-691F-CFCCF780DD6C}"/>
                    </a:ext>
                  </a:extLst>
                </p14:cNvPr>
                <p14:cNvContentPartPr/>
                <p14:nvPr/>
              </p14:nvContentPartPr>
              <p14:xfrm>
                <a:off x="2489910" y="4081172"/>
                <a:ext cx="298080" cy="273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A095E2E-8DFC-D59F-691F-CFCCF780DD6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481270" y="4072172"/>
                  <a:ext cx="3157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2DCDA76-F866-C5EB-E262-E36AD6C7D74B}"/>
                    </a:ext>
                  </a:extLst>
                </p14:cNvPr>
                <p14:cNvContentPartPr/>
                <p14:nvPr/>
              </p14:nvContentPartPr>
              <p14:xfrm>
                <a:off x="3212070" y="4292132"/>
                <a:ext cx="581040" cy="4525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2DCDA76-F866-C5EB-E262-E36AD6C7D74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203430" y="4283492"/>
                  <a:ext cx="598680" cy="47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AF4F414-F4EF-1F6D-D7F5-C1D6D1EEA06D}"/>
                    </a:ext>
                  </a:extLst>
                </p14:cNvPr>
                <p14:cNvContentPartPr/>
                <p14:nvPr/>
              </p14:nvContentPartPr>
              <p14:xfrm>
                <a:off x="5903070" y="4795412"/>
                <a:ext cx="2961720" cy="8773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AF4F414-F4EF-1F6D-D7F5-C1D6D1EEA06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894070" y="4786772"/>
                  <a:ext cx="2979360" cy="89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87A0A50-B64E-2747-0C1E-B238747C843D}"/>
                    </a:ext>
                  </a:extLst>
                </p14:cNvPr>
                <p14:cNvContentPartPr/>
                <p14:nvPr/>
              </p14:nvContentPartPr>
              <p14:xfrm>
                <a:off x="5851590" y="4701092"/>
                <a:ext cx="3097440" cy="8701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87A0A50-B64E-2747-0C1E-B238747C843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842590" y="4692092"/>
                  <a:ext cx="3115080" cy="88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FB283CC-B4E8-1C8E-9784-6CE3D5AA17CA}"/>
                    </a:ext>
                  </a:extLst>
                </p14:cNvPr>
                <p14:cNvContentPartPr/>
                <p14:nvPr/>
              </p14:nvContentPartPr>
              <p14:xfrm>
                <a:off x="6765630" y="5020052"/>
                <a:ext cx="257400" cy="4104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FB283CC-B4E8-1C8E-9784-6CE3D5AA17C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756990" y="5011052"/>
                  <a:ext cx="27504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1F06B5A-C764-05BD-C193-B389EBF0F003}"/>
                    </a:ext>
                  </a:extLst>
                </p14:cNvPr>
                <p14:cNvContentPartPr/>
                <p14:nvPr/>
              </p14:nvContentPartPr>
              <p14:xfrm>
                <a:off x="7131030" y="5111852"/>
                <a:ext cx="183600" cy="2772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1F06B5A-C764-05BD-C193-B389EBF0F00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122030" y="5102852"/>
                  <a:ext cx="2012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5FC0F88-EE51-B762-ACCA-234E96E241D1}"/>
                    </a:ext>
                  </a:extLst>
                </p14:cNvPr>
                <p14:cNvContentPartPr/>
                <p14:nvPr/>
              </p14:nvContentPartPr>
              <p14:xfrm>
                <a:off x="5812350" y="4031852"/>
                <a:ext cx="68400" cy="4078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5FC0F88-EE51-B762-ACCA-234E96E241D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803350" y="4023212"/>
                  <a:ext cx="86040" cy="42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1F7E4D9-CCD8-5EEA-81F3-EB7C11701E28}"/>
                    </a:ext>
                  </a:extLst>
                </p14:cNvPr>
                <p14:cNvContentPartPr/>
                <p14:nvPr/>
              </p14:nvContentPartPr>
              <p14:xfrm>
                <a:off x="5808390" y="4414532"/>
                <a:ext cx="2881440" cy="1706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1F7E4D9-CCD8-5EEA-81F3-EB7C11701E2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799750" y="4405532"/>
                  <a:ext cx="28990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3F2EA63-78E2-2786-53A0-D51A6301174C}"/>
                    </a:ext>
                  </a:extLst>
                </p14:cNvPr>
                <p14:cNvContentPartPr/>
                <p14:nvPr/>
              </p14:nvContentPartPr>
              <p14:xfrm>
                <a:off x="5745750" y="3894332"/>
                <a:ext cx="2889000" cy="3862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3F2EA63-78E2-2786-53A0-D51A6301174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737110" y="3885332"/>
                  <a:ext cx="290664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2494658-25BE-E6B5-8F1C-23951CA42502}"/>
                    </a:ext>
                  </a:extLst>
                </p14:cNvPr>
                <p14:cNvContentPartPr/>
                <p14:nvPr/>
              </p14:nvContentPartPr>
              <p14:xfrm>
                <a:off x="6674910" y="4105652"/>
                <a:ext cx="204480" cy="1684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2494658-25BE-E6B5-8F1C-23951CA4250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666270" y="4096652"/>
                  <a:ext cx="2221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AC8F8CC-983A-AF94-7E44-38E11E0658E7}"/>
                    </a:ext>
                  </a:extLst>
                </p14:cNvPr>
                <p14:cNvContentPartPr/>
                <p14:nvPr/>
              </p14:nvContentPartPr>
              <p14:xfrm>
                <a:off x="6847710" y="4134452"/>
                <a:ext cx="180360" cy="1216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AC8F8CC-983A-AF94-7E44-38E11E0658E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839070" y="4125812"/>
                  <a:ext cx="19800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122B921-E885-827F-86D9-341289B79331}"/>
                    </a:ext>
                  </a:extLst>
                </p14:cNvPr>
                <p14:cNvContentPartPr/>
                <p14:nvPr/>
              </p14:nvContentPartPr>
              <p14:xfrm>
                <a:off x="7098270" y="4074692"/>
                <a:ext cx="203760" cy="1969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122B921-E885-827F-86D9-341289B7933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089270" y="4065692"/>
                  <a:ext cx="2214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E40F9F1-2418-0A59-FBAC-7FF6FB507736}"/>
                    </a:ext>
                  </a:extLst>
                </p14:cNvPr>
                <p14:cNvContentPartPr/>
                <p14:nvPr/>
              </p14:nvContentPartPr>
              <p14:xfrm>
                <a:off x="6874350" y="3622172"/>
                <a:ext cx="92880" cy="2862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E40F9F1-2418-0A59-FBAC-7FF6FB50773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865350" y="3613532"/>
                  <a:ext cx="11052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0F92E77-217A-34C5-77DC-55FBAE5E7A46}"/>
                    </a:ext>
                  </a:extLst>
                </p14:cNvPr>
                <p14:cNvContentPartPr/>
                <p14:nvPr/>
              </p14:nvContentPartPr>
              <p14:xfrm>
                <a:off x="6791910" y="3509852"/>
                <a:ext cx="220320" cy="2041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0F92E77-217A-34C5-77DC-55FBAE5E7A4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782910" y="3500852"/>
                  <a:ext cx="23796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52DAAC1-8BA9-68A1-E238-DE6B9C133573}"/>
                    </a:ext>
                  </a:extLst>
                </p14:cNvPr>
                <p14:cNvContentPartPr/>
                <p14:nvPr/>
              </p14:nvContentPartPr>
              <p14:xfrm>
                <a:off x="5253270" y="3177212"/>
                <a:ext cx="1231560" cy="5274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52DAAC1-8BA9-68A1-E238-DE6B9C13357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244270" y="3168572"/>
                  <a:ext cx="1249200" cy="54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324F6A3-B253-0645-CB4D-F5949DAE4CA1}"/>
                    </a:ext>
                  </a:extLst>
                </p14:cNvPr>
                <p14:cNvContentPartPr/>
                <p14:nvPr/>
              </p14:nvContentPartPr>
              <p14:xfrm>
                <a:off x="6196830" y="3107372"/>
                <a:ext cx="118440" cy="5320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324F6A3-B253-0645-CB4D-F5949DAE4CA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187830" y="3098372"/>
                  <a:ext cx="136080" cy="54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641807F-18D7-2EC2-7C99-331BD0CA2A6D}"/>
                    </a:ext>
                  </a:extLst>
                </p14:cNvPr>
                <p14:cNvContentPartPr/>
                <p14:nvPr/>
              </p14:nvContentPartPr>
              <p14:xfrm>
                <a:off x="5295750" y="3170012"/>
                <a:ext cx="883440" cy="532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641807F-18D7-2EC2-7C99-331BD0CA2A6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286750" y="3161372"/>
                  <a:ext cx="90108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652C5A8-1E6C-CE57-BF09-A48BE1B42902}"/>
                    </a:ext>
                  </a:extLst>
                </p14:cNvPr>
                <p14:cNvContentPartPr/>
                <p14:nvPr/>
              </p14:nvContentPartPr>
              <p14:xfrm>
                <a:off x="6538830" y="3098372"/>
                <a:ext cx="27360" cy="4698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652C5A8-1E6C-CE57-BF09-A48BE1B4290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529830" y="3089372"/>
                  <a:ext cx="45000" cy="48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F9FFBAA-22A3-C456-69EE-F9946E5520DB}"/>
                    </a:ext>
                  </a:extLst>
                </p14:cNvPr>
                <p14:cNvContentPartPr/>
                <p14:nvPr/>
              </p14:nvContentPartPr>
              <p14:xfrm>
                <a:off x="6552150" y="3490052"/>
                <a:ext cx="963360" cy="363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F9FFBAA-22A3-C456-69EE-F9946E5520D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543150" y="3481052"/>
                  <a:ext cx="9810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FD7B176-2BD1-9E95-EF63-2CB2A8553EA8}"/>
                    </a:ext>
                  </a:extLst>
                </p14:cNvPr>
                <p14:cNvContentPartPr/>
                <p14:nvPr/>
              </p14:nvContentPartPr>
              <p14:xfrm>
                <a:off x="6443430" y="3026012"/>
                <a:ext cx="1234440" cy="5122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FD7B176-2BD1-9E95-EF63-2CB2A8553EA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434790" y="3017372"/>
                  <a:ext cx="1252080" cy="52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BE14D91-DD27-E4F2-6A0B-50155D319D63}"/>
                    </a:ext>
                  </a:extLst>
                </p14:cNvPr>
                <p14:cNvContentPartPr/>
                <p14:nvPr/>
              </p14:nvContentPartPr>
              <p14:xfrm>
                <a:off x="7867590" y="3065252"/>
                <a:ext cx="1177560" cy="4924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BE14D91-DD27-E4F2-6A0B-50155D319D6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858590" y="3056612"/>
                  <a:ext cx="1195200" cy="51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366F413-30FE-EEE8-8D9E-2421DFFE5F51}"/>
                    </a:ext>
                  </a:extLst>
                </p14:cNvPr>
                <p14:cNvContentPartPr/>
                <p14:nvPr/>
              </p14:nvContentPartPr>
              <p14:xfrm>
                <a:off x="7884510" y="3018452"/>
                <a:ext cx="1284840" cy="5086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366F413-30FE-EEE8-8D9E-2421DFFE5F5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875870" y="3009812"/>
                  <a:ext cx="1302480" cy="52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D1E2552-D364-08DB-BE20-114A1F58B6B2}"/>
                    </a:ext>
                  </a:extLst>
                </p14:cNvPr>
                <p14:cNvContentPartPr/>
                <p14:nvPr/>
              </p14:nvContentPartPr>
              <p14:xfrm>
                <a:off x="9505590" y="3080732"/>
                <a:ext cx="1098360" cy="5144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D1E2552-D364-08DB-BE20-114A1F58B6B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496950" y="3071732"/>
                  <a:ext cx="1116000" cy="53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6C5BBAC-ED2E-B9E9-7CDB-6B4E490913F0}"/>
                    </a:ext>
                  </a:extLst>
                </p14:cNvPr>
                <p14:cNvContentPartPr/>
                <p14:nvPr/>
              </p14:nvContentPartPr>
              <p14:xfrm>
                <a:off x="9435030" y="3044732"/>
                <a:ext cx="1428120" cy="6274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6C5BBAC-ED2E-B9E9-7CDB-6B4E490913F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426390" y="3035732"/>
                  <a:ext cx="1445760" cy="64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A05D4C7-3EEC-8429-DE5F-35626149DCBB}"/>
                    </a:ext>
                  </a:extLst>
                </p14:cNvPr>
                <p14:cNvContentPartPr/>
                <p14:nvPr/>
              </p14:nvContentPartPr>
              <p14:xfrm>
                <a:off x="4064910" y="3065612"/>
                <a:ext cx="1027800" cy="7567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A05D4C7-3EEC-8429-DE5F-35626149DCB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055910" y="3056612"/>
                  <a:ext cx="1045440" cy="77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6B4DBA0-F194-0323-72B9-143ABAE0AF74}"/>
                    </a:ext>
                  </a:extLst>
                </p14:cNvPr>
                <p14:cNvContentPartPr/>
                <p14:nvPr/>
              </p14:nvContentPartPr>
              <p14:xfrm>
                <a:off x="4360470" y="3340292"/>
                <a:ext cx="99360" cy="3751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6B4DBA0-F194-0323-72B9-143ABAE0AF7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351830" y="3331652"/>
                  <a:ext cx="11700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184D317-E3D4-DD18-8906-8AE977AE16F0}"/>
                    </a:ext>
                  </a:extLst>
                </p14:cNvPr>
                <p14:cNvContentPartPr/>
                <p14:nvPr/>
              </p14:nvContentPartPr>
              <p14:xfrm>
                <a:off x="4542990" y="3433532"/>
                <a:ext cx="20880" cy="1587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184D317-E3D4-DD18-8906-8AE977AE16F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534350" y="3424532"/>
                  <a:ext cx="385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2C470C1-4E40-46C3-323B-053E3F4487E8}"/>
                    </a:ext>
                  </a:extLst>
                </p14:cNvPr>
                <p14:cNvContentPartPr/>
                <p14:nvPr/>
              </p14:nvContentPartPr>
              <p14:xfrm>
                <a:off x="5478990" y="3284492"/>
                <a:ext cx="72720" cy="3200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2C470C1-4E40-46C3-323B-053E3F4487E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469990" y="3275492"/>
                  <a:ext cx="9036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59F4A2B-4E77-3CAC-71D8-A7FEA558D262}"/>
                    </a:ext>
                  </a:extLst>
                </p14:cNvPr>
                <p14:cNvContentPartPr/>
                <p14:nvPr/>
              </p14:nvContentPartPr>
              <p14:xfrm>
                <a:off x="5406990" y="3432092"/>
                <a:ext cx="160920" cy="745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59F4A2B-4E77-3CAC-71D8-A7FEA558D26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398350" y="3423452"/>
                  <a:ext cx="1785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35B5416-FBB9-43D8-E97F-ADAEAD50B37E}"/>
                    </a:ext>
                  </a:extLst>
                </p14:cNvPr>
                <p14:cNvContentPartPr/>
                <p14:nvPr/>
              </p14:nvContentPartPr>
              <p14:xfrm>
                <a:off x="5662590" y="3357572"/>
                <a:ext cx="147240" cy="2098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35B5416-FBB9-43D8-E97F-ADAEAD50B37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653950" y="3348572"/>
                  <a:ext cx="16488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C12BAD5-A083-23A6-F716-ECDFC62B9482}"/>
                    </a:ext>
                  </a:extLst>
                </p14:cNvPr>
                <p14:cNvContentPartPr/>
                <p14:nvPr/>
              </p14:nvContentPartPr>
              <p14:xfrm>
                <a:off x="6835110" y="3054812"/>
                <a:ext cx="67320" cy="4564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C12BAD5-A083-23A6-F716-ECDFC62B948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826110" y="3046172"/>
                  <a:ext cx="84960" cy="47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26AA28E-3C90-E5FB-E4F8-3A52CB3ECCDC}"/>
                    </a:ext>
                  </a:extLst>
                </p14:cNvPr>
                <p14:cNvContentPartPr/>
                <p14:nvPr/>
              </p14:nvContentPartPr>
              <p14:xfrm>
                <a:off x="6834750" y="3235172"/>
                <a:ext cx="55440" cy="345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26AA28E-3C90-E5FB-E4F8-3A52CB3ECCD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826110" y="3226532"/>
                  <a:ext cx="730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74BA985-EAD1-DF13-771D-57D3B6183B5F}"/>
                    </a:ext>
                  </a:extLst>
                </p14:cNvPr>
                <p14:cNvContentPartPr/>
                <p14:nvPr/>
              </p14:nvContentPartPr>
              <p14:xfrm>
                <a:off x="7078470" y="3177572"/>
                <a:ext cx="191880" cy="2487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74BA985-EAD1-DF13-771D-57D3B6183B5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069470" y="3168572"/>
                  <a:ext cx="20952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31B2C31-5B4B-3F6C-036F-5D76AA30B41C}"/>
                    </a:ext>
                  </a:extLst>
                </p14:cNvPr>
                <p14:cNvContentPartPr/>
                <p14:nvPr/>
              </p14:nvContentPartPr>
              <p14:xfrm>
                <a:off x="8315070" y="3085772"/>
                <a:ext cx="59400" cy="4820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31B2C31-5B4B-3F6C-036F-5D76AA30B41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306070" y="3077132"/>
                  <a:ext cx="77040" cy="49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C9DF72C-7C72-D338-A4D2-5744A3F4A7E0}"/>
                    </a:ext>
                  </a:extLst>
                </p14:cNvPr>
                <p14:cNvContentPartPr/>
                <p14:nvPr/>
              </p14:nvContentPartPr>
              <p14:xfrm>
                <a:off x="8321190" y="3214292"/>
                <a:ext cx="420840" cy="2055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C9DF72C-7C72-D338-A4D2-5744A3F4A7E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312550" y="3205652"/>
                  <a:ext cx="4384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B10183C-3CB9-F8B8-B8C6-E40C58C33761}"/>
                    </a:ext>
                  </a:extLst>
                </p14:cNvPr>
                <p14:cNvContentPartPr/>
                <p14:nvPr/>
              </p14:nvContentPartPr>
              <p14:xfrm>
                <a:off x="9939750" y="3200612"/>
                <a:ext cx="89640" cy="2984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B10183C-3CB9-F8B8-B8C6-E40C58C3376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930750" y="3191972"/>
                  <a:ext cx="10728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B3D3060-B538-3885-A95E-FBA646B400E0}"/>
                    </a:ext>
                  </a:extLst>
                </p14:cNvPr>
                <p14:cNvContentPartPr/>
                <p14:nvPr/>
              </p14:nvContentPartPr>
              <p14:xfrm>
                <a:off x="9920310" y="3279452"/>
                <a:ext cx="264600" cy="493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B3D3060-B538-3885-A95E-FBA646B400E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911310" y="3270452"/>
                  <a:ext cx="2822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169CAAA-5C90-B135-2846-252BB5A9DD81}"/>
                    </a:ext>
                  </a:extLst>
                </p14:cNvPr>
                <p14:cNvContentPartPr/>
                <p14:nvPr/>
              </p14:nvContentPartPr>
              <p14:xfrm>
                <a:off x="10197150" y="3204572"/>
                <a:ext cx="110520" cy="2113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169CAAA-5C90-B135-2846-252BB5A9DD8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188150" y="3195572"/>
                  <a:ext cx="12816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FD8354B-C74E-A2DF-2332-B8101B835EC8}"/>
                    </a:ext>
                  </a:extLst>
                </p14:cNvPr>
                <p14:cNvContentPartPr/>
                <p14:nvPr/>
              </p14:nvContentPartPr>
              <p14:xfrm>
                <a:off x="10248990" y="3137972"/>
                <a:ext cx="259920" cy="1843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FD8354B-C74E-A2DF-2332-B8101B835EC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239990" y="3128972"/>
                  <a:ext cx="2775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565739C-983B-891B-E216-753C7C8DBAB0}"/>
                    </a:ext>
                  </a:extLst>
                </p14:cNvPr>
                <p14:cNvContentPartPr/>
                <p14:nvPr/>
              </p14:nvContentPartPr>
              <p14:xfrm>
                <a:off x="4302150" y="3551612"/>
                <a:ext cx="123120" cy="532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565739C-983B-891B-E216-753C7C8DBAB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293150" y="3542972"/>
                  <a:ext cx="1407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7FF79FB-4D6D-C59D-D4C6-0BEAD0135353}"/>
                    </a:ext>
                  </a:extLst>
                </p14:cNvPr>
                <p14:cNvContentPartPr/>
                <p14:nvPr/>
              </p14:nvContentPartPr>
              <p14:xfrm>
                <a:off x="4314750" y="2814692"/>
                <a:ext cx="374400" cy="2462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7FF79FB-4D6D-C59D-D4C6-0BEAD013535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305750" y="2806052"/>
                  <a:ext cx="39204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0A7C7259-EE71-DC2F-52ED-541771293CB6}"/>
                    </a:ext>
                  </a:extLst>
                </p14:cNvPr>
                <p14:cNvContentPartPr/>
                <p14:nvPr/>
              </p14:nvContentPartPr>
              <p14:xfrm>
                <a:off x="5778150" y="2837732"/>
                <a:ext cx="403560" cy="2487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0A7C7259-EE71-DC2F-52ED-541771293CB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769150" y="2828732"/>
                  <a:ext cx="42120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FC8930C-799C-2ED7-FD17-11225BE69DDA}"/>
                    </a:ext>
                  </a:extLst>
                </p14:cNvPr>
                <p14:cNvContentPartPr/>
                <p14:nvPr/>
              </p14:nvContentPartPr>
              <p14:xfrm>
                <a:off x="7145070" y="2835932"/>
                <a:ext cx="318960" cy="1699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FC8930C-799C-2ED7-FD17-11225BE69DD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136430" y="2826932"/>
                  <a:ext cx="3366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BD27415-9A5E-7A93-84AE-5DEE670A78EF}"/>
                    </a:ext>
                  </a:extLst>
                </p14:cNvPr>
                <p14:cNvContentPartPr/>
                <p14:nvPr/>
              </p14:nvContentPartPr>
              <p14:xfrm>
                <a:off x="8126430" y="2767892"/>
                <a:ext cx="424800" cy="1944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BD27415-9A5E-7A93-84AE-5DEE670A78E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117790" y="2759252"/>
                  <a:ext cx="44244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F7E1327-54AC-712C-4B89-790DC97C5DDF}"/>
                    </a:ext>
                  </a:extLst>
                </p14:cNvPr>
                <p14:cNvContentPartPr/>
                <p14:nvPr/>
              </p14:nvContentPartPr>
              <p14:xfrm>
                <a:off x="9573630" y="2730812"/>
                <a:ext cx="556920" cy="2095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F7E1327-54AC-712C-4B89-790DC97C5DD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564630" y="2722172"/>
                  <a:ext cx="57456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BDAA9663-4EA2-372E-CC21-33279BB16D49}"/>
                    </a:ext>
                  </a:extLst>
                </p14:cNvPr>
                <p14:cNvContentPartPr/>
                <p14:nvPr/>
              </p14:nvContentPartPr>
              <p14:xfrm>
                <a:off x="11154390" y="2638652"/>
                <a:ext cx="566280" cy="2635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BDAA9663-4EA2-372E-CC21-33279BB16D4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1145390" y="2629652"/>
                  <a:ext cx="58392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F9789A3-19D1-3867-7ED6-5DA2C0321A86}"/>
                    </a:ext>
                  </a:extLst>
                </p14:cNvPr>
                <p14:cNvContentPartPr/>
                <p14:nvPr/>
              </p14:nvContentPartPr>
              <p14:xfrm>
                <a:off x="8744550" y="1743692"/>
                <a:ext cx="29880" cy="3297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F9789A3-19D1-3867-7ED6-5DA2C0321A86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735910" y="1734692"/>
                  <a:ext cx="4752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C3B3E91-CF28-9369-499B-2D0F764D5532}"/>
                    </a:ext>
                  </a:extLst>
                </p14:cNvPr>
                <p14:cNvContentPartPr/>
                <p14:nvPr/>
              </p14:nvContentPartPr>
              <p14:xfrm>
                <a:off x="8935710" y="1813892"/>
                <a:ext cx="143280" cy="2469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C3B3E91-CF28-9369-499B-2D0F764D553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927070" y="1804892"/>
                  <a:ext cx="16092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B0AD8582-9105-734D-6887-5155817CF8F0}"/>
                    </a:ext>
                  </a:extLst>
                </p14:cNvPr>
                <p14:cNvContentPartPr/>
                <p14:nvPr/>
              </p14:nvContentPartPr>
              <p14:xfrm>
                <a:off x="9314790" y="1893092"/>
                <a:ext cx="7560" cy="1702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B0AD8582-9105-734D-6887-5155817CF8F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306150" y="1884092"/>
                  <a:ext cx="2520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6EBA916-B227-F964-7E97-7CD9EBC83BCD}"/>
                    </a:ext>
                  </a:extLst>
                </p14:cNvPr>
                <p14:cNvContentPartPr/>
                <p14:nvPr/>
              </p14:nvContentPartPr>
              <p14:xfrm>
                <a:off x="9360870" y="1721372"/>
                <a:ext cx="6840" cy="615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6EBA916-B227-F964-7E97-7CD9EBC83BC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352230" y="1712372"/>
                  <a:ext cx="244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113235C1-B8D7-16AF-2FE5-CB9123FF64A9}"/>
                    </a:ext>
                  </a:extLst>
                </p14:cNvPr>
                <p14:cNvContentPartPr/>
                <p14:nvPr/>
              </p14:nvContentPartPr>
              <p14:xfrm>
                <a:off x="9248910" y="1924772"/>
                <a:ext cx="343080" cy="752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113235C1-B8D7-16AF-2FE5-CB9123FF64A9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240270" y="1915772"/>
                  <a:ext cx="3607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CA9DCC8-57F2-F540-C903-19F1E9BC9BEC}"/>
                    </a:ext>
                  </a:extLst>
                </p14:cNvPr>
                <p14:cNvContentPartPr/>
                <p14:nvPr/>
              </p14:nvContentPartPr>
              <p14:xfrm>
                <a:off x="9571470" y="1888052"/>
                <a:ext cx="23040" cy="1890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CA9DCC8-57F2-F540-C903-19F1E9BC9BE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562830" y="1879052"/>
                  <a:ext cx="4068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3690941-E70E-287A-5674-F1D8AF3B375A}"/>
                    </a:ext>
                  </a:extLst>
                </p14:cNvPr>
                <p14:cNvContentPartPr/>
                <p14:nvPr/>
              </p14:nvContentPartPr>
              <p14:xfrm>
                <a:off x="9584430" y="1670612"/>
                <a:ext cx="26640" cy="1454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3690941-E70E-287A-5674-F1D8AF3B375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575790" y="1661612"/>
                  <a:ext cx="442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D336ECA-7439-3888-B93F-4ACFAA249C3E}"/>
                    </a:ext>
                  </a:extLst>
                </p14:cNvPr>
                <p14:cNvContentPartPr/>
                <p14:nvPr/>
              </p14:nvContentPartPr>
              <p14:xfrm>
                <a:off x="9683430" y="1792652"/>
                <a:ext cx="615600" cy="2890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D336ECA-7439-3888-B93F-4ACFAA249C3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674430" y="1783652"/>
                  <a:ext cx="63324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86BCA1F2-BF9B-18AD-74BC-52E48CBFC5E4}"/>
                    </a:ext>
                  </a:extLst>
                </p14:cNvPr>
                <p14:cNvContentPartPr/>
                <p14:nvPr/>
              </p14:nvContentPartPr>
              <p14:xfrm>
                <a:off x="9002670" y="2195852"/>
                <a:ext cx="1446480" cy="561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86BCA1F2-BF9B-18AD-74BC-52E48CBFC5E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994030" y="2187212"/>
                  <a:ext cx="146412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39097F0-1105-908A-BE1E-806039D489E8}"/>
                    </a:ext>
                  </a:extLst>
                </p14:cNvPr>
                <p14:cNvContentPartPr/>
                <p14:nvPr/>
              </p14:nvContentPartPr>
              <p14:xfrm>
                <a:off x="5052030" y="5390132"/>
                <a:ext cx="11880" cy="1504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39097F0-1105-908A-BE1E-806039D489E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043390" y="5381132"/>
                  <a:ext cx="295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6C5C3958-19DD-5595-69AF-5F605C221F32}"/>
                    </a:ext>
                  </a:extLst>
                </p14:cNvPr>
                <p14:cNvContentPartPr/>
                <p14:nvPr/>
              </p14:nvContentPartPr>
              <p14:xfrm>
                <a:off x="4987230" y="5208332"/>
                <a:ext cx="32400" cy="810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6C5C3958-19DD-5595-69AF-5F605C221F3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978590" y="5199332"/>
                  <a:ext cx="500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DFF77DE1-6170-8B29-E828-82DDEED119CA}"/>
                    </a:ext>
                  </a:extLst>
                </p14:cNvPr>
                <p14:cNvContentPartPr/>
                <p14:nvPr/>
              </p14:nvContentPartPr>
              <p14:xfrm>
                <a:off x="5124390" y="5390492"/>
                <a:ext cx="80280" cy="1738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DFF77DE1-6170-8B29-E828-82DDEED119C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115750" y="5381852"/>
                  <a:ext cx="979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73C0BE3E-3399-B37E-9F77-C56A76686E2F}"/>
                    </a:ext>
                  </a:extLst>
                </p14:cNvPr>
                <p14:cNvContentPartPr/>
                <p14:nvPr/>
              </p14:nvContentPartPr>
              <p14:xfrm>
                <a:off x="5245350" y="5322452"/>
                <a:ext cx="182880" cy="2674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73C0BE3E-3399-B37E-9F77-C56A76686E2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236350" y="5313812"/>
                  <a:ext cx="20052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8808E45-2AB3-1A6C-C9DC-75F21D28591F}"/>
                    </a:ext>
                  </a:extLst>
                </p14:cNvPr>
                <p14:cNvContentPartPr/>
                <p14:nvPr/>
              </p14:nvContentPartPr>
              <p14:xfrm>
                <a:off x="4559550" y="4986212"/>
                <a:ext cx="1194120" cy="8964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8808E45-2AB3-1A6C-C9DC-75F21D28591F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550550" y="4977212"/>
                  <a:ext cx="1211760" cy="9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C89A72E1-DCC6-BE24-3BBE-B9AD9FD54C9F}"/>
                    </a:ext>
                  </a:extLst>
                </p14:cNvPr>
                <p14:cNvContentPartPr/>
                <p14:nvPr/>
              </p14:nvContentPartPr>
              <p14:xfrm>
                <a:off x="5470710" y="5586332"/>
                <a:ext cx="912240" cy="4388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C89A72E1-DCC6-BE24-3BBE-B9AD9FD54C9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462070" y="5577692"/>
                  <a:ext cx="929880" cy="45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591C52FC-9642-1D88-576E-00CD44B756C4}"/>
                    </a:ext>
                  </a:extLst>
                </p14:cNvPr>
                <p14:cNvContentPartPr/>
                <p14:nvPr/>
              </p14:nvContentPartPr>
              <p14:xfrm>
                <a:off x="6262350" y="5554652"/>
                <a:ext cx="155520" cy="1184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591C52FC-9642-1D88-576E-00CD44B756C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253350" y="5546012"/>
                  <a:ext cx="17316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D356EFD-BE88-2D38-FD94-00D50CFA8300}"/>
                    </a:ext>
                  </a:extLst>
                </p14:cNvPr>
                <p14:cNvContentPartPr/>
                <p14:nvPr/>
              </p14:nvContentPartPr>
              <p14:xfrm>
                <a:off x="3723270" y="2437412"/>
                <a:ext cx="44280" cy="2599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D356EFD-BE88-2D38-FD94-00D50CFA8300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714270" y="2428772"/>
                  <a:ext cx="6192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7C12962-8EA8-7D39-E39F-D536A7B85103}"/>
                    </a:ext>
                  </a:extLst>
                </p14:cNvPr>
                <p14:cNvContentPartPr/>
                <p14:nvPr/>
              </p14:nvContentPartPr>
              <p14:xfrm>
                <a:off x="3407550" y="2247692"/>
                <a:ext cx="646200" cy="6217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7C12962-8EA8-7D39-E39F-D536A7B85103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398550" y="2239052"/>
                  <a:ext cx="663840" cy="63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E285686-8A37-E30E-75F3-A2C63F1D92F2}"/>
                    </a:ext>
                  </a:extLst>
                </p14:cNvPr>
                <p14:cNvContentPartPr/>
                <p14:nvPr/>
              </p14:nvContentPartPr>
              <p14:xfrm>
                <a:off x="3879510" y="5252252"/>
                <a:ext cx="401760" cy="3492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E285686-8A37-E30E-75F3-A2C63F1D92F2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870870" y="5243252"/>
                  <a:ext cx="41940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CF840F2-B96E-57A4-3CC2-DE20F419CAF8}"/>
                    </a:ext>
                  </a:extLst>
                </p14:cNvPr>
                <p14:cNvContentPartPr/>
                <p14:nvPr/>
              </p14:nvContentPartPr>
              <p14:xfrm>
                <a:off x="3867270" y="5066132"/>
                <a:ext cx="500760" cy="6872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CF840F2-B96E-57A4-3CC2-DE20F419CAF8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858270" y="5057492"/>
                  <a:ext cx="518400" cy="70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27ED547-DFE3-785E-0F17-37542B4454D4}"/>
                    </a:ext>
                  </a:extLst>
                </p14:cNvPr>
                <p14:cNvContentPartPr/>
                <p14:nvPr/>
              </p14:nvContentPartPr>
              <p14:xfrm>
                <a:off x="6894150" y="5506052"/>
                <a:ext cx="235080" cy="140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27ED547-DFE3-785E-0F17-37542B4454D4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885150" y="5497052"/>
                  <a:ext cx="2527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77983B83-8BA3-353E-7934-0724214F4C2F}"/>
                    </a:ext>
                  </a:extLst>
                </p14:cNvPr>
                <p14:cNvContentPartPr/>
                <p14:nvPr/>
              </p14:nvContentPartPr>
              <p14:xfrm>
                <a:off x="6828270" y="5577692"/>
                <a:ext cx="239760" cy="208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77983B83-8BA3-353E-7934-0724214F4C2F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819270" y="5568692"/>
                  <a:ext cx="257400" cy="38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26347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55F8A-4E11-F006-2AEC-6ADD85D46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Object Page Floorplan | SAP Fiori for Web Design Guidelines">
            <a:extLst>
              <a:ext uri="{FF2B5EF4-FFF2-40B4-BE49-F238E27FC236}">
                <a16:creationId xmlns:a16="http://schemas.microsoft.com/office/drawing/2014/main" id="{032CD119-B1A1-BDD5-0AFE-DF0DDE6FB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964" y="58446"/>
            <a:ext cx="11031016" cy="6538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9DBCDC7-583E-B859-9D6C-092452F5AF51}"/>
              </a:ext>
            </a:extLst>
          </p:cNvPr>
          <p:cNvSpPr/>
          <p:nvPr/>
        </p:nvSpPr>
        <p:spPr>
          <a:xfrm>
            <a:off x="405780" y="429384"/>
            <a:ext cx="3435234" cy="551872"/>
          </a:xfrm>
          <a:prstGeom prst="rect">
            <a:avLst/>
          </a:prstGeom>
          <a:solidFill>
            <a:srgbClr val="FFFF00">
              <a:alpha val="2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BBA357-1363-BEAF-C134-98CBD9985E7C}"/>
              </a:ext>
            </a:extLst>
          </p:cNvPr>
          <p:cNvSpPr txBox="1"/>
          <p:nvPr/>
        </p:nvSpPr>
        <p:spPr>
          <a:xfrm>
            <a:off x="3817223" y="420576"/>
            <a:ext cx="26642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@UI.HeaderInfo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A71556-6AF7-DDB5-421E-3731C7881299}"/>
              </a:ext>
            </a:extLst>
          </p:cNvPr>
          <p:cNvSpPr txBox="1"/>
          <p:nvPr/>
        </p:nvSpPr>
        <p:spPr>
          <a:xfrm>
            <a:off x="1557908" y="1556792"/>
            <a:ext cx="26642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@UI.Facets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20F108-6FE9-8591-EF56-70DD5DB27DFC}"/>
              </a:ext>
            </a:extLst>
          </p:cNvPr>
          <p:cNvSpPr/>
          <p:nvPr/>
        </p:nvSpPr>
        <p:spPr>
          <a:xfrm>
            <a:off x="477788" y="1844824"/>
            <a:ext cx="3960440" cy="409649"/>
          </a:xfrm>
          <a:prstGeom prst="rect">
            <a:avLst/>
          </a:prstGeom>
          <a:solidFill>
            <a:srgbClr val="FFFF00">
              <a:alpha val="2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EFA2C7-F94A-0D08-9524-436F262F7847}"/>
              </a:ext>
            </a:extLst>
          </p:cNvPr>
          <p:cNvSpPr/>
          <p:nvPr/>
        </p:nvSpPr>
        <p:spPr>
          <a:xfrm>
            <a:off x="494181" y="2340459"/>
            <a:ext cx="9649072" cy="1511783"/>
          </a:xfrm>
          <a:prstGeom prst="rect">
            <a:avLst/>
          </a:prstGeom>
          <a:solidFill>
            <a:srgbClr val="FFFF00">
              <a:alpha val="2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110657-09D6-B794-2FBB-EE68D723D62F}"/>
              </a:ext>
            </a:extLst>
          </p:cNvPr>
          <p:cNvSpPr txBox="1"/>
          <p:nvPr/>
        </p:nvSpPr>
        <p:spPr>
          <a:xfrm>
            <a:off x="5086300" y="3843491"/>
            <a:ext cx="26642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@UI.Collection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5DEFCA-C241-A43B-3260-B3F3F7A56BAD}"/>
              </a:ext>
            </a:extLst>
          </p:cNvPr>
          <p:cNvSpPr/>
          <p:nvPr/>
        </p:nvSpPr>
        <p:spPr>
          <a:xfrm>
            <a:off x="539702" y="2397824"/>
            <a:ext cx="3884993" cy="1169353"/>
          </a:xfrm>
          <a:prstGeom prst="rect">
            <a:avLst/>
          </a:prstGeom>
          <a:solidFill>
            <a:schemeClr val="tx2"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2B51DC-4565-8D94-473E-81EF6BD94A1F}"/>
              </a:ext>
            </a:extLst>
          </p:cNvPr>
          <p:cNvSpPr/>
          <p:nvPr/>
        </p:nvSpPr>
        <p:spPr>
          <a:xfrm>
            <a:off x="5590356" y="2403662"/>
            <a:ext cx="4032448" cy="1385378"/>
          </a:xfrm>
          <a:prstGeom prst="rect">
            <a:avLst/>
          </a:prstGeom>
          <a:solidFill>
            <a:schemeClr val="tx2"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23C162-3C53-19F9-69AB-B0C4C4FBF34F}"/>
              </a:ext>
            </a:extLst>
          </p:cNvPr>
          <p:cNvSpPr txBox="1"/>
          <p:nvPr/>
        </p:nvSpPr>
        <p:spPr>
          <a:xfrm>
            <a:off x="1736485" y="3522494"/>
            <a:ext cx="26642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@UI.Identification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342F1F-05D0-31D4-5855-3F664A5AA7E0}"/>
              </a:ext>
            </a:extLst>
          </p:cNvPr>
          <p:cNvSpPr txBox="1"/>
          <p:nvPr/>
        </p:nvSpPr>
        <p:spPr>
          <a:xfrm>
            <a:off x="6886499" y="3450486"/>
            <a:ext cx="26642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@UI.FieldGroup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F953A17-065E-1E03-5911-89B80B6BF523}"/>
              </a:ext>
            </a:extLst>
          </p:cNvPr>
          <p:cNvSpPr/>
          <p:nvPr/>
        </p:nvSpPr>
        <p:spPr>
          <a:xfrm>
            <a:off x="502297" y="4442695"/>
            <a:ext cx="9649072" cy="1985921"/>
          </a:xfrm>
          <a:prstGeom prst="rect">
            <a:avLst/>
          </a:prstGeom>
          <a:solidFill>
            <a:srgbClr val="FFFF00">
              <a:alpha val="2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B2402A-049C-2F6F-8B78-8E3AAAF44E30}"/>
              </a:ext>
            </a:extLst>
          </p:cNvPr>
          <p:cNvSpPr txBox="1"/>
          <p:nvPr/>
        </p:nvSpPr>
        <p:spPr>
          <a:xfrm>
            <a:off x="2890056" y="4433889"/>
            <a:ext cx="26642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@UI.LineItem</a:t>
            </a:r>
          </a:p>
        </p:txBody>
      </p:sp>
    </p:spTree>
    <p:extLst>
      <p:ext uri="{BB962C8B-B14F-4D97-AF65-F5344CB8AC3E}">
        <p14:creationId xmlns:p14="http://schemas.microsoft.com/office/powerpoint/2010/main" val="1050892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C61E9-6D13-2889-D9F2-B0E864018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 : Fiori App</a:t>
            </a:r>
          </a:p>
        </p:txBody>
      </p:sp>
      <p:pic>
        <p:nvPicPr>
          <p:cNvPr id="3074" name="Picture 2" descr="img.freepik.com/free-vector/app-development-illust...">
            <a:extLst>
              <a:ext uri="{FF2B5EF4-FFF2-40B4-BE49-F238E27FC236}">
                <a16:creationId xmlns:a16="http://schemas.microsoft.com/office/drawing/2014/main" id="{3736F10E-A3DF-EEBD-A236-0BAD436660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3088" y="1443038"/>
            <a:ext cx="5962650" cy="3971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50496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2D3F8-E96A-BCF6-6C4E-71E6C1EEC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Fiori App using Annotation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E0B560-9F3A-D55C-EABC-504B17B6E1E9}"/>
              </a:ext>
            </a:extLst>
          </p:cNvPr>
          <p:cNvSpPr/>
          <p:nvPr/>
        </p:nvSpPr>
        <p:spPr>
          <a:xfrm>
            <a:off x="189756" y="980728"/>
            <a:ext cx="11449272" cy="2664296"/>
          </a:xfrm>
          <a:prstGeom prst="rect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Exercise:</a:t>
            </a:r>
          </a:p>
          <a:p>
            <a:r>
              <a:rPr lang="en-US" dirty="0">
                <a:hlinkClick r:id="rId2"/>
              </a:rPr>
              <a:t>https://github.com/soyuztechnologies/SAP_BTP_Training_CLD200/blob/master/Day%203/03%20application/03application/app/purchaseorderapp/annotations.cds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1982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Cooper Black" panose="0208090404030B020404" pitchFamily="18" charset="0"/>
              </a:rPr>
              <a:t>Association </a:t>
            </a:r>
            <a:r>
              <a:rPr lang="en-US" sz="3600" dirty="0" err="1">
                <a:latin typeface="Cooper Black" panose="0208090404030B020404" pitchFamily="18" charset="0"/>
              </a:rPr>
              <a:t>v.s</a:t>
            </a:r>
            <a:r>
              <a:rPr lang="en-US" sz="3600" dirty="0">
                <a:latin typeface="Cooper Black" panose="0208090404030B020404" pitchFamily="18" charset="0"/>
              </a:rPr>
              <a:t> Composition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C40341-E5D0-6634-D158-3D49004F9177}"/>
              </a:ext>
            </a:extLst>
          </p:cNvPr>
          <p:cNvSpPr txBox="1"/>
          <p:nvPr/>
        </p:nvSpPr>
        <p:spPr>
          <a:xfrm>
            <a:off x="189756" y="836712"/>
            <a:ext cx="118093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Association – a relationship between entities which is a lose coupling. Both objects should exist together. However, they can work independently. Airplane and passenger.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Composition – a relationship between entities which is a tight coupling. Both objects must exist together. They cannot function independently. Airplane and wings.</a:t>
            </a:r>
            <a:endParaRPr kumimoji="0" lang="en-IN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5EA127-8BA3-3866-06A2-657078E4F9B9}"/>
              </a:ext>
            </a:extLst>
          </p:cNvPr>
          <p:cNvSpPr/>
          <p:nvPr/>
        </p:nvSpPr>
        <p:spPr>
          <a:xfrm>
            <a:off x="2349995" y="2841765"/>
            <a:ext cx="2088232" cy="1296144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Purchase Order Header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606A91-926C-9620-42A5-2FF1B06C6B7A}"/>
              </a:ext>
            </a:extLst>
          </p:cNvPr>
          <p:cNvSpPr/>
          <p:nvPr/>
        </p:nvSpPr>
        <p:spPr>
          <a:xfrm>
            <a:off x="6958507" y="4137909"/>
            <a:ext cx="2088232" cy="1296144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Purchase order Items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756A476F-1392-FE1B-D5C2-178C25A73673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4438227" y="3489837"/>
            <a:ext cx="2520280" cy="1296144"/>
          </a:xfrm>
          <a:prstGeom prst="bentConnector3">
            <a:avLst/>
          </a:prstGeom>
          <a:noFill/>
          <a:ln w="9525" cap="flat" cmpd="sng" algn="ctr">
            <a:solidFill>
              <a:schemeClr val="bg1"/>
            </a:solidFill>
            <a:prstDash val="solid"/>
          </a:ln>
          <a:effectLst/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81A3FFC-973A-1674-A1DA-DD702CB922C3}"/>
              </a:ext>
            </a:extLst>
          </p:cNvPr>
          <p:cNvSpPr txBox="1"/>
          <p:nvPr/>
        </p:nvSpPr>
        <p:spPr>
          <a:xfrm>
            <a:off x="5086299" y="3129797"/>
            <a:ext cx="208823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composition</a:t>
            </a:r>
          </a:p>
        </p:txBody>
      </p:sp>
    </p:spTree>
    <p:extLst>
      <p:ext uri="{BB962C8B-B14F-4D97-AF65-F5344CB8AC3E}">
        <p14:creationId xmlns:p14="http://schemas.microsoft.com/office/powerpoint/2010/main" val="3157343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</a:t>
            </a:r>
            <a:r>
              <a:rPr lang="en-US"/>
              <a:t>: Create &amp; F4 </a:t>
            </a:r>
            <a:r>
              <a:rPr lang="en-US" dirty="0"/>
              <a:t>Enablement for app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FB14C9-6879-188A-7949-1530B690566F}"/>
              </a:ext>
            </a:extLst>
          </p:cNvPr>
          <p:cNvSpPr txBox="1"/>
          <p:nvPr/>
        </p:nvSpPr>
        <p:spPr>
          <a:xfrm>
            <a:off x="189756" y="980728"/>
            <a:ext cx="11737304" cy="120032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Solution: </a:t>
            </a:r>
            <a:r>
              <a:rPr lang="en-US" dirty="0">
                <a:solidFill>
                  <a:schemeClr val="bg1"/>
                </a:solidFill>
                <a:hlinkClick r:id="rId2"/>
              </a:rPr>
              <a:t>https://github.com/soyuztechnologies/SAP_BTP_Training_CLD200/tree/master/Day%204/capm%20draft%20and%20value%20helps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074" name="Picture 2" descr="Page 9 | Generating App Images - Free Download on Freepik">
            <a:extLst>
              <a:ext uri="{FF2B5EF4-FFF2-40B4-BE49-F238E27FC236}">
                <a16:creationId xmlns:a16="http://schemas.microsoft.com/office/drawing/2014/main" id="{C92DDBBF-543D-104B-3058-FFBBAFC41A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4483" y="2708920"/>
            <a:ext cx="3820487" cy="3820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1116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FFB1-B477-7234-7772-C52F2881B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CF184C2-8C56-1536-A617-98B61404B867}"/>
                  </a:ext>
                </a:extLst>
              </p14:cNvPr>
              <p14:cNvContentPartPr/>
              <p14:nvPr/>
            </p14:nvContentPartPr>
            <p14:xfrm>
              <a:off x="5939430" y="1911812"/>
              <a:ext cx="653040" cy="154872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CF184C2-8C56-1536-A617-98B61404B86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30790" y="1902812"/>
                <a:ext cx="670680" cy="156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73" name="Group 72">
            <a:extLst>
              <a:ext uri="{FF2B5EF4-FFF2-40B4-BE49-F238E27FC236}">
                <a16:creationId xmlns:a16="http://schemas.microsoft.com/office/drawing/2014/main" id="{B2C3A9F9-C308-77CE-9BB3-A543CB779055}"/>
              </a:ext>
            </a:extLst>
          </p:cNvPr>
          <p:cNvGrpSpPr/>
          <p:nvPr/>
        </p:nvGrpSpPr>
        <p:grpSpPr>
          <a:xfrm>
            <a:off x="5710110" y="2257052"/>
            <a:ext cx="5303160" cy="3269880"/>
            <a:chOff x="5710110" y="2257052"/>
            <a:chExt cx="5303160" cy="326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86F0F45-DD48-C53E-22BF-B06067693441}"/>
                    </a:ext>
                  </a:extLst>
                </p14:cNvPr>
                <p14:cNvContentPartPr/>
                <p14:nvPr/>
              </p14:nvContentPartPr>
              <p14:xfrm>
                <a:off x="5710110" y="4238132"/>
                <a:ext cx="2326680" cy="1234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86F0F45-DD48-C53E-22BF-B0606769344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701110" y="4229132"/>
                  <a:ext cx="23443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BFAFE9C-21CF-7D61-ED6F-5298605E7856}"/>
                    </a:ext>
                  </a:extLst>
                </p14:cNvPr>
                <p14:cNvContentPartPr/>
                <p14:nvPr/>
              </p14:nvContentPartPr>
              <p14:xfrm>
                <a:off x="7764990" y="4111052"/>
                <a:ext cx="285480" cy="2642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BFAFE9C-21CF-7D61-ED6F-5298605E785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756350" y="4102052"/>
                  <a:ext cx="30312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DE9F010-D89A-15E5-F0DE-596B0854A358}"/>
                    </a:ext>
                  </a:extLst>
                </p14:cNvPr>
                <p14:cNvContentPartPr/>
                <p14:nvPr/>
              </p14:nvContentPartPr>
              <p14:xfrm>
                <a:off x="9040470" y="2690132"/>
                <a:ext cx="1972800" cy="14360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DE9F010-D89A-15E5-F0DE-596B0854A35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031830" y="2681492"/>
                  <a:ext cx="1990440" cy="145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40947CA-9966-9DDB-7F40-3B06BF6EF278}"/>
                    </a:ext>
                  </a:extLst>
                </p14:cNvPr>
                <p14:cNvContentPartPr/>
                <p14:nvPr/>
              </p14:nvContentPartPr>
              <p14:xfrm>
                <a:off x="8796750" y="4027172"/>
                <a:ext cx="2104200" cy="7642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40947CA-9966-9DDB-7F40-3B06BF6EF27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788110" y="4018172"/>
                  <a:ext cx="2121840" cy="78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8FC46DC-B982-F42D-F4A9-E08BDACB27D4}"/>
                    </a:ext>
                  </a:extLst>
                </p14:cNvPr>
                <p14:cNvContentPartPr/>
                <p14:nvPr/>
              </p14:nvContentPartPr>
              <p14:xfrm>
                <a:off x="9257190" y="2269292"/>
                <a:ext cx="617040" cy="4726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8FC46DC-B982-F42D-F4A9-E08BDACB27D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248190" y="2260292"/>
                  <a:ext cx="634680" cy="49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CFE9A88-2CC8-3398-25E6-9CBCFBE862BD}"/>
                    </a:ext>
                  </a:extLst>
                </p14:cNvPr>
                <p14:cNvContentPartPr/>
                <p14:nvPr/>
              </p14:nvContentPartPr>
              <p14:xfrm>
                <a:off x="9966030" y="2257052"/>
                <a:ext cx="34200" cy="3038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CFE9A88-2CC8-3398-25E6-9CBCFBE862B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957390" y="2248412"/>
                  <a:ext cx="5184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C6CADE2-0D8C-75FE-C8F4-C29F84FF8407}"/>
                    </a:ext>
                  </a:extLst>
                </p14:cNvPr>
                <p14:cNvContentPartPr/>
                <p14:nvPr/>
              </p14:nvContentPartPr>
              <p14:xfrm>
                <a:off x="10003470" y="2277932"/>
                <a:ext cx="441000" cy="4460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C6CADE2-0D8C-75FE-C8F4-C29F84FF840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994830" y="2269292"/>
                  <a:ext cx="458640" cy="46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D3CCACB-A0F2-BDC0-D35F-90D87B635B61}"/>
                    </a:ext>
                  </a:extLst>
                </p14:cNvPr>
                <p14:cNvContentPartPr/>
                <p14:nvPr/>
              </p14:nvContentPartPr>
              <p14:xfrm>
                <a:off x="9560670" y="2955092"/>
                <a:ext cx="232920" cy="4410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D3CCACB-A0F2-BDC0-D35F-90D87B635B6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552030" y="2946452"/>
                  <a:ext cx="250560" cy="45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89A90E0-FD22-D9AF-1F19-77F58F0AD452}"/>
                    </a:ext>
                  </a:extLst>
                </p14:cNvPr>
                <p14:cNvContentPartPr/>
                <p14:nvPr/>
              </p14:nvContentPartPr>
              <p14:xfrm>
                <a:off x="9887190" y="3127892"/>
                <a:ext cx="645840" cy="2206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89A90E0-FD22-D9AF-1F19-77F58F0AD45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878190" y="3118892"/>
                  <a:ext cx="66348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CA85FDA-B52D-B3D5-6D70-9EF603217AC8}"/>
                    </a:ext>
                  </a:extLst>
                </p14:cNvPr>
                <p14:cNvContentPartPr/>
                <p14:nvPr/>
              </p14:nvContentPartPr>
              <p14:xfrm>
                <a:off x="10569030" y="2972012"/>
                <a:ext cx="61920" cy="673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CA85FDA-B52D-B3D5-6D70-9EF603217AC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560030" y="2963012"/>
                  <a:ext cx="795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598123A-B9E6-77A5-D47F-FD8E7BCD2BB9}"/>
                    </a:ext>
                  </a:extLst>
                </p14:cNvPr>
                <p14:cNvContentPartPr/>
                <p14:nvPr/>
              </p14:nvContentPartPr>
              <p14:xfrm>
                <a:off x="10643190" y="3043652"/>
                <a:ext cx="31320" cy="2905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598123A-B9E6-77A5-D47F-FD8E7BCD2BB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634550" y="3035012"/>
                  <a:ext cx="4896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8816E41-6999-A49C-EA6B-18F3A67286AE}"/>
                    </a:ext>
                  </a:extLst>
                </p14:cNvPr>
                <p14:cNvContentPartPr/>
                <p14:nvPr/>
              </p14:nvContentPartPr>
              <p14:xfrm>
                <a:off x="8063790" y="3295652"/>
                <a:ext cx="321120" cy="4723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8816E41-6999-A49C-EA6B-18F3A67286A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055150" y="3287012"/>
                  <a:ext cx="338760" cy="48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E95BEE6-FFCB-B520-040F-D8310ADACD09}"/>
                    </a:ext>
                  </a:extLst>
                </p14:cNvPr>
                <p14:cNvContentPartPr/>
                <p14:nvPr/>
              </p14:nvContentPartPr>
              <p14:xfrm>
                <a:off x="8446470" y="3539012"/>
                <a:ext cx="136080" cy="1702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E95BEE6-FFCB-B520-040F-D8310ADACD0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437470" y="3530372"/>
                  <a:ext cx="15372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053B39E-1399-2516-D32E-578A6858F0F9}"/>
                    </a:ext>
                  </a:extLst>
                </p14:cNvPr>
                <p14:cNvContentPartPr/>
                <p14:nvPr/>
              </p14:nvContentPartPr>
              <p14:xfrm>
                <a:off x="8611710" y="3527132"/>
                <a:ext cx="136800" cy="1767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053B39E-1399-2516-D32E-578A6858F0F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603070" y="3518492"/>
                  <a:ext cx="15444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A38B95E-DD2F-8E78-BABF-F4016A2C914D}"/>
                    </a:ext>
                  </a:extLst>
                </p14:cNvPr>
                <p14:cNvContentPartPr/>
                <p14:nvPr/>
              </p14:nvContentPartPr>
              <p14:xfrm>
                <a:off x="8820870" y="3270452"/>
                <a:ext cx="145800" cy="6102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A38B95E-DD2F-8E78-BABF-F4016A2C914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812230" y="3261452"/>
                  <a:ext cx="163440" cy="62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069C1FF-D790-9093-DF02-33668776A16F}"/>
                    </a:ext>
                  </a:extLst>
                </p14:cNvPr>
                <p14:cNvContentPartPr/>
                <p14:nvPr/>
              </p14:nvContentPartPr>
              <p14:xfrm>
                <a:off x="8788830" y="3608852"/>
                <a:ext cx="92160" cy="360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069C1FF-D790-9093-DF02-33668776A16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779830" y="3599852"/>
                  <a:ext cx="10980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85B0D73-3D13-D787-8F29-433088F7D88F}"/>
                    </a:ext>
                  </a:extLst>
                </p14:cNvPr>
                <p14:cNvContentPartPr/>
                <p14:nvPr/>
              </p14:nvContentPartPr>
              <p14:xfrm>
                <a:off x="9000150" y="3476732"/>
                <a:ext cx="30240" cy="2350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85B0D73-3D13-D787-8F29-433088F7D88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991150" y="3467732"/>
                  <a:ext cx="4788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1D5764C-C262-2A26-26F0-58E142E8E68E}"/>
                    </a:ext>
                  </a:extLst>
                </p14:cNvPr>
                <p14:cNvContentPartPr/>
                <p14:nvPr/>
              </p14:nvContentPartPr>
              <p14:xfrm>
                <a:off x="9028950" y="3545132"/>
                <a:ext cx="39240" cy="140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1D5764C-C262-2A26-26F0-58E142E8E68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020310" y="3536492"/>
                  <a:ext cx="568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A943CF3-662B-C702-8490-D7B6276BC242}"/>
                    </a:ext>
                  </a:extLst>
                </p14:cNvPr>
                <p14:cNvContentPartPr/>
                <p14:nvPr/>
              </p14:nvContentPartPr>
              <p14:xfrm>
                <a:off x="8096910" y="3877772"/>
                <a:ext cx="947160" cy="896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A943CF3-662B-C702-8490-D7B6276BC24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088270" y="3868772"/>
                  <a:ext cx="96480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39BE460-7A51-6E9E-B1E3-2D7D1930776A}"/>
                    </a:ext>
                  </a:extLst>
                </p14:cNvPr>
                <p14:cNvContentPartPr/>
                <p14:nvPr/>
              </p14:nvContentPartPr>
              <p14:xfrm>
                <a:off x="8524950" y="4051292"/>
                <a:ext cx="36000" cy="2937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39BE460-7A51-6E9E-B1E3-2D7D1930776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515950" y="4042652"/>
                  <a:ext cx="5364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36EADB4-F3A6-2D5A-3150-9E464C914CA5}"/>
                    </a:ext>
                  </a:extLst>
                </p14:cNvPr>
                <p14:cNvContentPartPr/>
                <p14:nvPr/>
              </p14:nvContentPartPr>
              <p14:xfrm>
                <a:off x="8386350" y="4513532"/>
                <a:ext cx="147240" cy="230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36EADB4-F3A6-2D5A-3150-9E464C914CA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377710" y="4504532"/>
                  <a:ext cx="1648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16D12B5-5715-291E-B533-DB378CAD7A45}"/>
                    </a:ext>
                  </a:extLst>
                </p14:cNvPr>
                <p14:cNvContentPartPr/>
                <p14:nvPr/>
              </p14:nvContentPartPr>
              <p14:xfrm>
                <a:off x="8338470" y="4694252"/>
                <a:ext cx="145080" cy="277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16D12B5-5715-291E-B533-DB378CAD7A4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329470" y="4685252"/>
                  <a:ext cx="1627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F17C30C-9720-9536-F9D4-7C270AB5A493}"/>
                    </a:ext>
                  </a:extLst>
                </p14:cNvPr>
                <p14:cNvContentPartPr/>
                <p14:nvPr/>
              </p14:nvContentPartPr>
              <p14:xfrm>
                <a:off x="8325150" y="4822412"/>
                <a:ext cx="129960" cy="176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F17C30C-9720-9536-F9D4-7C270AB5A49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316150" y="4813412"/>
                  <a:ext cx="1476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99889D8-F7FB-A3AD-42D2-A9EB4AF343B4}"/>
                    </a:ext>
                  </a:extLst>
                </p14:cNvPr>
                <p14:cNvContentPartPr/>
                <p14:nvPr/>
              </p14:nvContentPartPr>
              <p14:xfrm>
                <a:off x="8259630" y="4955252"/>
                <a:ext cx="120600" cy="234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99889D8-F7FB-A3AD-42D2-A9EB4AF343B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250630" y="4946612"/>
                  <a:ext cx="1382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A183D7F-8078-DC93-B62B-74A1E32521C7}"/>
                    </a:ext>
                  </a:extLst>
                </p14:cNvPr>
                <p14:cNvContentPartPr/>
                <p14:nvPr/>
              </p14:nvContentPartPr>
              <p14:xfrm>
                <a:off x="8326590" y="5045252"/>
                <a:ext cx="93240" cy="104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A183D7F-8078-DC93-B62B-74A1E32521C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317950" y="5036612"/>
                  <a:ext cx="1108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A0D791E-ED1A-B0D8-489C-3C60881CE5BA}"/>
                    </a:ext>
                  </a:extLst>
                </p14:cNvPr>
                <p14:cNvContentPartPr/>
                <p14:nvPr/>
              </p14:nvContentPartPr>
              <p14:xfrm>
                <a:off x="7898190" y="4358372"/>
                <a:ext cx="336600" cy="8463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A0D791E-ED1A-B0D8-489C-3C60881CE5B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889550" y="4349372"/>
                  <a:ext cx="354240" cy="86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83620FA-B662-5209-6FB7-60BFF29D0FCB}"/>
                    </a:ext>
                  </a:extLst>
                </p14:cNvPr>
                <p14:cNvContentPartPr/>
                <p14:nvPr/>
              </p14:nvContentPartPr>
              <p14:xfrm>
                <a:off x="8609550" y="4359812"/>
                <a:ext cx="272520" cy="8708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83620FA-B662-5209-6FB7-60BFF29D0FC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600910" y="4351172"/>
                  <a:ext cx="290160" cy="88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8027B9F-C692-DC26-C8DA-7CA775657773}"/>
                    </a:ext>
                  </a:extLst>
                </p14:cNvPr>
                <p14:cNvContentPartPr/>
                <p14:nvPr/>
              </p14:nvContentPartPr>
              <p14:xfrm>
                <a:off x="7709550" y="5409572"/>
                <a:ext cx="164880" cy="504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8027B9F-C692-DC26-C8DA-7CA77565777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700910" y="5400932"/>
                  <a:ext cx="18252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7EF5748-5462-1AFC-FDC6-157461AF7568}"/>
                    </a:ext>
                  </a:extLst>
                </p14:cNvPr>
                <p14:cNvContentPartPr/>
                <p14:nvPr/>
              </p14:nvContentPartPr>
              <p14:xfrm>
                <a:off x="7762470" y="5340092"/>
                <a:ext cx="17640" cy="1731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7EF5748-5462-1AFC-FDC6-157461AF756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753470" y="5331092"/>
                  <a:ext cx="352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85E5717-2B39-3D0C-0C2F-9EE81CC26765}"/>
                    </a:ext>
                  </a:extLst>
                </p14:cNvPr>
                <p14:cNvContentPartPr/>
                <p14:nvPr/>
              </p14:nvContentPartPr>
              <p14:xfrm>
                <a:off x="7778670" y="5373212"/>
                <a:ext cx="70920" cy="1166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85E5717-2B39-3D0C-0C2F-9EE81CC2676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770030" y="5364212"/>
                  <a:ext cx="885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FB2C393-543C-3710-5FCC-656B87C6FC67}"/>
                    </a:ext>
                  </a:extLst>
                </p14:cNvPr>
                <p14:cNvContentPartPr/>
                <p14:nvPr/>
              </p14:nvContentPartPr>
              <p14:xfrm>
                <a:off x="7716390" y="5397692"/>
                <a:ext cx="89280" cy="507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FB2C393-543C-3710-5FCC-656B87C6FC6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707750" y="5389052"/>
                  <a:ext cx="1069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C452660-6DA3-A45E-D340-B24113AE8834}"/>
                    </a:ext>
                  </a:extLst>
                </p14:cNvPr>
                <p14:cNvContentPartPr/>
                <p14:nvPr/>
              </p14:nvContentPartPr>
              <p14:xfrm>
                <a:off x="8124270" y="5376092"/>
                <a:ext cx="7200" cy="1508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C452660-6DA3-A45E-D340-B24113AE883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115270" y="5367092"/>
                  <a:ext cx="248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E7929BF-4ADE-3886-CA5B-1F670F96E129}"/>
                    </a:ext>
                  </a:extLst>
                </p14:cNvPr>
                <p14:cNvContentPartPr/>
                <p14:nvPr/>
              </p14:nvContentPartPr>
              <p14:xfrm>
                <a:off x="8072430" y="5458532"/>
                <a:ext cx="91080" cy="212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E7929BF-4ADE-3886-CA5B-1F670F96E12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063790" y="5449892"/>
                  <a:ext cx="1087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7F6040E-D4C1-FD01-A5AC-458B3903A355}"/>
                    </a:ext>
                  </a:extLst>
                </p14:cNvPr>
                <p14:cNvContentPartPr/>
                <p14:nvPr/>
              </p14:nvContentPartPr>
              <p14:xfrm>
                <a:off x="8113110" y="5397332"/>
                <a:ext cx="149760" cy="1065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7F6040E-D4C1-FD01-A5AC-458B3903A35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104110" y="5388692"/>
                  <a:ext cx="1674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4EAA2B3-C217-0BDC-CDEB-7431851AF29B}"/>
                    </a:ext>
                  </a:extLst>
                </p14:cNvPr>
                <p14:cNvContentPartPr/>
                <p14:nvPr/>
              </p14:nvContentPartPr>
              <p14:xfrm>
                <a:off x="8097990" y="5405612"/>
                <a:ext cx="114120" cy="1040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4EAA2B3-C217-0BDC-CDEB-7431851AF29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089350" y="5396972"/>
                  <a:ext cx="1317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2C8AF7E-3A0D-5B33-B614-85E1C262D73D}"/>
                    </a:ext>
                  </a:extLst>
                </p14:cNvPr>
                <p14:cNvContentPartPr/>
                <p14:nvPr/>
              </p14:nvContentPartPr>
              <p14:xfrm>
                <a:off x="8501910" y="5401652"/>
                <a:ext cx="17280" cy="1198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2C8AF7E-3A0D-5B33-B614-85E1C262D73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492910" y="5393012"/>
                  <a:ext cx="349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8FA9E09-D408-A56E-4978-D059902B9E28}"/>
                    </a:ext>
                  </a:extLst>
                </p14:cNvPr>
                <p14:cNvContentPartPr/>
                <p14:nvPr/>
              </p14:nvContentPartPr>
              <p14:xfrm>
                <a:off x="8432070" y="5484812"/>
                <a:ext cx="91080" cy="216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8FA9E09-D408-A56E-4978-D059902B9E2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423070" y="5475812"/>
                  <a:ext cx="1087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44B90B1-3EC5-0C7A-8D52-3BA2B3DB1A15}"/>
                    </a:ext>
                  </a:extLst>
                </p14:cNvPr>
                <p14:cNvContentPartPr/>
                <p14:nvPr/>
              </p14:nvContentPartPr>
              <p14:xfrm>
                <a:off x="8488230" y="5421452"/>
                <a:ext cx="155880" cy="817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44B90B1-3EC5-0C7A-8D52-3BA2B3DB1A1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479590" y="5412812"/>
                  <a:ext cx="1735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B7527B8-3E2D-0299-5629-2022605750BD}"/>
                    </a:ext>
                  </a:extLst>
                </p14:cNvPr>
                <p14:cNvContentPartPr/>
                <p14:nvPr/>
              </p14:nvContentPartPr>
              <p14:xfrm>
                <a:off x="8452950" y="5413892"/>
                <a:ext cx="70560" cy="838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B7527B8-3E2D-0299-5629-2022605750B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444310" y="5404892"/>
                  <a:ext cx="88200" cy="10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09A56584-657B-F431-6632-70D83728A195}"/>
              </a:ext>
            </a:extLst>
          </p:cNvPr>
          <p:cNvGrpSpPr/>
          <p:nvPr/>
        </p:nvGrpSpPr>
        <p:grpSpPr>
          <a:xfrm>
            <a:off x="851910" y="1517252"/>
            <a:ext cx="5530680" cy="5010840"/>
            <a:chOff x="851910" y="1517252"/>
            <a:chExt cx="5530680" cy="501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B85D76F-E3A5-F078-2F54-8B08DFB7A24D}"/>
                    </a:ext>
                  </a:extLst>
                </p14:cNvPr>
                <p14:cNvContentPartPr/>
                <p14:nvPr/>
              </p14:nvContentPartPr>
              <p14:xfrm>
                <a:off x="1037670" y="3512012"/>
                <a:ext cx="824400" cy="12052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B85D76F-E3A5-F078-2F54-8B08DFB7A24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28670" y="3503012"/>
                  <a:ext cx="842040" cy="12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2A08AA9-EA62-705A-1ED9-034B0E767F20}"/>
                    </a:ext>
                  </a:extLst>
                </p14:cNvPr>
                <p14:cNvContentPartPr/>
                <p14:nvPr/>
              </p14:nvContentPartPr>
              <p14:xfrm>
                <a:off x="1763790" y="4338572"/>
                <a:ext cx="482760" cy="3092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2A08AA9-EA62-705A-1ED9-034B0E767F2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754790" y="4329572"/>
                  <a:ext cx="50040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6EFEE8B-0D4B-E326-0102-4DCDDDF3DBC7}"/>
                    </a:ext>
                  </a:extLst>
                </p14:cNvPr>
                <p14:cNvContentPartPr/>
                <p14:nvPr/>
              </p14:nvContentPartPr>
              <p14:xfrm>
                <a:off x="2255550" y="4611452"/>
                <a:ext cx="739080" cy="270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6EFEE8B-0D4B-E326-0102-4DCDDDF3DBC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246550" y="4602452"/>
                  <a:ext cx="7567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43916FA-624F-5766-A3BC-F0D3236265B9}"/>
                    </a:ext>
                  </a:extLst>
                </p14:cNvPr>
                <p14:cNvContentPartPr/>
                <p14:nvPr/>
              </p14:nvContentPartPr>
              <p14:xfrm>
                <a:off x="3045750" y="4346852"/>
                <a:ext cx="514440" cy="2577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43916FA-624F-5766-A3BC-F0D3236265B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036750" y="4338212"/>
                  <a:ext cx="53208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411D5CF-1DF0-2649-E845-DCFDEEEF54B9}"/>
                    </a:ext>
                  </a:extLst>
                </p14:cNvPr>
                <p14:cNvContentPartPr/>
                <p14:nvPr/>
              </p14:nvContentPartPr>
              <p14:xfrm>
                <a:off x="1606110" y="3439652"/>
                <a:ext cx="3459240" cy="12110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411D5CF-1DF0-2649-E845-DCFDEEEF54B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597110" y="3430652"/>
                  <a:ext cx="3476880" cy="12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1D25C62-1CA7-EA3F-2F9C-548ADE9D78F4}"/>
                    </a:ext>
                  </a:extLst>
                </p14:cNvPr>
                <p14:cNvContentPartPr/>
                <p14:nvPr/>
              </p14:nvContentPartPr>
              <p14:xfrm>
                <a:off x="1722750" y="3717932"/>
                <a:ext cx="859320" cy="4186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1D25C62-1CA7-EA3F-2F9C-548ADE9D78F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713750" y="3708932"/>
                  <a:ext cx="876960" cy="43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7C81035-8411-1A28-8314-ACD37A740A18}"/>
                    </a:ext>
                  </a:extLst>
                </p14:cNvPr>
                <p14:cNvContentPartPr/>
                <p14:nvPr/>
              </p14:nvContentPartPr>
              <p14:xfrm>
                <a:off x="2793030" y="3617492"/>
                <a:ext cx="969480" cy="4676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7C81035-8411-1A28-8314-ACD37A740A1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784390" y="3608852"/>
                  <a:ext cx="987120" cy="48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D8C011C-B3A3-96F3-7A9F-20E591635A39}"/>
                    </a:ext>
                  </a:extLst>
                </p14:cNvPr>
                <p14:cNvContentPartPr/>
                <p14:nvPr/>
              </p14:nvContentPartPr>
              <p14:xfrm>
                <a:off x="1785030" y="4363052"/>
                <a:ext cx="737640" cy="5522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D8C011C-B3A3-96F3-7A9F-20E591635A3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776030" y="4354052"/>
                  <a:ext cx="755280" cy="56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81C0214-E191-2911-EC40-FCA28511190C}"/>
                    </a:ext>
                  </a:extLst>
                </p14:cNvPr>
                <p14:cNvContentPartPr/>
                <p14:nvPr/>
              </p14:nvContentPartPr>
              <p14:xfrm>
                <a:off x="2921190" y="4354772"/>
                <a:ext cx="638640" cy="4975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81C0214-E191-2911-EC40-FCA28511190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912190" y="4346132"/>
                  <a:ext cx="656280" cy="51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DD89A75-D30C-39D6-8831-237B4046BA3F}"/>
                    </a:ext>
                  </a:extLst>
                </p14:cNvPr>
                <p14:cNvContentPartPr/>
                <p14:nvPr/>
              </p14:nvContentPartPr>
              <p14:xfrm>
                <a:off x="2202990" y="1517252"/>
                <a:ext cx="1333080" cy="16376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DD89A75-D30C-39D6-8831-237B4046BA3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193990" y="1508612"/>
                  <a:ext cx="1350720" cy="165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E7CAC72-275B-3F29-8DFA-2E3E4412DC6B}"/>
                    </a:ext>
                  </a:extLst>
                </p14:cNvPr>
                <p14:cNvContentPartPr/>
                <p14:nvPr/>
              </p14:nvContentPartPr>
              <p14:xfrm>
                <a:off x="2678910" y="2781932"/>
                <a:ext cx="156240" cy="1663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E7CAC72-275B-3F29-8DFA-2E3E4412DC6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670270" y="2772932"/>
                  <a:ext cx="1738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6E75D6B-5534-F8E5-1231-559B9313F8DE}"/>
                    </a:ext>
                  </a:extLst>
                </p14:cNvPr>
                <p14:cNvContentPartPr/>
                <p14:nvPr/>
              </p14:nvContentPartPr>
              <p14:xfrm>
                <a:off x="3793830" y="1955372"/>
                <a:ext cx="230400" cy="461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6E75D6B-5534-F8E5-1231-559B9313F8D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785190" y="1946372"/>
                  <a:ext cx="248040" cy="47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DF90BAA-A44D-4845-3275-A68057CC049A}"/>
                    </a:ext>
                  </a:extLst>
                </p14:cNvPr>
                <p14:cNvContentPartPr/>
                <p14:nvPr/>
              </p14:nvContentPartPr>
              <p14:xfrm>
                <a:off x="4117470" y="2172812"/>
                <a:ext cx="260640" cy="2113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DF90BAA-A44D-4845-3275-A68057CC049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108830" y="2163812"/>
                  <a:ext cx="2782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E0EFD90-7829-2DDF-BAAF-2E0CEB8F7FAE}"/>
                    </a:ext>
                  </a:extLst>
                </p14:cNvPr>
                <p14:cNvContentPartPr/>
                <p14:nvPr/>
              </p14:nvContentPartPr>
              <p14:xfrm>
                <a:off x="4439310" y="2163092"/>
                <a:ext cx="234000" cy="1594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E0EFD90-7829-2DDF-BAAF-2E0CEB8F7FA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430670" y="2154092"/>
                  <a:ext cx="25164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DDC6E94-F1EB-88B0-0F43-49816995239E}"/>
                    </a:ext>
                  </a:extLst>
                </p14:cNvPr>
                <p14:cNvContentPartPr/>
                <p14:nvPr/>
              </p14:nvContentPartPr>
              <p14:xfrm>
                <a:off x="4655310" y="1999652"/>
                <a:ext cx="35280" cy="345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DDC6E94-F1EB-88B0-0F43-49816995239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646670" y="1990652"/>
                  <a:ext cx="529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1E11F60-FCFE-9916-4ABE-AF5B6BB4C459}"/>
                    </a:ext>
                  </a:extLst>
                </p14:cNvPr>
                <p14:cNvContentPartPr/>
                <p14:nvPr/>
              </p14:nvContentPartPr>
              <p14:xfrm>
                <a:off x="4801830" y="1917572"/>
                <a:ext cx="223560" cy="3999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1E11F60-FCFE-9916-4ABE-AF5B6BB4C45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793190" y="1908572"/>
                  <a:ext cx="241200" cy="4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C2ED692-2BDF-EEE2-024F-33094536062B}"/>
                    </a:ext>
                  </a:extLst>
                </p14:cNvPr>
                <p14:cNvContentPartPr/>
                <p14:nvPr/>
              </p14:nvContentPartPr>
              <p14:xfrm>
                <a:off x="4394310" y="2690132"/>
                <a:ext cx="255600" cy="100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C2ED692-2BDF-EEE2-024F-33094536062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385310" y="2681492"/>
                  <a:ext cx="2732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281E5CB-14F5-A4C5-5056-636A592263AE}"/>
                    </a:ext>
                  </a:extLst>
                </p14:cNvPr>
                <p14:cNvContentPartPr/>
                <p14:nvPr/>
              </p14:nvContentPartPr>
              <p14:xfrm>
                <a:off x="4366230" y="2882012"/>
                <a:ext cx="304920" cy="489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281E5CB-14F5-A4C5-5056-636A592263A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357590" y="2873012"/>
                  <a:ext cx="3225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3BD56A0-D2C8-2F96-B8E5-78AB0B38082F}"/>
                    </a:ext>
                  </a:extLst>
                </p14:cNvPr>
                <p14:cNvContentPartPr/>
                <p14:nvPr/>
              </p14:nvContentPartPr>
              <p14:xfrm>
                <a:off x="4388550" y="3038972"/>
                <a:ext cx="298800" cy="262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3BD56A0-D2C8-2F96-B8E5-78AB0B38082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379910" y="3029972"/>
                  <a:ext cx="3164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056D20A-E71E-049D-99C0-5A6FC2F3BF62}"/>
                    </a:ext>
                  </a:extLst>
                </p14:cNvPr>
                <p14:cNvContentPartPr/>
                <p14:nvPr/>
              </p14:nvContentPartPr>
              <p14:xfrm>
                <a:off x="4437150" y="3250292"/>
                <a:ext cx="324000" cy="640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056D20A-E71E-049D-99C0-5A6FC2F3BF6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428510" y="3241292"/>
                  <a:ext cx="3416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6A76A60-E57C-78D2-8431-948722B7D172}"/>
                    </a:ext>
                  </a:extLst>
                </p14:cNvPr>
                <p14:cNvContentPartPr/>
                <p14:nvPr/>
              </p14:nvContentPartPr>
              <p14:xfrm>
                <a:off x="5078310" y="3137972"/>
                <a:ext cx="349200" cy="727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6A76A60-E57C-78D2-8431-948722B7D17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069310" y="3128972"/>
                  <a:ext cx="3668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A8DAED8-1E9C-8AC5-A9EB-E7A064F6EBEE}"/>
                    </a:ext>
                  </a:extLst>
                </p14:cNvPr>
                <p14:cNvContentPartPr/>
                <p14:nvPr/>
              </p14:nvContentPartPr>
              <p14:xfrm>
                <a:off x="4725150" y="3468812"/>
                <a:ext cx="386280" cy="255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A8DAED8-1E9C-8AC5-A9EB-E7A064F6EBE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716510" y="3460172"/>
                  <a:ext cx="4039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BECCB2D-3761-FB44-A5D7-016C2364238F}"/>
                    </a:ext>
                  </a:extLst>
                </p14:cNvPr>
                <p14:cNvContentPartPr/>
                <p14:nvPr/>
              </p14:nvContentPartPr>
              <p14:xfrm>
                <a:off x="851910" y="5070092"/>
                <a:ext cx="990000" cy="12207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BECCB2D-3761-FB44-A5D7-016C2364238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43270" y="5061092"/>
                  <a:ext cx="1007640" cy="12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F8303E3-0DE3-42D1-BB3E-D347067FF6B8}"/>
                    </a:ext>
                  </a:extLst>
                </p14:cNvPr>
                <p14:cNvContentPartPr/>
                <p14:nvPr/>
              </p14:nvContentPartPr>
              <p14:xfrm>
                <a:off x="1320270" y="6084572"/>
                <a:ext cx="100800" cy="1368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F8303E3-0DE3-42D1-BB3E-D347067FF6B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311270" y="6075932"/>
                  <a:ext cx="1184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641A35D-5879-E0F8-F84C-46F84304EFA3}"/>
                    </a:ext>
                  </a:extLst>
                </p14:cNvPr>
                <p14:cNvContentPartPr/>
                <p14:nvPr/>
              </p14:nvContentPartPr>
              <p14:xfrm>
                <a:off x="1182390" y="5401652"/>
                <a:ext cx="206280" cy="255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641A35D-5879-E0F8-F84C-46F84304EFA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73750" y="5393012"/>
                  <a:ext cx="2239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E2A433A-EB08-67F4-6070-6A7217B9DAFE}"/>
                    </a:ext>
                  </a:extLst>
                </p14:cNvPr>
                <p14:cNvContentPartPr/>
                <p14:nvPr/>
              </p14:nvContentPartPr>
              <p14:xfrm>
                <a:off x="1259790" y="5584892"/>
                <a:ext cx="167040" cy="248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E2A433A-EB08-67F4-6070-6A7217B9DAF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251150" y="5576252"/>
                  <a:ext cx="1846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9AE57C2-1F7B-7E83-94FF-F6B409C606EE}"/>
                    </a:ext>
                  </a:extLst>
                </p14:cNvPr>
                <p14:cNvContentPartPr/>
                <p14:nvPr/>
              </p14:nvContentPartPr>
              <p14:xfrm>
                <a:off x="1159710" y="5767052"/>
                <a:ext cx="171000" cy="428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9AE57C2-1F7B-7E83-94FF-F6B409C606E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51070" y="5758412"/>
                  <a:ext cx="1886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F26F7DD-BE00-78C8-AD14-9DB8E9862878}"/>
                    </a:ext>
                  </a:extLst>
                </p14:cNvPr>
                <p14:cNvContentPartPr/>
                <p14:nvPr/>
              </p14:nvContentPartPr>
              <p14:xfrm>
                <a:off x="1212990" y="5948492"/>
                <a:ext cx="168120" cy="334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F26F7DD-BE00-78C8-AD14-9DB8E986287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203990" y="5939852"/>
                  <a:ext cx="18576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22A637A-1CA1-11B0-816E-FF2EBC1236A5}"/>
                    </a:ext>
                  </a:extLst>
                </p14:cNvPr>
                <p14:cNvContentPartPr/>
                <p14:nvPr/>
              </p14:nvContentPartPr>
              <p14:xfrm>
                <a:off x="4271190" y="4852652"/>
                <a:ext cx="1468080" cy="10717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22A637A-1CA1-11B0-816E-FF2EBC1236A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262550" y="4843652"/>
                  <a:ext cx="1485720" cy="10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EB7EE59-FA3A-7D57-7595-45544A99899A}"/>
                    </a:ext>
                  </a:extLst>
                </p14:cNvPr>
                <p14:cNvContentPartPr/>
                <p14:nvPr/>
              </p14:nvContentPartPr>
              <p14:xfrm>
                <a:off x="4019550" y="6050732"/>
                <a:ext cx="1521000" cy="4773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EB7EE59-FA3A-7D57-7595-45544A99899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010550" y="6041732"/>
                  <a:ext cx="1538640" cy="49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2C129E8-5C12-9670-EE43-58D78F568C90}"/>
                    </a:ext>
                  </a:extLst>
                </p14:cNvPr>
                <p14:cNvContentPartPr/>
                <p14:nvPr/>
              </p14:nvContentPartPr>
              <p14:xfrm>
                <a:off x="4624350" y="5279252"/>
                <a:ext cx="237960" cy="496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2C129E8-5C12-9670-EE43-58D78F568C9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615710" y="5270252"/>
                  <a:ext cx="25560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91B50CD-65BE-5256-08D9-48D2135F8E04}"/>
                    </a:ext>
                  </a:extLst>
                </p14:cNvPr>
                <p14:cNvContentPartPr/>
                <p14:nvPr/>
              </p14:nvContentPartPr>
              <p14:xfrm>
                <a:off x="4551990" y="5487692"/>
                <a:ext cx="227880" cy="352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91B50CD-65BE-5256-08D9-48D2135F8E0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542990" y="5479052"/>
                  <a:ext cx="2455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AE01481-B729-D7F8-D861-05A71FBF0583}"/>
                    </a:ext>
                  </a:extLst>
                </p14:cNvPr>
                <p14:cNvContentPartPr/>
                <p14:nvPr/>
              </p14:nvContentPartPr>
              <p14:xfrm>
                <a:off x="4542990" y="5637092"/>
                <a:ext cx="237600" cy="331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AE01481-B729-D7F8-D861-05A71FBF058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533990" y="5628092"/>
                  <a:ext cx="25524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AF4B755-07EE-AA40-6970-67DFCE504181}"/>
                    </a:ext>
                  </a:extLst>
                </p14:cNvPr>
                <p14:cNvContentPartPr/>
                <p14:nvPr/>
              </p14:nvContentPartPr>
              <p14:xfrm>
                <a:off x="5149230" y="5287172"/>
                <a:ext cx="154800" cy="478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AF4B755-07EE-AA40-6970-67DFCE50418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140230" y="5278532"/>
                  <a:ext cx="1724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9CAFA53-C56C-0ADA-B896-CD692222ECBF}"/>
                    </a:ext>
                  </a:extLst>
                </p14:cNvPr>
                <p14:cNvContentPartPr/>
                <p14:nvPr/>
              </p14:nvContentPartPr>
              <p14:xfrm>
                <a:off x="5032230" y="5545652"/>
                <a:ext cx="141120" cy="273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9CAFA53-C56C-0ADA-B896-CD692222ECB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023590" y="5536652"/>
                  <a:ext cx="1587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63F8D2A-5C58-5F0A-AD0A-8FFE06E21274}"/>
                    </a:ext>
                  </a:extLst>
                </p14:cNvPr>
                <p14:cNvContentPartPr/>
                <p14:nvPr/>
              </p14:nvContentPartPr>
              <p14:xfrm>
                <a:off x="5867790" y="5147852"/>
                <a:ext cx="514800" cy="4280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63F8D2A-5C58-5F0A-AD0A-8FFE06E2127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858790" y="5138852"/>
                  <a:ext cx="532440" cy="44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3FADE0F-E188-250E-B58D-74DD2B6A92EB}"/>
                    </a:ext>
                  </a:extLst>
                </p14:cNvPr>
                <p14:cNvContentPartPr/>
                <p14:nvPr/>
              </p14:nvContentPartPr>
              <p14:xfrm>
                <a:off x="1953510" y="5528012"/>
                <a:ext cx="1707480" cy="442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3FADE0F-E188-250E-B58D-74DD2B6A92E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944870" y="5519012"/>
                  <a:ext cx="17251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371FE0F-4A16-1EE4-C1DE-5956D19FA214}"/>
                    </a:ext>
                  </a:extLst>
                </p14:cNvPr>
                <p14:cNvContentPartPr/>
                <p14:nvPr/>
              </p14:nvContentPartPr>
              <p14:xfrm>
                <a:off x="3426990" y="5354492"/>
                <a:ext cx="639720" cy="6066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371FE0F-4A16-1EE4-C1DE-5956D19FA21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418350" y="5345852"/>
                  <a:ext cx="657360" cy="624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76425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6477E-9B79-E0E2-098C-22D9C871E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7404077B-55BE-10F8-76F2-C5576B2AE2DF}"/>
              </a:ext>
            </a:extLst>
          </p:cNvPr>
          <p:cNvGrpSpPr/>
          <p:nvPr/>
        </p:nvGrpSpPr>
        <p:grpSpPr>
          <a:xfrm>
            <a:off x="-58890" y="908852"/>
            <a:ext cx="11777760" cy="5631120"/>
            <a:chOff x="-58890" y="908852"/>
            <a:chExt cx="11777760" cy="563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97CD665-5217-1EFD-1DAE-A0525BD2AC6F}"/>
                    </a:ext>
                  </a:extLst>
                </p14:cNvPr>
                <p14:cNvContentPartPr/>
                <p14:nvPr/>
              </p14:nvContentPartPr>
              <p14:xfrm>
                <a:off x="8032110" y="1288652"/>
                <a:ext cx="46080" cy="6199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97CD665-5217-1EFD-1DAE-A0525BD2AC6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023110" y="1280012"/>
                  <a:ext cx="63720" cy="63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DD4BC77-2472-B2AA-58DB-BAA897E080F3}"/>
                    </a:ext>
                  </a:extLst>
                </p14:cNvPr>
                <p14:cNvContentPartPr/>
                <p14:nvPr/>
              </p14:nvContentPartPr>
              <p14:xfrm>
                <a:off x="8091150" y="2611652"/>
                <a:ext cx="33480" cy="4629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DD4BC77-2472-B2AA-58DB-BAA897E080F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082510" y="2602652"/>
                  <a:ext cx="51120" cy="48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ED04161-360D-C423-B66E-12444FBE217E}"/>
                    </a:ext>
                  </a:extLst>
                </p14:cNvPr>
                <p14:cNvContentPartPr/>
                <p14:nvPr/>
              </p14:nvContentPartPr>
              <p14:xfrm>
                <a:off x="8702430" y="2158052"/>
                <a:ext cx="2425320" cy="11455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ED04161-360D-C423-B66E-12444FBE217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693790" y="2149412"/>
                  <a:ext cx="2442960" cy="11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355FB7F-10EA-2F54-53A4-DF442A8834FA}"/>
                    </a:ext>
                  </a:extLst>
                </p14:cNvPr>
                <p14:cNvContentPartPr/>
                <p14:nvPr/>
              </p14:nvContentPartPr>
              <p14:xfrm>
                <a:off x="8801430" y="2095412"/>
                <a:ext cx="2504880" cy="11836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355FB7F-10EA-2F54-53A4-DF442A8834F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792790" y="2086772"/>
                  <a:ext cx="2522520" cy="12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116D485-BCF0-99F0-3840-1D7CA7077599}"/>
                    </a:ext>
                  </a:extLst>
                </p14:cNvPr>
                <p14:cNvContentPartPr/>
                <p14:nvPr/>
              </p14:nvContentPartPr>
              <p14:xfrm>
                <a:off x="9378150" y="2362532"/>
                <a:ext cx="391320" cy="5396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116D485-BCF0-99F0-3840-1D7CA707759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369150" y="2353892"/>
                  <a:ext cx="408960" cy="55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DE17611-5658-058D-041F-2C4F7D863E4F}"/>
                    </a:ext>
                  </a:extLst>
                </p14:cNvPr>
                <p14:cNvContentPartPr/>
                <p14:nvPr/>
              </p14:nvContentPartPr>
              <p14:xfrm>
                <a:off x="9796110" y="2388452"/>
                <a:ext cx="364680" cy="5094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DE17611-5658-058D-041F-2C4F7D863E4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787110" y="2379812"/>
                  <a:ext cx="382320" cy="52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72010C3-CF6B-6A0E-CEAC-5AF5899A7190}"/>
                    </a:ext>
                  </a:extLst>
                </p14:cNvPr>
                <p14:cNvContentPartPr/>
                <p14:nvPr/>
              </p14:nvContentPartPr>
              <p14:xfrm>
                <a:off x="10247910" y="2395292"/>
                <a:ext cx="319680" cy="4813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72010C3-CF6B-6A0E-CEAC-5AF5899A719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239270" y="2386292"/>
                  <a:ext cx="337320" cy="49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35B93E5-EC57-388E-37CC-9A1C1C150DC6}"/>
                    </a:ext>
                  </a:extLst>
                </p14:cNvPr>
                <p14:cNvContentPartPr/>
                <p14:nvPr/>
              </p14:nvContentPartPr>
              <p14:xfrm>
                <a:off x="10391910" y="3274772"/>
                <a:ext cx="68760" cy="4982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35B93E5-EC57-388E-37CC-9A1C1C150DC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382910" y="3265772"/>
                  <a:ext cx="86400" cy="51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A473556-B56A-A41C-F485-F42A043A2BF0}"/>
                    </a:ext>
                  </a:extLst>
                </p14:cNvPr>
                <p14:cNvContentPartPr/>
                <p14:nvPr/>
              </p14:nvContentPartPr>
              <p14:xfrm>
                <a:off x="10097430" y="3769412"/>
                <a:ext cx="990720" cy="4330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A473556-B56A-A41C-F485-F42A043A2BF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088430" y="3760412"/>
                  <a:ext cx="1008360" cy="45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A0E043E-8E7A-3190-2195-5D4A87541ABB}"/>
                    </a:ext>
                  </a:extLst>
                </p14:cNvPr>
                <p14:cNvContentPartPr/>
                <p14:nvPr/>
              </p14:nvContentPartPr>
              <p14:xfrm>
                <a:off x="10130190" y="4012772"/>
                <a:ext cx="123120" cy="7700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A0E043E-8E7A-3190-2195-5D4A87541AB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121190" y="4003772"/>
                  <a:ext cx="140760" cy="78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8AD9916-1728-7DD9-42EE-3734F8A9542F}"/>
                    </a:ext>
                  </a:extLst>
                </p14:cNvPr>
                <p14:cNvContentPartPr/>
                <p14:nvPr/>
              </p14:nvContentPartPr>
              <p14:xfrm>
                <a:off x="10941270" y="4134812"/>
                <a:ext cx="71640" cy="7315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8AD9916-1728-7DD9-42EE-3734F8A9542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932270" y="4126172"/>
                  <a:ext cx="89280" cy="74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8449FD3-29AD-1AB5-1918-C8C72BA0822C}"/>
                    </a:ext>
                  </a:extLst>
                </p14:cNvPr>
                <p14:cNvContentPartPr/>
                <p14:nvPr/>
              </p14:nvContentPartPr>
              <p14:xfrm>
                <a:off x="10198950" y="4841132"/>
                <a:ext cx="915840" cy="79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8449FD3-29AD-1AB5-1918-C8C72BA0822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190310" y="4832492"/>
                  <a:ext cx="9334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0FE1A81-771E-673D-FA97-AED143586D11}"/>
                    </a:ext>
                  </a:extLst>
                </p14:cNvPr>
                <p14:cNvContentPartPr/>
                <p14:nvPr/>
              </p14:nvContentPartPr>
              <p14:xfrm>
                <a:off x="9386790" y="1935212"/>
                <a:ext cx="75240" cy="1353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0FE1A81-771E-673D-FA97-AED143586D1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377790" y="1926212"/>
                  <a:ext cx="928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C1CDCDF-2164-EE77-8122-269483AC8872}"/>
                    </a:ext>
                  </a:extLst>
                </p14:cNvPr>
                <p14:cNvContentPartPr/>
                <p14:nvPr/>
              </p14:nvContentPartPr>
              <p14:xfrm>
                <a:off x="9288870" y="1837652"/>
                <a:ext cx="105120" cy="3024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C1CDCDF-2164-EE77-8122-269483AC887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279870" y="1829012"/>
                  <a:ext cx="12276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9F34550-AE31-70B7-36A3-7FA23C826543}"/>
                    </a:ext>
                  </a:extLst>
                </p14:cNvPr>
                <p14:cNvContentPartPr/>
                <p14:nvPr/>
              </p14:nvContentPartPr>
              <p14:xfrm>
                <a:off x="9132270" y="1677812"/>
                <a:ext cx="183240" cy="5652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9F34550-AE31-70B7-36A3-7FA23C82654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123270" y="1669172"/>
                  <a:ext cx="200880" cy="58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EFC775D-C696-67C9-EAF0-5B72D0B4CD69}"/>
                    </a:ext>
                  </a:extLst>
                </p14:cNvPr>
                <p14:cNvContentPartPr/>
                <p14:nvPr/>
              </p14:nvContentPartPr>
              <p14:xfrm>
                <a:off x="8937870" y="1585292"/>
                <a:ext cx="177120" cy="7228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EFC775D-C696-67C9-EAF0-5B72D0B4CD6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928870" y="1576292"/>
                  <a:ext cx="194760" cy="74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52A75DA-44B1-0582-6FB7-AD8D43335A2E}"/>
                    </a:ext>
                  </a:extLst>
                </p14:cNvPr>
                <p14:cNvContentPartPr/>
                <p14:nvPr/>
              </p14:nvContentPartPr>
              <p14:xfrm>
                <a:off x="9735630" y="1786532"/>
                <a:ext cx="13680" cy="3488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52A75DA-44B1-0582-6FB7-AD8D43335A2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726990" y="1777532"/>
                  <a:ext cx="3132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09E6790-709E-67E6-90B6-4B2DEFE04FFC}"/>
                    </a:ext>
                  </a:extLst>
                </p14:cNvPr>
                <p14:cNvContentPartPr/>
                <p14:nvPr/>
              </p14:nvContentPartPr>
              <p14:xfrm>
                <a:off x="9650310" y="1670252"/>
                <a:ext cx="1675080" cy="4392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09E6790-709E-67E6-90B6-4B2DEFE04FF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641310" y="1661612"/>
                  <a:ext cx="1692720" cy="45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978F098-84FA-4A3E-2BBB-2A807D3FB38D}"/>
                    </a:ext>
                  </a:extLst>
                </p14:cNvPr>
                <p14:cNvContentPartPr/>
                <p14:nvPr/>
              </p14:nvContentPartPr>
              <p14:xfrm>
                <a:off x="9953790" y="1803452"/>
                <a:ext cx="184680" cy="2552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978F098-84FA-4A3E-2BBB-2A807D3FB38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944790" y="1794812"/>
                  <a:ext cx="20232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5C47D06-DFB6-253F-198A-5D762FBD4188}"/>
                    </a:ext>
                  </a:extLst>
                </p14:cNvPr>
                <p14:cNvContentPartPr/>
                <p14:nvPr/>
              </p14:nvContentPartPr>
              <p14:xfrm>
                <a:off x="10242510" y="1854212"/>
                <a:ext cx="2880" cy="1620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5C47D06-DFB6-253F-198A-5D762FBD418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233510" y="1845572"/>
                  <a:ext cx="205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C6C410B-9414-B9D5-F67E-46AE5F0DB0B9}"/>
                    </a:ext>
                  </a:extLst>
                </p14:cNvPr>
                <p14:cNvContentPartPr/>
                <p14:nvPr/>
              </p14:nvContentPartPr>
              <p14:xfrm>
                <a:off x="10207950" y="1775372"/>
                <a:ext cx="167040" cy="271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C6C410B-9414-B9D5-F67E-46AE5F0DB0B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199310" y="1766732"/>
                  <a:ext cx="18468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D784A01-5A28-923F-C854-09577A378BEB}"/>
                    </a:ext>
                  </a:extLst>
                </p14:cNvPr>
                <p14:cNvContentPartPr/>
                <p14:nvPr/>
              </p14:nvContentPartPr>
              <p14:xfrm>
                <a:off x="10421430" y="1737932"/>
                <a:ext cx="287640" cy="3121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D784A01-5A28-923F-C854-09577A378BE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412430" y="1729292"/>
                  <a:ext cx="30528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010A476-353B-7C5F-26AD-A8F2BD7D6C63}"/>
                    </a:ext>
                  </a:extLst>
                </p14:cNvPr>
                <p14:cNvContentPartPr/>
                <p14:nvPr/>
              </p14:nvContentPartPr>
              <p14:xfrm>
                <a:off x="10667310" y="1827932"/>
                <a:ext cx="319320" cy="2433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010A476-353B-7C5F-26AD-A8F2BD7D6C6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658670" y="1818932"/>
                  <a:ext cx="33696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F950677-1802-5A0D-976A-24DE4D41B9B1}"/>
                    </a:ext>
                  </a:extLst>
                </p14:cNvPr>
                <p14:cNvContentPartPr/>
                <p14:nvPr/>
              </p14:nvContentPartPr>
              <p14:xfrm>
                <a:off x="9839310" y="1280012"/>
                <a:ext cx="174960" cy="2804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F950677-1802-5A0D-976A-24DE4D41B9B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830670" y="1271372"/>
                  <a:ext cx="19260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4E36C3C-F92B-FB71-1B43-0E79D1647115}"/>
                    </a:ext>
                  </a:extLst>
                </p14:cNvPr>
                <p14:cNvContentPartPr/>
                <p14:nvPr/>
              </p14:nvContentPartPr>
              <p14:xfrm>
                <a:off x="10047750" y="1258772"/>
                <a:ext cx="50040" cy="3211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4E36C3C-F92B-FB71-1B43-0E79D164711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038750" y="1249772"/>
                  <a:ext cx="6768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87D1298-FA9C-133E-1D53-1491C3142E2C}"/>
                    </a:ext>
                  </a:extLst>
                </p14:cNvPr>
                <p14:cNvContentPartPr/>
                <p14:nvPr/>
              </p14:nvContentPartPr>
              <p14:xfrm>
                <a:off x="10203990" y="1229972"/>
                <a:ext cx="275400" cy="3312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87D1298-FA9C-133E-1D53-1491C3142E2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195350" y="1221332"/>
                  <a:ext cx="29304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7E12246-449C-1F40-1E81-1DFB32A1FBB1}"/>
                    </a:ext>
                  </a:extLst>
                </p14:cNvPr>
                <p14:cNvContentPartPr/>
                <p14:nvPr/>
              </p14:nvContentPartPr>
              <p14:xfrm>
                <a:off x="394710" y="1007492"/>
                <a:ext cx="279360" cy="4474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7E12246-449C-1F40-1E81-1DFB32A1FBB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85710" y="998492"/>
                  <a:ext cx="297000" cy="46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E0BB6B3-9DA1-C6DE-CA57-B8A927D6587D}"/>
                    </a:ext>
                  </a:extLst>
                </p14:cNvPr>
                <p14:cNvContentPartPr/>
                <p14:nvPr/>
              </p14:nvContentPartPr>
              <p14:xfrm>
                <a:off x="794670" y="1062932"/>
                <a:ext cx="187200" cy="3711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E0BB6B3-9DA1-C6DE-CA57-B8A927D6587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85670" y="1053932"/>
                  <a:ext cx="20484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0DFC6C1-1EA7-1D3A-1CC8-439576B67989}"/>
                    </a:ext>
                  </a:extLst>
                </p14:cNvPr>
                <p14:cNvContentPartPr/>
                <p14:nvPr/>
              </p14:nvContentPartPr>
              <p14:xfrm>
                <a:off x="864870" y="1209452"/>
                <a:ext cx="86760" cy="734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0DFC6C1-1EA7-1D3A-1CC8-439576B6798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56230" y="1200812"/>
                  <a:ext cx="1044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9B763F1-86EE-7029-5D4B-9217462AD10A}"/>
                    </a:ext>
                  </a:extLst>
                </p14:cNvPr>
                <p14:cNvContentPartPr/>
                <p14:nvPr/>
              </p14:nvContentPartPr>
              <p14:xfrm>
                <a:off x="1031910" y="1061852"/>
                <a:ext cx="320400" cy="3654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9B763F1-86EE-7029-5D4B-9217462AD10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23270" y="1052852"/>
                  <a:ext cx="33804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D283BB6-C683-FFC2-B960-692679CE6230}"/>
                    </a:ext>
                  </a:extLst>
                </p14:cNvPr>
                <p14:cNvContentPartPr/>
                <p14:nvPr/>
              </p14:nvContentPartPr>
              <p14:xfrm>
                <a:off x="822030" y="1686452"/>
                <a:ext cx="168120" cy="11034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D283BB6-C683-FFC2-B960-692679CE623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13390" y="1677812"/>
                  <a:ext cx="185760" cy="11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19F40E0-F3C2-8057-96B8-EBD604CEA1FE}"/>
                    </a:ext>
                  </a:extLst>
                </p14:cNvPr>
                <p14:cNvContentPartPr/>
                <p14:nvPr/>
              </p14:nvContentPartPr>
              <p14:xfrm>
                <a:off x="1712670" y="1186052"/>
                <a:ext cx="3089520" cy="446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19F40E0-F3C2-8057-96B8-EBD604CEA1F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704030" y="1177052"/>
                  <a:ext cx="310716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739EBDF-4E59-5F88-4ECA-8F59DA78C5EA}"/>
                    </a:ext>
                  </a:extLst>
                </p14:cNvPr>
                <p14:cNvContentPartPr/>
                <p14:nvPr/>
              </p14:nvContentPartPr>
              <p14:xfrm>
                <a:off x="1220550" y="2723252"/>
                <a:ext cx="5386320" cy="2055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739EBDF-4E59-5F88-4ECA-8F59DA78C5E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211910" y="2714612"/>
                  <a:ext cx="540396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C4A1D11-D327-7E43-62BC-AA52FBE849C8}"/>
                    </a:ext>
                  </a:extLst>
                </p14:cNvPr>
                <p14:cNvContentPartPr/>
                <p14:nvPr/>
              </p14:nvContentPartPr>
              <p14:xfrm>
                <a:off x="4749630" y="1290452"/>
                <a:ext cx="2146320" cy="15339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C4A1D11-D327-7E43-62BC-AA52FBE849C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740630" y="1281812"/>
                  <a:ext cx="2163960" cy="155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90B8349-B673-1D55-B98B-2CCEC8152598}"/>
                    </a:ext>
                  </a:extLst>
                </p14:cNvPr>
                <p14:cNvContentPartPr/>
                <p14:nvPr/>
              </p14:nvContentPartPr>
              <p14:xfrm>
                <a:off x="3347790" y="1506452"/>
                <a:ext cx="2249640" cy="6249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90B8349-B673-1D55-B98B-2CCEC815259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339150" y="1497452"/>
                  <a:ext cx="2267280" cy="64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133357F-F663-0487-44B1-84D8D3D9CB05}"/>
                    </a:ext>
                  </a:extLst>
                </p14:cNvPr>
                <p14:cNvContentPartPr/>
                <p14:nvPr/>
              </p14:nvContentPartPr>
              <p14:xfrm>
                <a:off x="3354630" y="1512932"/>
                <a:ext cx="2591640" cy="6307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133357F-F663-0487-44B1-84D8D3D9CB0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345990" y="1503932"/>
                  <a:ext cx="2609280" cy="64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D813CA9-905F-9A1E-1428-5C1C9AAF627C}"/>
                    </a:ext>
                  </a:extLst>
                </p14:cNvPr>
                <p14:cNvContentPartPr/>
                <p14:nvPr/>
              </p14:nvContentPartPr>
              <p14:xfrm>
                <a:off x="3920190" y="1705172"/>
                <a:ext cx="7200" cy="1638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D813CA9-905F-9A1E-1428-5C1C9AAF627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911550" y="1696532"/>
                  <a:ext cx="2484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532C8E1-54A5-84AC-C3C5-61B1D9BA8996}"/>
                    </a:ext>
                  </a:extLst>
                </p14:cNvPr>
                <p14:cNvContentPartPr/>
                <p14:nvPr/>
              </p14:nvContentPartPr>
              <p14:xfrm>
                <a:off x="3864390" y="1641812"/>
                <a:ext cx="206640" cy="1278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532C8E1-54A5-84AC-C3C5-61B1D9BA899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855750" y="1633172"/>
                  <a:ext cx="2242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3E9EBB3-155F-7A53-3DFB-C50700B5C22B}"/>
                    </a:ext>
                  </a:extLst>
                </p14:cNvPr>
                <p14:cNvContentPartPr/>
                <p14:nvPr/>
              </p14:nvContentPartPr>
              <p14:xfrm>
                <a:off x="3931350" y="1764572"/>
                <a:ext cx="276120" cy="1551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3E9EBB3-155F-7A53-3DFB-C50700B5C22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922710" y="1755932"/>
                  <a:ext cx="2937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A17356A-6E02-8F91-B2BF-83BC7D1EA89A}"/>
                    </a:ext>
                  </a:extLst>
                </p14:cNvPr>
                <p14:cNvContentPartPr/>
                <p14:nvPr/>
              </p14:nvContentPartPr>
              <p14:xfrm>
                <a:off x="4217910" y="1637492"/>
                <a:ext cx="12240" cy="727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A17356A-6E02-8F91-B2BF-83BC7D1EA89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208910" y="1628852"/>
                  <a:ext cx="298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0BBF829-83C4-8C12-B5EB-3A296C5199B0}"/>
                    </a:ext>
                  </a:extLst>
                </p14:cNvPr>
                <p14:cNvContentPartPr/>
                <p14:nvPr/>
              </p14:nvContentPartPr>
              <p14:xfrm>
                <a:off x="4323030" y="1746932"/>
                <a:ext cx="99360" cy="1911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0BBF829-83C4-8C12-B5EB-3A296C5199B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314390" y="1737932"/>
                  <a:ext cx="1170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1D069A9-572A-EB00-70C0-7E4A2B645E14}"/>
                    </a:ext>
                  </a:extLst>
                </p14:cNvPr>
                <p14:cNvContentPartPr/>
                <p14:nvPr/>
              </p14:nvContentPartPr>
              <p14:xfrm>
                <a:off x="4494750" y="1774652"/>
                <a:ext cx="229320" cy="1990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1D069A9-572A-EB00-70C0-7E4A2B645E1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486110" y="1766012"/>
                  <a:ext cx="2469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464269A-D056-009F-5B73-BFF50D22A64F}"/>
                    </a:ext>
                  </a:extLst>
                </p14:cNvPr>
                <p14:cNvContentPartPr/>
                <p14:nvPr/>
              </p14:nvContentPartPr>
              <p14:xfrm>
                <a:off x="4634430" y="1679252"/>
                <a:ext cx="16920" cy="248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464269A-D056-009F-5B73-BFF50D22A64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625430" y="1670252"/>
                  <a:ext cx="345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EBB7647-0251-5D39-0CCF-FEC9BAB2DF8A}"/>
                    </a:ext>
                  </a:extLst>
                </p14:cNvPr>
                <p14:cNvContentPartPr/>
                <p14:nvPr/>
              </p14:nvContentPartPr>
              <p14:xfrm>
                <a:off x="4906950" y="1676372"/>
                <a:ext cx="188640" cy="3117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EBB7647-0251-5D39-0CCF-FEC9BAB2DF8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898310" y="1667732"/>
                  <a:ext cx="20628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F67465E-E9E8-82F7-8969-CCF1FF8B198A}"/>
                    </a:ext>
                  </a:extLst>
                </p14:cNvPr>
                <p14:cNvContentPartPr/>
                <p14:nvPr/>
              </p14:nvContentPartPr>
              <p14:xfrm>
                <a:off x="4961670" y="1743692"/>
                <a:ext cx="342720" cy="3538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F67465E-E9E8-82F7-8969-CCF1FF8B198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953030" y="1735052"/>
                  <a:ext cx="36036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C9494EB-B625-01CA-0424-13133939C709}"/>
                    </a:ext>
                  </a:extLst>
                </p14:cNvPr>
                <p14:cNvContentPartPr/>
                <p14:nvPr/>
              </p14:nvContentPartPr>
              <p14:xfrm>
                <a:off x="5394030" y="1749092"/>
                <a:ext cx="176400" cy="3715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C9494EB-B625-01CA-0424-13133939C70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385390" y="1740452"/>
                  <a:ext cx="19404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9D57EF1-9CA5-F940-BCB1-E0C7A5E494AF}"/>
                    </a:ext>
                  </a:extLst>
                </p14:cNvPr>
                <p14:cNvContentPartPr/>
                <p14:nvPr/>
              </p14:nvContentPartPr>
              <p14:xfrm>
                <a:off x="5813070" y="1849172"/>
                <a:ext cx="2246760" cy="6872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9D57EF1-9CA5-F940-BCB1-E0C7A5E494A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804430" y="1840172"/>
                  <a:ext cx="2264400" cy="70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634B6B0-1490-56BA-BC42-F7C901219B74}"/>
                    </a:ext>
                  </a:extLst>
                </p14:cNvPr>
                <p14:cNvContentPartPr/>
                <p14:nvPr/>
              </p14:nvContentPartPr>
              <p14:xfrm>
                <a:off x="8011230" y="2363612"/>
                <a:ext cx="145800" cy="2523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634B6B0-1490-56BA-BC42-F7C901219B7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002230" y="2354972"/>
                  <a:ext cx="16344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BAA3720-A62A-6FA3-7015-69B5E7FC83B6}"/>
                    </a:ext>
                  </a:extLst>
                </p14:cNvPr>
                <p14:cNvContentPartPr/>
                <p14:nvPr/>
              </p14:nvContentPartPr>
              <p14:xfrm>
                <a:off x="8153430" y="2269652"/>
                <a:ext cx="76680" cy="4874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BAA3720-A62A-6FA3-7015-69B5E7FC83B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144430" y="2261012"/>
                  <a:ext cx="94320" cy="50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FD09CE0-BF1D-03FF-9649-5ACB2E06B564}"/>
                    </a:ext>
                  </a:extLst>
                </p14:cNvPr>
                <p14:cNvContentPartPr/>
                <p14:nvPr/>
              </p14:nvContentPartPr>
              <p14:xfrm>
                <a:off x="8315070" y="2578532"/>
                <a:ext cx="410040" cy="270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FD09CE0-BF1D-03FF-9649-5ACB2E06B56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306070" y="2569892"/>
                  <a:ext cx="4276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3A9F08C-2F61-BBB1-EC6E-9E17E4E83455}"/>
                    </a:ext>
                  </a:extLst>
                </p14:cNvPr>
                <p14:cNvContentPartPr/>
                <p14:nvPr/>
              </p14:nvContentPartPr>
              <p14:xfrm>
                <a:off x="9328110" y="908852"/>
                <a:ext cx="2390760" cy="40323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3A9F08C-2F61-BBB1-EC6E-9E17E4E8345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319470" y="900212"/>
                  <a:ext cx="2408400" cy="405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0633099-CBF1-8592-1AE5-37F65A30E323}"/>
                    </a:ext>
                  </a:extLst>
                </p14:cNvPr>
                <p14:cNvContentPartPr/>
                <p14:nvPr/>
              </p14:nvContentPartPr>
              <p14:xfrm>
                <a:off x="9000870" y="968252"/>
                <a:ext cx="2222280" cy="41907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0633099-CBF1-8592-1AE5-37F65A30E32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991870" y="959612"/>
                  <a:ext cx="2239920" cy="420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DE8BC83-FD9F-270A-2250-0C2CF11F7A86}"/>
                    </a:ext>
                  </a:extLst>
                </p14:cNvPr>
                <p14:cNvContentPartPr/>
                <p14:nvPr/>
              </p14:nvContentPartPr>
              <p14:xfrm>
                <a:off x="8151630" y="3861212"/>
                <a:ext cx="12240" cy="4417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DE8BC83-FD9F-270A-2250-0C2CF11F7A8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142990" y="3852572"/>
                  <a:ext cx="29880" cy="45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BA05CC5-589D-9158-161A-717F1E592704}"/>
                    </a:ext>
                  </a:extLst>
                </p14:cNvPr>
                <p14:cNvContentPartPr/>
                <p14:nvPr/>
              </p14:nvContentPartPr>
              <p14:xfrm>
                <a:off x="8110950" y="6302012"/>
                <a:ext cx="4320" cy="2379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BA05CC5-589D-9158-161A-717F1E59270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102310" y="6293012"/>
                  <a:ext cx="2196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E056A34-C4CF-D9F6-3916-B9E7633ED375}"/>
                    </a:ext>
                  </a:extLst>
                </p14:cNvPr>
                <p14:cNvContentPartPr/>
                <p14:nvPr/>
              </p14:nvContentPartPr>
              <p14:xfrm>
                <a:off x="8132910" y="5137412"/>
                <a:ext cx="15840" cy="5166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E056A34-C4CF-D9F6-3916-B9E7633ED37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124270" y="5128772"/>
                  <a:ext cx="33480" cy="53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CC78124-C908-02A5-0249-F1F06A52A9E5}"/>
                    </a:ext>
                  </a:extLst>
                </p14:cNvPr>
                <p14:cNvContentPartPr/>
                <p14:nvPr/>
              </p14:nvContentPartPr>
              <p14:xfrm>
                <a:off x="999510" y="5067572"/>
                <a:ext cx="6420240" cy="13784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CC78124-C908-02A5-0249-F1F06A52A9E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90870" y="5058572"/>
                  <a:ext cx="6437880" cy="13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B6CF3C6-BBE5-D7C8-8C7C-E901428D241F}"/>
                    </a:ext>
                  </a:extLst>
                </p14:cNvPr>
                <p14:cNvContentPartPr/>
                <p14:nvPr/>
              </p14:nvContentPartPr>
              <p14:xfrm>
                <a:off x="1044150" y="5007092"/>
                <a:ext cx="6386400" cy="13762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B6CF3C6-BBE5-D7C8-8C7C-E901428D241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35510" y="4998452"/>
                  <a:ext cx="6404040" cy="139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D2131E7-983E-6542-177E-77D8926C461D}"/>
                    </a:ext>
                  </a:extLst>
                </p14:cNvPr>
                <p14:cNvContentPartPr/>
                <p14:nvPr/>
              </p14:nvContentPartPr>
              <p14:xfrm>
                <a:off x="3222510" y="6083492"/>
                <a:ext cx="356040" cy="2613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D2131E7-983E-6542-177E-77D8926C461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213870" y="6074852"/>
                  <a:ext cx="37368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07FC119-56E4-0C7D-3933-F92A18DCED9E}"/>
                    </a:ext>
                  </a:extLst>
                </p14:cNvPr>
                <p14:cNvContentPartPr/>
                <p14:nvPr/>
              </p14:nvContentPartPr>
              <p14:xfrm>
                <a:off x="3604470" y="6064412"/>
                <a:ext cx="174240" cy="2185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07FC119-56E4-0C7D-3933-F92A18DCED9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595830" y="6055412"/>
                  <a:ext cx="19188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86FBB33-6BD4-2984-782C-7C04D04C330C}"/>
                    </a:ext>
                  </a:extLst>
                </p14:cNvPr>
                <p14:cNvContentPartPr/>
                <p14:nvPr/>
              </p14:nvContentPartPr>
              <p14:xfrm>
                <a:off x="3795630" y="6078092"/>
                <a:ext cx="136440" cy="2116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86FBB33-6BD4-2984-782C-7C04D04C330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786630" y="6069092"/>
                  <a:ext cx="15408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7E5C614-9041-0341-4E2F-E5E25D77D6EE}"/>
                    </a:ext>
                  </a:extLst>
                </p14:cNvPr>
                <p14:cNvContentPartPr/>
                <p14:nvPr/>
              </p14:nvContentPartPr>
              <p14:xfrm>
                <a:off x="4163910" y="6143972"/>
                <a:ext cx="126360" cy="205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7E5C614-9041-0341-4E2F-E5E25D77D6E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155270" y="6134972"/>
                  <a:ext cx="1440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E0B705B-F3E9-90EF-A96E-E2EBCC988FFA}"/>
                    </a:ext>
                  </a:extLst>
                </p14:cNvPr>
                <p14:cNvContentPartPr/>
                <p14:nvPr/>
              </p14:nvContentPartPr>
              <p14:xfrm>
                <a:off x="4447950" y="6028052"/>
                <a:ext cx="236160" cy="2343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E0B705B-F3E9-90EF-A96E-E2EBCC988FF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438950" y="6019052"/>
                  <a:ext cx="25380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046FF46-A737-93E1-05A2-9B0C5D5D661A}"/>
                    </a:ext>
                  </a:extLst>
                </p14:cNvPr>
                <p14:cNvContentPartPr/>
                <p14:nvPr/>
              </p14:nvContentPartPr>
              <p14:xfrm>
                <a:off x="4749630" y="6002852"/>
                <a:ext cx="156240" cy="2595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046FF46-A737-93E1-05A2-9B0C5D5D661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740990" y="5993852"/>
                  <a:ext cx="17388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CFF12E9-E2E8-F8F2-10C4-6A64329073E9}"/>
                    </a:ext>
                  </a:extLst>
                </p14:cNvPr>
                <p14:cNvContentPartPr/>
                <p14:nvPr/>
              </p14:nvContentPartPr>
              <p14:xfrm>
                <a:off x="4733070" y="6024452"/>
                <a:ext cx="387720" cy="2822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CFF12E9-E2E8-F8F2-10C4-6A64329073E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724430" y="6015812"/>
                  <a:ext cx="40536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7ED5EBE-1BA0-AEA2-A392-0A57B2998932}"/>
                    </a:ext>
                  </a:extLst>
                </p14:cNvPr>
                <p14:cNvContentPartPr/>
                <p14:nvPr/>
              </p14:nvContentPartPr>
              <p14:xfrm>
                <a:off x="5200350" y="6045332"/>
                <a:ext cx="253440" cy="2581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7ED5EBE-1BA0-AEA2-A392-0A57B299893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191710" y="6036692"/>
                  <a:ext cx="27108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C3224FE-C0E8-3AEB-3B71-4D6B376B5446}"/>
                    </a:ext>
                  </a:extLst>
                </p14:cNvPr>
                <p14:cNvContentPartPr/>
                <p14:nvPr/>
              </p14:nvContentPartPr>
              <p14:xfrm>
                <a:off x="7340910" y="5992052"/>
                <a:ext cx="374040" cy="594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C3224FE-C0E8-3AEB-3B71-4D6B376B544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331910" y="5983052"/>
                  <a:ext cx="39168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524ABBD-3714-2C47-7132-0031DE47AEA8}"/>
                    </a:ext>
                  </a:extLst>
                </p14:cNvPr>
                <p14:cNvContentPartPr/>
                <p14:nvPr/>
              </p14:nvContentPartPr>
              <p14:xfrm>
                <a:off x="7786950" y="5801972"/>
                <a:ext cx="343800" cy="2638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524ABBD-3714-2C47-7132-0031DE47AEA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777950" y="5792972"/>
                  <a:ext cx="36144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D35A31C-72D4-6B98-5BF2-1C1DD39140B6}"/>
                    </a:ext>
                  </a:extLst>
                </p14:cNvPr>
                <p14:cNvContentPartPr/>
                <p14:nvPr/>
              </p14:nvContentPartPr>
              <p14:xfrm>
                <a:off x="7782630" y="5986292"/>
                <a:ext cx="300240" cy="4035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D35A31C-72D4-6B98-5BF2-1C1DD39140B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773990" y="5977652"/>
                  <a:ext cx="31788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D11310B-0618-9728-D133-8BB7A1D20775}"/>
                    </a:ext>
                  </a:extLst>
                </p14:cNvPr>
                <p14:cNvContentPartPr/>
                <p14:nvPr/>
              </p14:nvContentPartPr>
              <p14:xfrm>
                <a:off x="8104470" y="6065132"/>
                <a:ext cx="26640" cy="3654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D11310B-0618-9728-D133-8BB7A1D2077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095470" y="6056132"/>
                  <a:ext cx="4428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6213D86-F7C0-65F8-5B50-E5C6B724F255}"/>
                    </a:ext>
                  </a:extLst>
                </p14:cNvPr>
                <p14:cNvContentPartPr/>
                <p14:nvPr/>
              </p14:nvContentPartPr>
              <p14:xfrm>
                <a:off x="6032310" y="5840132"/>
                <a:ext cx="377280" cy="2865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6213D86-F7C0-65F8-5B50-E5C6B724F25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023310" y="5831492"/>
                  <a:ext cx="39492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D72E089-490C-AE79-DB16-91615273F16C}"/>
                    </a:ext>
                  </a:extLst>
                </p14:cNvPr>
                <p14:cNvContentPartPr/>
                <p14:nvPr/>
              </p14:nvContentPartPr>
              <p14:xfrm>
                <a:off x="6611190" y="5926892"/>
                <a:ext cx="276840" cy="2365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D72E089-490C-AE79-DB16-91615273F16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602190" y="5918252"/>
                  <a:ext cx="29448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5FF7AE2-E623-B5D0-3AAB-84BA4B9000EE}"/>
                    </a:ext>
                  </a:extLst>
                </p14:cNvPr>
                <p14:cNvContentPartPr/>
                <p14:nvPr/>
              </p14:nvContentPartPr>
              <p14:xfrm>
                <a:off x="6591030" y="6225332"/>
                <a:ext cx="204480" cy="1184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5FF7AE2-E623-B5D0-3AAB-84BA4B9000E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582390" y="6216692"/>
                  <a:ext cx="22212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909E995-9168-B405-D847-504C6AA23E03}"/>
                    </a:ext>
                  </a:extLst>
                </p14:cNvPr>
                <p14:cNvContentPartPr/>
                <p14:nvPr/>
              </p14:nvContentPartPr>
              <p14:xfrm>
                <a:off x="6428670" y="6249092"/>
                <a:ext cx="112320" cy="72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909E995-9168-B405-D847-504C6AA23E0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419670" y="6240092"/>
                  <a:ext cx="1299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BBAC499-8E91-C470-29FE-ECB847C0DE1C}"/>
                    </a:ext>
                  </a:extLst>
                </p14:cNvPr>
                <p14:cNvContentPartPr/>
                <p14:nvPr/>
              </p14:nvContentPartPr>
              <p14:xfrm>
                <a:off x="6324270" y="6019052"/>
                <a:ext cx="243720" cy="784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BBAC499-8E91-C470-29FE-ECB847C0DE1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315270" y="6010412"/>
                  <a:ext cx="2613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0CB9A00-F5A1-6DB5-B851-AD6600F56C94}"/>
                    </a:ext>
                  </a:extLst>
                </p14:cNvPr>
                <p14:cNvContentPartPr/>
                <p14:nvPr/>
              </p14:nvContentPartPr>
              <p14:xfrm>
                <a:off x="6708030" y="6104732"/>
                <a:ext cx="79920" cy="1738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0CB9A00-F5A1-6DB5-B851-AD6600F56C9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699390" y="6095732"/>
                  <a:ext cx="975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89F2B6E-9FD9-EE76-08C9-9E17ED7126C3}"/>
                    </a:ext>
                  </a:extLst>
                </p14:cNvPr>
                <p14:cNvContentPartPr/>
                <p14:nvPr/>
              </p14:nvContentPartPr>
              <p14:xfrm>
                <a:off x="6308430" y="6096452"/>
                <a:ext cx="199440" cy="1983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89F2B6E-9FD9-EE76-08C9-9E17ED7126C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299790" y="6087452"/>
                  <a:ext cx="2170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53D5DE0-CE14-AE73-0CBA-FFAC73B3CA9B}"/>
                    </a:ext>
                  </a:extLst>
                </p14:cNvPr>
                <p14:cNvContentPartPr/>
                <p14:nvPr/>
              </p14:nvContentPartPr>
              <p14:xfrm>
                <a:off x="4834950" y="5334692"/>
                <a:ext cx="30960" cy="3085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53D5DE0-CE14-AE73-0CBA-FFAC73B3CA9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826310" y="5326052"/>
                  <a:ext cx="4860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5070743-3915-6372-7118-589099EF58E4}"/>
                    </a:ext>
                  </a:extLst>
                </p14:cNvPr>
                <p14:cNvContentPartPr/>
                <p14:nvPr/>
              </p14:nvContentPartPr>
              <p14:xfrm>
                <a:off x="4824870" y="5316332"/>
                <a:ext cx="1850400" cy="1965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5070743-3915-6372-7118-589099EF58E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816230" y="5307332"/>
                  <a:ext cx="18680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F4795540-5097-13DA-B2E9-9FAE346FDF03}"/>
                    </a:ext>
                  </a:extLst>
                </p14:cNvPr>
                <p14:cNvContentPartPr/>
                <p14:nvPr/>
              </p14:nvContentPartPr>
              <p14:xfrm>
                <a:off x="4808670" y="5591372"/>
                <a:ext cx="1922760" cy="806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F4795540-5097-13DA-B2E9-9FAE346FDF0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799670" y="5582732"/>
                  <a:ext cx="19404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F216120-1CBF-7908-C672-FB8E124837F3}"/>
                    </a:ext>
                  </a:extLst>
                </p14:cNvPr>
                <p14:cNvContentPartPr/>
                <p14:nvPr/>
              </p14:nvContentPartPr>
              <p14:xfrm>
                <a:off x="6657270" y="5479052"/>
                <a:ext cx="30960" cy="2448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F216120-1CBF-7908-C672-FB8E124837F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648630" y="5470052"/>
                  <a:ext cx="4860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D0F7B2D-413A-F6A7-9E4E-EEE32E69DFD9}"/>
                    </a:ext>
                  </a:extLst>
                </p14:cNvPr>
                <p14:cNvContentPartPr/>
                <p14:nvPr/>
              </p14:nvContentPartPr>
              <p14:xfrm>
                <a:off x="5339310" y="5420732"/>
                <a:ext cx="117000" cy="1458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D0F7B2D-413A-F6A7-9E4E-EEE32E69DFD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330670" y="5411732"/>
                  <a:ext cx="13464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DABF9BF-6B11-909F-77B5-8EC31A2E5003}"/>
                    </a:ext>
                  </a:extLst>
                </p14:cNvPr>
                <p14:cNvContentPartPr/>
                <p14:nvPr/>
              </p14:nvContentPartPr>
              <p14:xfrm>
                <a:off x="5545590" y="5414612"/>
                <a:ext cx="162360" cy="1742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DABF9BF-6B11-909F-77B5-8EC31A2E500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536590" y="5405972"/>
                  <a:ext cx="1800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217DFE28-0779-4554-9E52-7EDA46ADDBD4}"/>
                    </a:ext>
                  </a:extLst>
                </p14:cNvPr>
                <p14:cNvContentPartPr/>
                <p14:nvPr/>
              </p14:nvContentPartPr>
              <p14:xfrm>
                <a:off x="5801550" y="5444132"/>
                <a:ext cx="82440" cy="1328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217DFE28-0779-4554-9E52-7EDA46ADDBD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792910" y="5435492"/>
                  <a:ext cx="1000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50441DA-8EBE-D5D1-6642-86B1CB6D3087}"/>
                    </a:ext>
                  </a:extLst>
                </p14:cNvPr>
                <p14:cNvContentPartPr/>
                <p14:nvPr/>
              </p14:nvContentPartPr>
              <p14:xfrm>
                <a:off x="6946710" y="5753372"/>
                <a:ext cx="136800" cy="1656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50441DA-8EBE-D5D1-6642-86B1CB6D308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937710" y="5744372"/>
                  <a:ext cx="1544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288992C-0C72-801C-6A78-F04DCC7A12CD}"/>
                    </a:ext>
                  </a:extLst>
                </p14:cNvPr>
                <p14:cNvContentPartPr/>
                <p14:nvPr/>
              </p14:nvContentPartPr>
              <p14:xfrm>
                <a:off x="6821790" y="5323172"/>
                <a:ext cx="111240" cy="1288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288992C-0C72-801C-6A78-F04DCC7A12C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812790" y="5314532"/>
                  <a:ext cx="1288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B543085-A5F3-D77D-89E0-B6165FFD2E95}"/>
                    </a:ext>
                  </a:extLst>
                </p14:cNvPr>
                <p14:cNvContentPartPr/>
                <p14:nvPr/>
              </p14:nvContentPartPr>
              <p14:xfrm>
                <a:off x="5743230" y="4763372"/>
                <a:ext cx="59040" cy="6966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B543085-A5F3-D77D-89E0-B6165FFD2E9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734590" y="4754732"/>
                  <a:ext cx="76680" cy="71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9A403F5-30C3-2C55-6F11-1A0D3FFCFE7C}"/>
                    </a:ext>
                  </a:extLst>
                </p14:cNvPr>
                <p14:cNvContentPartPr/>
                <p14:nvPr/>
              </p14:nvContentPartPr>
              <p14:xfrm>
                <a:off x="5581950" y="4706492"/>
                <a:ext cx="339480" cy="2037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9A403F5-30C3-2C55-6F11-1A0D3FFCFE7C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572950" y="4697492"/>
                  <a:ext cx="35712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C52FB6D-645B-F18B-9078-BCA972C622DC}"/>
                    </a:ext>
                  </a:extLst>
                </p14:cNvPr>
                <p14:cNvContentPartPr/>
                <p14:nvPr/>
              </p14:nvContentPartPr>
              <p14:xfrm>
                <a:off x="5960670" y="4392572"/>
                <a:ext cx="193680" cy="3708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C52FB6D-645B-F18B-9078-BCA972C622D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951670" y="4383572"/>
                  <a:ext cx="21132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8CC4787-D697-C633-BB22-4AB4740E8236}"/>
                    </a:ext>
                  </a:extLst>
                </p14:cNvPr>
                <p14:cNvContentPartPr/>
                <p14:nvPr/>
              </p14:nvContentPartPr>
              <p14:xfrm>
                <a:off x="6103230" y="4414892"/>
                <a:ext cx="110880" cy="3477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8CC4787-D697-C633-BB22-4AB4740E823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094230" y="4405892"/>
                  <a:ext cx="12852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99D8DBC-6D48-E4DF-536D-4D2F5705FD44}"/>
                    </a:ext>
                  </a:extLst>
                </p14:cNvPr>
                <p14:cNvContentPartPr/>
                <p14:nvPr/>
              </p14:nvContentPartPr>
              <p14:xfrm>
                <a:off x="6240030" y="4471412"/>
                <a:ext cx="201960" cy="3304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99D8DBC-6D48-E4DF-536D-4D2F5705FD4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231030" y="4462772"/>
                  <a:ext cx="21960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3E4034A-49E9-7A2E-4BDB-FD0AF03343A7}"/>
                    </a:ext>
                  </a:extLst>
                </p14:cNvPr>
                <p14:cNvContentPartPr/>
                <p14:nvPr/>
              </p14:nvContentPartPr>
              <p14:xfrm>
                <a:off x="6808470" y="1443452"/>
                <a:ext cx="163800" cy="2714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3E4034A-49E9-7A2E-4BDB-FD0AF03343A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799470" y="1434812"/>
                  <a:ext cx="18144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854E6349-48EC-EBA0-F50D-5B10FC4406EB}"/>
                    </a:ext>
                  </a:extLst>
                </p14:cNvPr>
                <p14:cNvContentPartPr/>
                <p14:nvPr/>
              </p14:nvContentPartPr>
              <p14:xfrm>
                <a:off x="6966150" y="1484852"/>
                <a:ext cx="40320" cy="2797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854E6349-48EC-EBA0-F50D-5B10FC4406E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957510" y="1475852"/>
                  <a:ext cx="5796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5ACE228-3D8F-042E-40D6-3C967EE7E4D9}"/>
                    </a:ext>
                  </a:extLst>
                </p14:cNvPr>
                <p14:cNvContentPartPr/>
                <p14:nvPr/>
              </p14:nvContentPartPr>
              <p14:xfrm>
                <a:off x="7046790" y="1512932"/>
                <a:ext cx="288360" cy="2937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5ACE228-3D8F-042E-40D6-3C967EE7E4D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037790" y="1504292"/>
                  <a:ext cx="30600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E9EE47E9-A00C-84F5-47A5-EB523DF57349}"/>
                    </a:ext>
                  </a:extLst>
                </p14:cNvPr>
                <p14:cNvContentPartPr/>
                <p14:nvPr/>
              </p14:nvContentPartPr>
              <p14:xfrm>
                <a:off x="6708750" y="1260212"/>
                <a:ext cx="794880" cy="7754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9EE47E9-A00C-84F5-47A5-EB523DF5734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699750" y="1251212"/>
                  <a:ext cx="812520" cy="79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E98313B-83F3-8BAB-CE85-FEFDDD86944F}"/>
                    </a:ext>
                  </a:extLst>
                </p14:cNvPr>
                <p14:cNvContentPartPr/>
                <p14:nvPr/>
              </p14:nvContentPartPr>
              <p14:xfrm>
                <a:off x="143430" y="3051212"/>
                <a:ext cx="34200" cy="2419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E98313B-83F3-8BAB-CE85-FEFDDD86944F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34790" y="3042212"/>
                  <a:ext cx="5184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D6E2749-F9A6-F2B7-DBE1-23B873DF7899}"/>
                    </a:ext>
                  </a:extLst>
                </p14:cNvPr>
                <p14:cNvContentPartPr/>
                <p14:nvPr/>
              </p14:nvContentPartPr>
              <p14:xfrm>
                <a:off x="111390" y="2801372"/>
                <a:ext cx="218160" cy="5504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D6E2749-F9A6-F2B7-DBE1-23B873DF7899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2750" y="2792372"/>
                  <a:ext cx="235800" cy="56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17E8C67-C6AA-6E7E-38DF-D9E05BFD1DD9}"/>
                    </a:ext>
                  </a:extLst>
                </p14:cNvPr>
                <p14:cNvContentPartPr/>
                <p14:nvPr/>
              </p14:nvContentPartPr>
              <p14:xfrm>
                <a:off x="354030" y="3107012"/>
                <a:ext cx="92160" cy="2152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17E8C67-C6AA-6E7E-38DF-D9E05BFD1DD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45030" y="3098012"/>
                  <a:ext cx="10980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B0B4216-B0BC-3FD7-3177-7D48F9E6C0B5}"/>
                    </a:ext>
                  </a:extLst>
                </p14:cNvPr>
                <p14:cNvContentPartPr/>
                <p14:nvPr/>
              </p14:nvContentPartPr>
              <p14:xfrm>
                <a:off x="480390" y="3094412"/>
                <a:ext cx="171000" cy="1879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B0B4216-B0BC-3FD7-3177-7D48F9E6C0B5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71390" y="3085772"/>
                  <a:ext cx="1886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110F6F8-41D4-FD83-A007-CC72972DC148}"/>
                    </a:ext>
                  </a:extLst>
                </p14:cNvPr>
                <p14:cNvContentPartPr/>
                <p14:nvPr/>
              </p14:nvContentPartPr>
              <p14:xfrm>
                <a:off x="710070" y="3085772"/>
                <a:ext cx="137880" cy="2012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110F6F8-41D4-FD83-A007-CC72972DC14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01430" y="3077132"/>
                  <a:ext cx="1555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5A806AFA-96E2-7DFB-87E2-3613B71D1FE1}"/>
                    </a:ext>
                  </a:extLst>
                </p14:cNvPr>
                <p14:cNvContentPartPr/>
                <p14:nvPr/>
              </p14:nvContentPartPr>
              <p14:xfrm>
                <a:off x="825990" y="2919812"/>
                <a:ext cx="23040" cy="273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5A806AFA-96E2-7DFB-87E2-3613B71D1FE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16990" y="2911172"/>
                  <a:ext cx="406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565525A3-E513-935D-348F-B87EB72A7D72}"/>
                    </a:ext>
                  </a:extLst>
                </p14:cNvPr>
                <p14:cNvContentPartPr/>
                <p14:nvPr/>
              </p14:nvContentPartPr>
              <p14:xfrm>
                <a:off x="914190" y="3006212"/>
                <a:ext cx="24120" cy="2304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565525A3-E513-935D-348F-B87EB72A7D7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05190" y="2997212"/>
                  <a:ext cx="4176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BD5636A8-DCD6-3136-E431-D8707EDABE7D}"/>
                    </a:ext>
                  </a:extLst>
                </p14:cNvPr>
                <p14:cNvContentPartPr/>
                <p14:nvPr/>
              </p14:nvContentPartPr>
              <p14:xfrm>
                <a:off x="920670" y="3065972"/>
                <a:ext cx="177840" cy="1987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BD5636A8-DCD6-3136-E431-D8707EDABE7D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12030" y="3056972"/>
                  <a:ext cx="1954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A18C0B2-651C-A421-EA45-7DA80F31AAF0}"/>
                    </a:ext>
                  </a:extLst>
                </p14:cNvPr>
                <p14:cNvContentPartPr/>
                <p14:nvPr/>
              </p14:nvContentPartPr>
              <p14:xfrm>
                <a:off x="-58890" y="3467012"/>
                <a:ext cx="1400040" cy="838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A18C0B2-651C-A421-EA45-7DA80F31AAF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-67890" y="3458012"/>
                  <a:ext cx="14176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768E6B8-ABE5-2241-CE83-52F56148819F}"/>
                    </a:ext>
                  </a:extLst>
                </p14:cNvPr>
                <p14:cNvContentPartPr/>
                <p14:nvPr/>
              </p14:nvContentPartPr>
              <p14:xfrm>
                <a:off x="572190" y="3549812"/>
                <a:ext cx="65880" cy="2397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768E6B8-ABE5-2241-CE83-52F56148819F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63190" y="3540812"/>
                  <a:ext cx="835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43F853DE-8F23-EDBC-7541-C70157B5912F}"/>
                    </a:ext>
                  </a:extLst>
                </p14:cNvPr>
                <p14:cNvContentPartPr/>
                <p14:nvPr/>
              </p14:nvContentPartPr>
              <p14:xfrm>
                <a:off x="483630" y="3751412"/>
                <a:ext cx="249120" cy="914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43F853DE-8F23-EDBC-7541-C70157B5912F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74630" y="3742772"/>
                  <a:ext cx="2667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48EA582-5B93-B13D-62C3-6498EE8095A5}"/>
                    </a:ext>
                  </a:extLst>
                </p14:cNvPr>
                <p14:cNvContentPartPr/>
                <p14:nvPr/>
              </p14:nvContentPartPr>
              <p14:xfrm>
                <a:off x="78270" y="4080092"/>
                <a:ext cx="274320" cy="3139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48EA582-5B93-B13D-62C3-6498EE8095A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9630" y="4071452"/>
                  <a:ext cx="29196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BF61EBBA-83F9-4734-26BF-5CF13BB0805B}"/>
                    </a:ext>
                  </a:extLst>
                </p14:cNvPr>
                <p14:cNvContentPartPr/>
                <p14:nvPr/>
              </p14:nvContentPartPr>
              <p14:xfrm>
                <a:off x="414150" y="4184852"/>
                <a:ext cx="95040" cy="1702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BF61EBBA-83F9-4734-26BF-5CF13BB0805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05150" y="4176212"/>
                  <a:ext cx="1126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1C63132-002C-EB2D-421D-09B82F02DBE5}"/>
                    </a:ext>
                  </a:extLst>
                </p14:cNvPr>
                <p14:cNvContentPartPr/>
                <p14:nvPr/>
              </p14:nvContentPartPr>
              <p14:xfrm>
                <a:off x="600270" y="4189172"/>
                <a:ext cx="103680" cy="1609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1C63132-002C-EB2D-421D-09B82F02DBE5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91630" y="4180532"/>
                  <a:ext cx="1213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738C7D70-E9D3-1FF8-3DF9-54BD860B677D}"/>
                    </a:ext>
                  </a:extLst>
                </p14:cNvPr>
                <p14:cNvContentPartPr/>
                <p14:nvPr/>
              </p14:nvContentPartPr>
              <p14:xfrm>
                <a:off x="788910" y="4124372"/>
                <a:ext cx="94680" cy="2566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738C7D70-E9D3-1FF8-3DF9-54BD860B677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80270" y="4115372"/>
                  <a:ext cx="11232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1CE96738-076F-30A5-4F49-F1E50130069F}"/>
                    </a:ext>
                  </a:extLst>
                </p14:cNvPr>
                <p14:cNvContentPartPr/>
                <p14:nvPr/>
              </p14:nvContentPartPr>
              <p14:xfrm>
                <a:off x="921030" y="4170452"/>
                <a:ext cx="48240" cy="1612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1CE96738-076F-30A5-4F49-F1E50130069F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12030" y="4161452"/>
                  <a:ext cx="6588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A8FF100-0C9E-8107-D58E-A890674F1C1B}"/>
                    </a:ext>
                  </a:extLst>
                </p14:cNvPr>
                <p14:cNvContentPartPr/>
                <p14:nvPr/>
              </p14:nvContentPartPr>
              <p14:xfrm>
                <a:off x="855150" y="4111412"/>
                <a:ext cx="241920" cy="2595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A8FF100-0C9E-8107-D58E-A890674F1C1B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46150" y="4102412"/>
                  <a:ext cx="25956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1CE6B82E-B6C8-86D7-47AA-A4405677496A}"/>
                    </a:ext>
                  </a:extLst>
                </p14:cNvPr>
                <p14:cNvContentPartPr/>
                <p14:nvPr/>
              </p14:nvContentPartPr>
              <p14:xfrm>
                <a:off x="102750" y="4526132"/>
                <a:ext cx="1065960" cy="1054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1CE6B82E-B6C8-86D7-47AA-A4405677496A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4110" y="4517492"/>
                  <a:ext cx="10836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2AEEA262-FACB-5369-7291-31EB5068C16E}"/>
                    </a:ext>
                  </a:extLst>
                </p14:cNvPr>
                <p14:cNvContentPartPr/>
                <p14:nvPr/>
              </p14:nvContentPartPr>
              <p14:xfrm>
                <a:off x="216870" y="3973172"/>
                <a:ext cx="925200" cy="7441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2AEEA262-FACB-5369-7291-31EB5068C16E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07870" y="3964172"/>
                  <a:ext cx="942840" cy="76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D0EF3CF7-3493-3973-446E-BAB841840564}"/>
                    </a:ext>
                  </a:extLst>
                </p14:cNvPr>
                <p14:cNvContentPartPr/>
                <p14:nvPr/>
              </p14:nvContentPartPr>
              <p14:xfrm>
                <a:off x="569310" y="3945452"/>
                <a:ext cx="529560" cy="8409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D0EF3CF7-3493-3973-446E-BAB841840564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60670" y="3936812"/>
                  <a:ext cx="547200" cy="85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2D55908A-A019-4F47-7A49-8968DE5A0A73}"/>
                    </a:ext>
                  </a:extLst>
                </p14:cNvPr>
                <p14:cNvContentPartPr/>
                <p14:nvPr/>
              </p14:nvContentPartPr>
              <p14:xfrm>
                <a:off x="1407390" y="4249652"/>
                <a:ext cx="10800" cy="2473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2D55908A-A019-4F47-7A49-8968DE5A0A73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398390" y="4240652"/>
                  <a:ext cx="2844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34CFF89F-54A5-9CBD-4362-4A1D30D7069A}"/>
                    </a:ext>
                  </a:extLst>
                </p14:cNvPr>
                <p14:cNvContentPartPr/>
                <p14:nvPr/>
              </p14:nvContentPartPr>
              <p14:xfrm>
                <a:off x="1511790" y="4270532"/>
                <a:ext cx="107280" cy="21168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34CFF89F-54A5-9CBD-4362-4A1D30D7069A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503150" y="4261892"/>
                  <a:ext cx="12492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883ED528-C0C2-D94B-0D3D-E755AD2D2C11}"/>
                    </a:ext>
                  </a:extLst>
                </p14:cNvPr>
                <p14:cNvContentPartPr/>
                <p14:nvPr/>
              </p14:nvContentPartPr>
              <p14:xfrm>
                <a:off x="1716630" y="4279892"/>
                <a:ext cx="118800" cy="2131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883ED528-C0C2-D94B-0D3D-E755AD2D2C11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707990" y="4270892"/>
                  <a:ext cx="13644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94EC18B-A71B-F7B0-8F42-66E12B053ECE}"/>
                    </a:ext>
                  </a:extLst>
                </p14:cNvPr>
                <p14:cNvContentPartPr/>
                <p14:nvPr/>
              </p14:nvContentPartPr>
              <p14:xfrm>
                <a:off x="1899870" y="4277732"/>
                <a:ext cx="47520" cy="223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94EC18B-A71B-F7B0-8F42-66E12B053ECE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890870" y="4269092"/>
                  <a:ext cx="651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3F5BD6FF-DE07-FA18-8C66-C60F50D29FC1}"/>
                    </a:ext>
                  </a:extLst>
                </p14:cNvPr>
                <p14:cNvContentPartPr/>
                <p14:nvPr/>
              </p14:nvContentPartPr>
              <p14:xfrm>
                <a:off x="2003910" y="4275572"/>
                <a:ext cx="39600" cy="1540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3F5BD6FF-DE07-FA18-8C66-C60F50D29FC1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994910" y="4266932"/>
                  <a:ext cx="572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B3B94A67-A243-0974-6BB7-599756317C2B}"/>
                    </a:ext>
                  </a:extLst>
                </p14:cNvPr>
                <p14:cNvContentPartPr/>
                <p14:nvPr/>
              </p14:nvContentPartPr>
              <p14:xfrm>
                <a:off x="2097510" y="4381052"/>
                <a:ext cx="33840" cy="446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B3B94A67-A243-0974-6BB7-599756317C2B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088510" y="4372412"/>
                  <a:ext cx="514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B96FB62E-D040-A3AE-7405-201733CE920D}"/>
                    </a:ext>
                  </a:extLst>
                </p14:cNvPr>
                <p14:cNvContentPartPr/>
                <p14:nvPr/>
              </p14:nvContentPartPr>
              <p14:xfrm>
                <a:off x="1387950" y="4706852"/>
                <a:ext cx="239400" cy="1706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B96FB62E-D040-A3AE-7405-201733CE920D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378950" y="4697852"/>
                  <a:ext cx="2570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C4D654EC-DD08-6418-D242-8BD60E4208D7}"/>
                    </a:ext>
                  </a:extLst>
                </p14:cNvPr>
                <p14:cNvContentPartPr/>
                <p14:nvPr/>
              </p14:nvContentPartPr>
              <p14:xfrm>
                <a:off x="1695750" y="4698212"/>
                <a:ext cx="94680" cy="1710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C4D654EC-DD08-6418-D242-8BD60E4208D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687110" y="4689212"/>
                  <a:ext cx="11232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0D65FB9C-DC1A-CC11-A624-7030B3871D27}"/>
                    </a:ext>
                  </a:extLst>
                </p14:cNvPr>
                <p14:cNvContentPartPr/>
                <p14:nvPr/>
              </p14:nvContentPartPr>
              <p14:xfrm>
                <a:off x="1846590" y="4686332"/>
                <a:ext cx="67680" cy="1764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0D65FB9C-DC1A-CC11-A624-7030B3871D27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837950" y="4677332"/>
                  <a:ext cx="853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A799BF5F-FF26-9304-343A-0E32D4B45419}"/>
                    </a:ext>
                  </a:extLst>
                </p14:cNvPr>
                <p14:cNvContentPartPr/>
                <p14:nvPr/>
              </p14:nvContentPartPr>
              <p14:xfrm>
                <a:off x="1947030" y="4637732"/>
                <a:ext cx="47880" cy="2678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A799BF5F-FF26-9304-343A-0E32D4B45419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938030" y="4628732"/>
                  <a:ext cx="6552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026BDA87-20BB-6B08-985D-72499E47BD31}"/>
                    </a:ext>
                  </a:extLst>
                </p14:cNvPr>
                <p14:cNvContentPartPr/>
                <p14:nvPr/>
              </p14:nvContentPartPr>
              <p14:xfrm>
                <a:off x="1970430" y="4712252"/>
                <a:ext cx="191880" cy="1908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026BDA87-20BB-6B08-985D-72499E47BD31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961790" y="4703252"/>
                  <a:ext cx="20952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547EAA5E-BA9D-A703-B989-AC64A488244B}"/>
                    </a:ext>
                  </a:extLst>
                </p14:cNvPr>
                <p14:cNvContentPartPr/>
                <p14:nvPr/>
              </p14:nvContentPartPr>
              <p14:xfrm>
                <a:off x="4683030" y="2153012"/>
                <a:ext cx="1015200" cy="15436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547EAA5E-BA9D-A703-B989-AC64A488244B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674390" y="2144372"/>
                  <a:ext cx="1032840" cy="156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2FB4878A-2687-18AB-90C5-7EABEAA3CA1F}"/>
                    </a:ext>
                  </a:extLst>
                </p14:cNvPr>
                <p14:cNvContentPartPr/>
                <p14:nvPr/>
              </p14:nvContentPartPr>
              <p14:xfrm>
                <a:off x="5341470" y="3583652"/>
                <a:ext cx="687240" cy="35712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FB4878A-2687-18AB-90C5-7EABEAA3CA1F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332830" y="3574652"/>
                  <a:ext cx="70488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011511D9-ADF8-5C7C-23B3-9BAF3C8FBB94}"/>
                    </a:ext>
                  </a:extLst>
                </p14:cNvPr>
                <p14:cNvContentPartPr/>
                <p14:nvPr/>
              </p14:nvContentPartPr>
              <p14:xfrm>
                <a:off x="5242830" y="3960212"/>
                <a:ext cx="735480" cy="468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011511D9-ADF8-5C7C-23B3-9BAF3C8FBB94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233830" y="3951212"/>
                  <a:ext cx="75312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3BF61C5A-A79C-C6E9-674F-3F8F9970D28D}"/>
                    </a:ext>
                  </a:extLst>
                </p14:cNvPr>
                <p14:cNvContentPartPr/>
                <p14:nvPr/>
              </p14:nvContentPartPr>
              <p14:xfrm>
                <a:off x="5348310" y="4017812"/>
                <a:ext cx="193320" cy="1321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3BF61C5A-A79C-C6E9-674F-3F8F9970D28D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339310" y="4008812"/>
                  <a:ext cx="2109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9DA7B89D-326B-9A05-C5BE-C4ECD354E748}"/>
                    </a:ext>
                  </a:extLst>
                </p14:cNvPr>
                <p14:cNvContentPartPr/>
                <p14:nvPr/>
              </p14:nvContentPartPr>
              <p14:xfrm>
                <a:off x="5892990" y="4022492"/>
                <a:ext cx="119880" cy="1220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9DA7B89D-326B-9A05-C5BE-C4ECD354E748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884350" y="4013492"/>
                  <a:ext cx="1375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D6B324D0-5756-0B90-91D4-03B42BEF7BF1}"/>
                    </a:ext>
                  </a:extLst>
                </p14:cNvPr>
                <p14:cNvContentPartPr/>
                <p14:nvPr/>
              </p14:nvContentPartPr>
              <p14:xfrm>
                <a:off x="5288910" y="4624412"/>
                <a:ext cx="6840" cy="684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D6B324D0-5756-0B90-91D4-03B42BEF7BF1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279910" y="4615772"/>
                  <a:ext cx="244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99168CDE-940F-C432-6F71-786E13648E38}"/>
                    </a:ext>
                  </a:extLst>
                </p14:cNvPr>
                <p14:cNvContentPartPr/>
                <p14:nvPr/>
              </p14:nvContentPartPr>
              <p14:xfrm>
                <a:off x="5321670" y="4499132"/>
                <a:ext cx="604080" cy="2444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99168CDE-940F-C432-6F71-786E13648E38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313030" y="4490132"/>
                  <a:ext cx="62172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49CDD2C6-D74A-4711-444C-688EC717B91E}"/>
                    </a:ext>
                  </a:extLst>
                </p14:cNvPr>
                <p14:cNvContentPartPr/>
                <p14:nvPr/>
              </p14:nvContentPartPr>
              <p14:xfrm>
                <a:off x="5314110" y="4453412"/>
                <a:ext cx="239760" cy="1530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49CDD2C6-D74A-4711-444C-688EC717B91E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305470" y="4444412"/>
                  <a:ext cx="2574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8F4C4647-542C-8D71-B424-8A96F9A45D2B}"/>
                    </a:ext>
                  </a:extLst>
                </p14:cNvPr>
                <p14:cNvContentPartPr/>
                <p14:nvPr/>
              </p14:nvContentPartPr>
              <p14:xfrm>
                <a:off x="5551710" y="4504892"/>
                <a:ext cx="172080" cy="180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8F4C4647-542C-8D71-B424-8A96F9A45D2B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543070" y="4495892"/>
                  <a:ext cx="18972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FDF721B9-8809-6166-71EB-824E5CEF860E}"/>
                    </a:ext>
                  </a:extLst>
                </p14:cNvPr>
                <p14:cNvContentPartPr/>
                <p14:nvPr/>
              </p14:nvContentPartPr>
              <p14:xfrm>
                <a:off x="5709030" y="4491572"/>
                <a:ext cx="178560" cy="1281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FDF721B9-8809-6166-71EB-824E5CEF860E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700030" y="4482932"/>
                  <a:ext cx="1962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7CC08F2D-78D8-87A9-952D-A82C7DFF4C6C}"/>
                    </a:ext>
                  </a:extLst>
                </p14:cNvPr>
                <p14:cNvContentPartPr/>
                <p14:nvPr/>
              </p14:nvContentPartPr>
              <p14:xfrm>
                <a:off x="5858430" y="4484372"/>
                <a:ext cx="107640" cy="154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7CC08F2D-78D8-87A9-952D-A82C7DFF4C6C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849430" y="4475732"/>
                  <a:ext cx="1252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60C59393-B903-E6EE-291D-650402579B5B}"/>
                    </a:ext>
                  </a:extLst>
                </p14:cNvPr>
                <p14:cNvContentPartPr/>
                <p14:nvPr/>
              </p14:nvContentPartPr>
              <p14:xfrm>
                <a:off x="4761870" y="3249572"/>
                <a:ext cx="2482200" cy="184824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60C59393-B903-E6EE-291D-650402579B5B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4753230" y="3240932"/>
                  <a:ext cx="2499840" cy="18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6E08EEF4-FBB1-8A55-4E14-B161E8DF7825}"/>
                    </a:ext>
                  </a:extLst>
                </p14:cNvPr>
                <p14:cNvContentPartPr/>
                <p14:nvPr/>
              </p14:nvContentPartPr>
              <p14:xfrm>
                <a:off x="5170110" y="3237332"/>
                <a:ext cx="1675800" cy="18756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6E08EEF4-FBB1-8A55-4E14-B161E8DF7825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161110" y="3228692"/>
                  <a:ext cx="1693440" cy="18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83CC5F32-F92C-DC37-9475-75065D44C541}"/>
                    </a:ext>
                  </a:extLst>
                </p14:cNvPr>
                <p14:cNvContentPartPr/>
                <p14:nvPr/>
              </p14:nvContentPartPr>
              <p14:xfrm>
                <a:off x="3389550" y="3628292"/>
                <a:ext cx="207360" cy="4996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83CC5F32-F92C-DC37-9475-75065D44C541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3380910" y="3619652"/>
                  <a:ext cx="225000" cy="51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CEF3E486-02E1-CBE6-9935-FD59E2357CD0}"/>
                    </a:ext>
                  </a:extLst>
                </p14:cNvPr>
                <p14:cNvContentPartPr/>
                <p14:nvPr/>
              </p14:nvContentPartPr>
              <p14:xfrm>
                <a:off x="3495390" y="3920612"/>
                <a:ext cx="129960" cy="399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CEF3E486-02E1-CBE6-9935-FD59E2357CD0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3486390" y="3911612"/>
                  <a:ext cx="1476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DD3370B3-875E-4F46-4CA7-9CA84312E106}"/>
                    </a:ext>
                  </a:extLst>
                </p14:cNvPr>
                <p14:cNvContentPartPr/>
                <p14:nvPr/>
              </p14:nvContentPartPr>
              <p14:xfrm>
                <a:off x="3690150" y="3697052"/>
                <a:ext cx="102600" cy="3866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DD3370B3-875E-4F46-4CA7-9CA84312E106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3681150" y="3688412"/>
                  <a:ext cx="120240" cy="40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2E82B771-41A0-B5A5-5F9C-55C6C76E88BB}"/>
                    </a:ext>
                  </a:extLst>
                </p14:cNvPr>
                <p14:cNvContentPartPr/>
                <p14:nvPr/>
              </p14:nvContentPartPr>
              <p14:xfrm>
                <a:off x="3819030" y="3841412"/>
                <a:ext cx="138240" cy="22536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2E82B771-41A0-B5A5-5F9C-55C6C76E88BB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3810030" y="3832412"/>
                  <a:ext cx="15588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0A989E6D-2D69-8B2E-EC57-CCBB7D563C5F}"/>
                    </a:ext>
                  </a:extLst>
                </p14:cNvPr>
                <p14:cNvContentPartPr/>
                <p14:nvPr/>
              </p14:nvContentPartPr>
              <p14:xfrm>
                <a:off x="4005870" y="3913052"/>
                <a:ext cx="90360" cy="33840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0A989E6D-2D69-8B2E-EC57-CCBB7D563C5F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3997230" y="3904412"/>
                  <a:ext cx="10800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0B7DA1C1-D311-B516-ADDD-87BC8A1BAEB8}"/>
                    </a:ext>
                  </a:extLst>
                </p14:cNvPr>
                <p14:cNvContentPartPr/>
                <p14:nvPr/>
              </p14:nvContentPartPr>
              <p14:xfrm>
                <a:off x="4222950" y="3710372"/>
                <a:ext cx="45360" cy="3171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0B7DA1C1-D311-B516-ADDD-87BC8A1BAEB8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214310" y="3701732"/>
                  <a:ext cx="6300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E01FB3A5-C059-5DBF-6982-36FA333A1E1B}"/>
                    </a:ext>
                  </a:extLst>
                </p14:cNvPr>
                <p14:cNvContentPartPr/>
                <p14:nvPr/>
              </p14:nvContentPartPr>
              <p14:xfrm>
                <a:off x="4233030" y="3835292"/>
                <a:ext cx="195480" cy="19548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E01FB3A5-C059-5DBF-6982-36FA333A1E1B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224390" y="3826652"/>
                  <a:ext cx="2131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E038EACE-B6E7-510E-29AA-5A21AEDCFC85}"/>
                    </a:ext>
                  </a:extLst>
                </p14:cNvPr>
                <p14:cNvContentPartPr/>
                <p14:nvPr/>
              </p14:nvContentPartPr>
              <p14:xfrm>
                <a:off x="4486470" y="3795332"/>
                <a:ext cx="104760" cy="23472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E038EACE-B6E7-510E-29AA-5A21AEDCFC85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4477470" y="3786332"/>
                  <a:ext cx="1224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F4987F97-EE59-9716-F5A2-E385EB8377D5}"/>
                    </a:ext>
                  </a:extLst>
                </p14:cNvPr>
                <p14:cNvContentPartPr/>
                <p14:nvPr/>
              </p14:nvContentPartPr>
              <p14:xfrm>
                <a:off x="5878230" y="4120052"/>
                <a:ext cx="916920" cy="8758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F4987F97-EE59-9716-F5A2-E385EB8377D5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5869230" y="4111412"/>
                  <a:ext cx="934560" cy="89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41DD64BF-4352-F60D-8C15-9695A9753D89}"/>
                    </a:ext>
                  </a:extLst>
                </p14:cNvPr>
                <p14:cNvContentPartPr/>
                <p14:nvPr/>
              </p14:nvContentPartPr>
              <p14:xfrm>
                <a:off x="6104670" y="3557372"/>
                <a:ext cx="282960" cy="2894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41DD64BF-4352-F60D-8C15-9695A9753D89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6095670" y="3548372"/>
                  <a:ext cx="30060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F837F489-C802-0B9F-4FE3-9748AED074EF}"/>
                    </a:ext>
                  </a:extLst>
                </p14:cNvPr>
                <p14:cNvContentPartPr/>
                <p14:nvPr/>
              </p14:nvContentPartPr>
              <p14:xfrm>
                <a:off x="6417870" y="3611732"/>
                <a:ext cx="155880" cy="1501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F837F489-C802-0B9F-4FE3-9748AED074EF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409230" y="3602732"/>
                  <a:ext cx="17352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34C8DD05-449B-EAD2-D5F0-6129AE85CEEC}"/>
                    </a:ext>
                  </a:extLst>
                </p14:cNvPr>
                <p14:cNvContentPartPr/>
                <p14:nvPr/>
              </p14:nvContentPartPr>
              <p14:xfrm>
                <a:off x="5946270" y="3231932"/>
                <a:ext cx="759960" cy="81072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34C8DD05-449B-EAD2-D5F0-6129AE85CEEC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937630" y="3222932"/>
                  <a:ext cx="777600" cy="82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3AB5A6CF-34BD-E509-E8DC-99BE6B321B16}"/>
                    </a:ext>
                  </a:extLst>
                </p14:cNvPr>
                <p14:cNvContentPartPr/>
                <p14:nvPr/>
              </p14:nvContentPartPr>
              <p14:xfrm>
                <a:off x="3538950" y="1583852"/>
                <a:ext cx="343080" cy="45432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3AB5A6CF-34BD-E509-E8DC-99BE6B321B16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3530310" y="1574852"/>
                  <a:ext cx="360720" cy="47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83955FD4-B0A1-ED30-25F1-4A4414C18F78}"/>
                    </a:ext>
                  </a:extLst>
                </p14:cNvPr>
                <p14:cNvContentPartPr/>
                <p14:nvPr/>
              </p14:nvContentPartPr>
              <p14:xfrm>
                <a:off x="3578190" y="1508972"/>
                <a:ext cx="154440" cy="12816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83955FD4-B0A1-ED30-25F1-4A4414C18F78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3569550" y="1499972"/>
                  <a:ext cx="1720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855BB38F-EEA6-ED33-04F2-5DB61D6064E1}"/>
                    </a:ext>
                  </a:extLst>
                </p14:cNvPr>
                <p14:cNvContentPartPr/>
                <p14:nvPr/>
              </p14:nvContentPartPr>
              <p14:xfrm>
                <a:off x="3486390" y="1694732"/>
                <a:ext cx="226440" cy="19152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855BB38F-EEA6-ED33-04F2-5DB61D6064E1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3477750" y="1685732"/>
                  <a:ext cx="2440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F12FAA56-4518-F511-21FB-2EC607B4BF2E}"/>
                    </a:ext>
                  </a:extLst>
                </p14:cNvPr>
                <p14:cNvContentPartPr/>
                <p14:nvPr/>
              </p14:nvContentPartPr>
              <p14:xfrm>
                <a:off x="3537870" y="1631372"/>
                <a:ext cx="133920" cy="10404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F12FAA56-4518-F511-21FB-2EC607B4BF2E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3529230" y="1622732"/>
                  <a:ext cx="1515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0ADE71A7-70AE-0C87-4981-0334DE01FB35}"/>
                    </a:ext>
                  </a:extLst>
                </p14:cNvPr>
                <p14:cNvContentPartPr/>
                <p14:nvPr/>
              </p14:nvContentPartPr>
              <p14:xfrm>
                <a:off x="3460110" y="1664132"/>
                <a:ext cx="78840" cy="12492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0ADE71A7-70AE-0C87-4981-0334DE01FB35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3451110" y="1655132"/>
                  <a:ext cx="964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6A5264CF-9EDD-5954-9960-F315D3903881}"/>
                    </a:ext>
                  </a:extLst>
                </p14:cNvPr>
                <p14:cNvContentPartPr/>
                <p14:nvPr/>
              </p14:nvContentPartPr>
              <p14:xfrm>
                <a:off x="3465510" y="1637852"/>
                <a:ext cx="1440" cy="36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6A5264CF-9EDD-5954-9960-F315D3903881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3456870" y="1628852"/>
                  <a:ext cx="190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BE8C67FB-A60A-9EA1-B5AE-DDAEFB56EB42}"/>
                    </a:ext>
                  </a:extLst>
                </p14:cNvPr>
                <p14:cNvContentPartPr/>
                <p14:nvPr/>
              </p14:nvContentPartPr>
              <p14:xfrm>
                <a:off x="3406470" y="1677092"/>
                <a:ext cx="56880" cy="3924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BE8C67FB-A60A-9EA1-B5AE-DDAEFB56EB42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3397830" y="1668452"/>
                  <a:ext cx="74520" cy="56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223195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420F5850-2D59-4C25-ADFF-E9013C5A6AA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85" r="10185"/>
          <a:stretch>
            <a:fillRect/>
          </a:stretch>
        </p:blipFill>
        <p:spPr/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CA9A03-C201-42B6-AF8D-AB31333C8852}"/>
              </a:ext>
            </a:extLst>
          </p:cNvPr>
          <p:cNvSpPr/>
          <p:nvPr/>
        </p:nvSpPr>
        <p:spPr>
          <a:xfrm>
            <a:off x="6065406" y="980728"/>
            <a:ext cx="5298342" cy="2776268"/>
          </a:xfrm>
          <a:prstGeom prst="roundRect">
            <a:avLst>
              <a:gd name="adj" fmla="val 8835"/>
            </a:avLst>
          </a:pr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09D3EC-7881-4341-8189-469046CA259E}"/>
              </a:ext>
            </a:extLst>
          </p:cNvPr>
          <p:cNvSpPr txBox="1"/>
          <p:nvPr/>
        </p:nvSpPr>
        <p:spPr>
          <a:xfrm>
            <a:off x="6641014" y="1389517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4000" b="1" i="0" dirty="0">
                <a:solidFill>
                  <a:schemeClr val="accent3"/>
                </a:solidFill>
                <a:effectLst/>
              </a:rPr>
              <a:t>What We</a:t>
            </a:r>
            <a:r>
              <a:rPr lang="en-IN" sz="4000" b="1" i="0" dirty="0">
                <a:solidFill>
                  <a:schemeClr val="accent1"/>
                </a:solidFill>
                <a:effectLst/>
              </a:rPr>
              <a:t> </a:t>
            </a:r>
            <a:r>
              <a:rPr lang="en-IN" sz="4000" b="1" i="0" dirty="0">
                <a:solidFill>
                  <a:schemeClr val="accent2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Did</a:t>
            </a:r>
            <a:endParaRPr lang="en-IN" sz="4000" b="1" dirty="0">
              <a:solidFill>
                <a:schemeClr val="accent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CBE2D0-9475-4BE8-AC62-B9A03DC275C3}"/>
              </a:ext>
            </a:extLst>
          </p:cNvPr>
          <p:cNvSpPr txBox="1"/>
          <p:nvPr/>
        </p:nvSpPr>
        <p:spPr>
          <a:xfrm>
            <a:off x="6641014" y="2147518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Let’s Summarize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BADDFA3-0336-41F5-81AE-B9456B828C2C}"/>
              </a:ext>
            </a:extLst>
          </p:cNvPr>
          <p:cNvGrpSpPr/>
          <p:nvPr/>
        </p:nvGrpSpPr>
        <p:grpSpPr>
          <a:xfrm>
            <a:off x="6664269" y="3161139"/>
            <a:ext cx="617354" cy="109990"/>
            <a:chOff x="6006451" y="5603130"/>
            <a:chExt cx="617354" cy="109990"/>
          </a:xfrm>
        </p:grpSpPr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EF42471A-33F9-4E04-8306-66A59FCEE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6451" y="5603130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C99CB4F6-0149-49F4-8A24-BEB708A29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0132" y="5603130"/>
              <a:ext cx="109992" cy="10999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8BED369E-8B8A-45FD-8B5A-703CE09C2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3813" y="5603130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77156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BB0BAE-F023-4B67-BE79-3E1A8ACA9361}"/>
              </a:ext>
            </a:extLst>
          </p:cNvPr>
          <p:cNvSpPr txBox="1"/>
          <p:nvPr/>
        </p:nvSpPr>
        <p:spPr>
          <a:xfrm>
            <a:off x="1260763" y="3440863"/>
            <a:ext cx="5583381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6000" b="1" i="0" dirty="0">
                <a:solidFill>
                  <a:schemeClr val="bg1"/>
                </a:solidFill>
                <a:effectLst/>
              </a:rPr>
              <a:t>Thank</a:t>
            </a:r>
            <a:r>
              <a:rPr lang="en-IN" sz="6000" b="1" i="0" dirty="0">
                <a:solidFill>
                  <a:schemeClr val="accent1"/>
                </a:solidFill>
                <a:effectLst/>
              </a:rPr>
              <a:t> </a:t>
            </a:r>
            <a:r>
              <a:rPr lang="en-IN" sz="6000" b="1" dirty="0">
                <a:solidFill>
                  <a:schemeClr val="accent2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You</a:t>
            </a:r>
            <a:endParaRPr lang="en-IN" sz="6000" dirty="0">
              <a:solidFill>
                <a:schemeClr val="accent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D57203-1FF5-432E-8E3E-4DFC442AA54C}"/>
              </a:ext>
            </a:extLst>
          </p:cNvPr>
          <p:cNvSpPr txBox="1"/>
          <p:nvPr/>
        </p:nvSpPr>
        <p:spPr>
          <a:xfrm>
            <a:off x="1260763" y="4581128"/>
            <a:ext cx="5583381" cy="83099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5400" b="1" kern="0" dirty="0">
                <a:solidFill>
                  <a:schemeClr val="accent2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End of Day 5</a:t>
            </a:r>
            <a:endParaRPr lang="en-US" sz="5400" b="1" dirty="0">
              <a:solidFill>
                <a:schemeClr val="accent2"/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CB110C8-9FFD-4804-BDCA-1C9EB581BD4D}"/>
              </a:ext>
            </a:extLst>
          </p:cNvPr>
          <p:cNvCxnSpPr>
            <a:cxnSpLocks/>
          </p:cNvCxnSpPr>
          <p:nvPr/>
        </p:nvCxnSpPr>
        <p:spPr>
          <a:xfrm flipV="1">
            <a:off x="1300694" y="-21772"/>
            <a:ext cx="0" cy="3284984"/>
          </a:xfrm>
          <a:prstGeom prst="line">
            <a:avLst/>
          </a:prstGeom>
          <a:ln w="63500" cap="rnd"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E98CF33A-90E6-4EA2-B3D7-0B26F42FF079}"/>
              </a:ext>
            </a:extLst>
          </p:cNvPr>
          <p:cNvGrpSpPr/>
          <p:nvPr/>
        </p:nvGrpSpPr>
        <p:grpSpPr>
          <a:xfrm>
            <a:off x="1260763" y="5662865"/>
            <a:ext cx="1311594" cy="371301"/>
            <a:chOff x="1162522" y="5662865"/>
            <a:chExt cx="1311594" cy="371301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21818D1-4413-4BFC-80DF-9BAF80F237AF}"/>
                </a:ext>
              </a:extLst>
            </p:cNvPr>
            <p:cNvSpPr/>
            <p:nvPr/>
          </p:nvSpPr>
          <p:spPr>
            <a:xfrm>
              <a:off x="1162522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Shape">
              <a:hlinkClick r:id="rId2"/>
              <a:extLst>
                <a:ext uri="{FF2B5EF4-FFF2-40B4-BE49-F238E27FC236}">
                  <a16:creationId xmlns:a16="http://schemas.microsoft.com/office/drawing/2014/main" id="{EDFC2025-1ECF-4924-AE38-C781400903DF}"/>
                </a:ext>
              </a:extLst>
            </p:cNvPr>
            <p:cNvSpPr/>
            <p:nvPr/>
          </p:nvSpPr>
          <p:spPr>
            <a:xfrm>
              <a:off x="1296648" y="5763560"/>
              <a:ext cx="85868" cy="1842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72" y="7078"/>
                  </a:moveTo>
                  <a:lnTo>
                    <a:pt x="14372" y="5216"/>
                  </a:lnTo>
                  <a:cubicBezTo>
                    <a:pt x="14372" y="4937"/>
                    <a:pt x="14400" y="4721"/>
                    <a:pt x="14456" y="4568"/>
                  </a:cubicBezTo>
                  <a:cubicBezTo>
                    <a:pt x="14512" y="4415"/>
                    <a:pt x="14639" y="4264"/>
                    <a:pt x="14836" y="4115"/>
                  </a:cubicBezTo>
                  <a:cubicBezTo>
                    <a:pt x="15033" y="3967"/>
                    <a:pt x="15352" y="3864"/>
                    <a:pt x="15793" y="3808"/>
                  </a:cubicBezTo>
                  <a:cubicBezTo>
                    <a:pt x="16233" y="3751"/>
                    <a:pt x="16819" y="3722"/>
                    <a:pt x="17551" y="3722"/>
                  </a:cubicBezTo>
                  <a:lnTo>
                    <a:pt x="21544" y="3722"/>
                  </a:lnTo>
                  <a:lnTo>
                    <a:pt x="21544" y="0"/>
                  </a:lnTo>
                  <a:lnTo>
                    <a:pt x="15160" y="0"/>
                  </a:lnTo>
                  <a:cubicBezTo>
                    <a:pt x="11466" y="0"/>
                    <a:pt x="8813" y="409"/>
                    <a:pt x="7200" y="1225"/>
                  </a:cubicBezTo>
                  <a:cubicBezTo>
                    <a:pt x="5588" y="2042"/>
                    <a:pt x="4782" y="3246"/>
                    <a:pt x="4782" y="4836"/>
                  </a:cubicBezTo>
                  <a:lnTo>
                    <a:pt x="4782" y="7077"/>
                  </a:lnTo>
                  <a:lnTo>
                    <a:pt x="0" y="7077"/>
                  </a:lnTo>
                  <a:lnTo>
                    <a:pt x="0" y="10800"/>
                  </a:lnTo>
                  <a:lnTo>
                    <a:pt x="4781" y="10800"/>
                  </a:lnTo>
                  <a:lnTo>
                    <a:pt x="4781" y="21600"/>
                  </a:lnTo>
                  <a:lnTo>
                    <a:pt x="14372" y="21600"/>
                  </a:lnTo>
                  <a:lnTo>
                    <a:pt x="14372" y="10800"/>
                  </a:lnTo>
                  <a:lnTo>
                    <a:pt x="20756" y="10800"/>
                  </a:lnTo>
                  <a:lnTo>
                    <a:pt x="21600" y="7078"/>
                  </a:lnTo>
                  <a:cubicBezTo>
                    <a:pt x="21600" y="7078"/>
                    <a:pt x="14372" y="7078"/>
                    <a:pt x="14372" y="7078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C594A17-950B-4231-AA93-6E8DB90F8098}"/>
                </a:ext>
              </a:extLst>
            </p:cNvPr>
            <p:cNvSpPr/>
            <p:nvPr/>
          </p:nvSpPr>
          <p:spPr>
            <a:xfrm>
              <a:off x="1632668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Shape">
              <a:hlinkClick r:id="rId3"/>
              <a:extLst>
                <a:ext uri="{FF2B5EF4-FFF2-40B4-BE49-F238E27FC236}">
                  <a16:creationId xmlns:a16="http://schemas.microsoft.com/office/drawing/2014/main" id="{C70A3C55-CE25-4C0F-9537-824AEA080D1D}"/>
                </a:ext>
              </a:extLst>
            </p:cNvPr>
            <p:cNvSpPr/>
            <p:nvPr/>
          </p:nvSpPr>
          <p:spPr>
            <a:xfrm>
              <a:off x="1716213" y="5774232"/>
              <a:ext cx="200503" cy="162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7"/>
                  </a:moveTo>
                  <a:cubicBezTo>
                    <a:pt x="20797" y="2991"/>
                    <a:pt x="19941" y="3278"/>
                    <a:pt x="19048" y="3418"/>
                  </a:cubicBezTo>
                  <a:cubicBezTo>
                    <a:pt x="19966" y="2743"/>
                    <a:pt x="20667" y="1683"/>
                    <a:pt x="20997" y="405"/>
                  </a:cubicBezTo>
                  <a:cubicBezTo>
                    <a:pt x="20141" y="1034"/>
                    <a:pt x="19196" y="1477"/>
                    <a:pt x="18188" y="1725"/>
                  </a:cubicBezTo>
                  <a:cubicBezTo>
                    <a:pt x="17376" y="660"/>
                    <a:pt x="16217" y="0"/>
                    <a:pt x="14954" y="0"/>
                  </a:cubicBezTo>
                  <a:cubicBezTo>
                    <a:pt x="12502" y="0"/>
                    <a:pt x="10529" y="2449"/>
                    <a:pt x="10529" y="5451"/>
                  </a:cubicBezTo>
                  <a:cubicBezTo>
                    <a:pt x="10529" y="5883"/>
                    <a:pt x="10558" y="6299"/>
                    <a:pt x="10631" y="6694"/>
                  </a:cubicBezTo>
                  <a:cubicBezTo>
                    <a:pt x="6950" y="6473"/>
                    <a:pt x="3692" y="4302"/>
                    <a:pt x="1504" y="994"/>
                  </a:cubicBezTo>
                  <a:cubicBezTo>
                    <a:pt x="1122" y="1809"/>
                    <a:pt x="898" y="2743"/>
                    <a:pt x="898" y="3748"/>
                  </a:cubicBezTo>
                  <a:cubicBezTo>
                    <a:pt x="898" y="5636"/>
                    <a:pt x="1687" y="7309"/>
                    <a:pt x="2865" y="8278"/>
                  </a:cubicBezTo>
                  <a:cubicBezTo>
                    <a:pt x="2153" y="8261"/>
                    <a:pt x="1455" y="8007"/>
                    <a:pt x="864" y="7606"/>
                  </a:cubicBezTo>
                  <a:cubicBezTo>
                    <a:pt x="864" y="7623"/>
                    <a:pt x="864" y="7645"/>
                    <a:pt x="864" y="7666"/>
                  </a:cubicBezTo>
                  <a:cubicBezTo>
                    <a:pt x="864" y="10315"/>
                    <a:pt x="2399" y="12515"/>
                    <a:pt x="4412" y="13022"/>
                  </a:cubicBezTo>
                  <a:cubicBezTo>
                    <a:pt x="4051" y="13143"/>
                    <a:pt x="3658" y="13201"/>
                    <a:pt x="3251" y="13201"/>
                  </a:cubicBezTo>
                  <a:cubicBezTo>
                    <a:pt x="2967" y="13201"/>
                    <a:pt x="2681" y="13181"/>
                    <a:pt x="2412" y="13108"/>
                  </a:cubicBezTo>
                  <a:cubicBezTo>
                    <a:pt x="2986" y="15266"/>
                    <a:pt x="4614" y="16853"/>
                    <a:pt x="6550" y="16905"/>
                  </a:cubicBezTo>
                  <a:cubicBezTo>
                    <a:pt x="5044" y="18355"/>
                    <a:pt x="3131" y="19229"/>
                    <a:pt x="1060" y="19229"/>
                  </a:cubicBezTo>
                  <a:cubicBezTo>
                    <a:pt x="697" y="19229"/>
                    <a:pt x="348" y="19209"/>
                    <a:pt x="0" y="19154"/>
                  </a:cubicBezTo>
                  <a:cubicBezTo>
                    <a:pt x="1962" y="20711"/>
                    <a:pt x="4286" y="21600"/>
                    <a:pt x="6793" y="21600"/>
                  </a:cubicBezTo>
                  <a:cubicBezTo>
                    <a:pt x="14942" y="21600"/>
                    <a:pt x="19397" y="13292"/>
                    <a:pt x="19397" y="6091"/>
                  </a:cubicBezTo>
                  <a:cubicBezTo>
                    <a:pt x="19397" y="5850"/>
                    <a:pt x="19390" y="5618"/>
                    <a:pt x="19380" y="5387"/>
                  </a:cubicBezTo>
                  <a:cubicBezTo>
                    <a:pt x="20259" y="4619"/>
                    <a:pt x="20998" y="3660"/>
                    <a:pt x="21600" y="2557"/>
                  </a:cubicBezTo>
                  <a:cubicBezTo>
                    <a:pt x="21600" y="2557"/>
                    <a:pt x="21600" y="2557"/>
                    <a:pt x="21600" y="2557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F389CA4-9215-4DA8-BFFA-FA4329B49979}"/>
                </a:ext>
              </a:extLst>
            </p:cNvPr>
            <p:cNvSpPr/>
            <p:nvPr/>
          </p:nvSpPr>
          <p:spPr>
            <a:xfrm>
              <a:off x="2102815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Shape">
              <a:hlinkClick r:id="rId4"/>
              <a:extLst>
                <a:ext uri="{FF2B5EF4-FFF2-40B4-BE49-F238E27FC236}">
                  <a16:creationId xmlns:a16="http://schemas.microsoft.com/office/drawing/2014/main" id="{F0CB12D6-F0DA-4BB6-B2C7-4BE43A29C51F}"/>
                </a:ext>
              </a:extLst>
            </p:cNvPr>
            <p:cNvSpPr/>
            <p:nvPr/>
          </p:nvSpPr>
          <p:spPr>
            <a:xfrm>
              <a:off x="2189003" y="5751342"/>
              <a:ext cx="202748" cy="2027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427" y="11280"/>
                  </a:moveTo>
                  <a:cubicBezTo>
                    <a:pt x="17712" y="10975"/>
                    <a:pt x="15821" y="11022"/>
                    <a:pt x="13768" y="11419"/>
                  </a:cubicBezTo>
                  <a:cubicBezTo>
                    <a:pt x="13571" y="10725"/>
                    <a:pt x="13362" y="10071"/>
                    <a:pt x="13146" y="9456"/>
                  </a:cubicBezTo>
                  <a:cubicBezTo>
                    <a:pt x="15173" y="8681"/>
                    <a:pt x="16814" y="7539"/>
                    <a:pt x="18018" y="6057"/>
                  </a:cubicBezTo>
                  <a:cubicBezTo>
                    <a:pt x="18916" y="7419"/>
                    <a:pt x="19440" y="9050"/>
                    <a:pt x="19440" y="10800"/>
                  </a:cubicBezTo>
                  <a:cubicBezTo>
                    <a:pt x="19440" y="10961"/>
                    <a:pt x="19435" y="11121"/>
                    <a:pt x="19427" y="11280"/>
                  </a:cubicBezTo>
                  <a:cubicBezTo>
                    <a:pt x="19427" y="11280"/>
                    <a:pt x="19427" y="11280"/>
                    <a:pt x="19427" y="11280"/>
                  </a:cubicBezTo>
                  <a:close/>
                  <a:moveTo>
                    <a:pt x="15025" y="18334"/>
                  </a:moveTo>
                  <a:cubicBezTo>
                    <a:pt x="14873" y="16593"/>
                    <a:pt x="14617" y="14987"/>
                    <a:pt x="14296" y="13522"/>
                  </a:cubicBezTo>
                  <a:cubicBezTo>
                    <a:pt x="15886" y="13225"/>
                    <a:pt x="17507" y="13137"/>
                    <a:pt x="19038" y="13406"/>
                  </a:cubicBezTo>
                  <a:cubicBezTo>
                    <a:pt x="18371" y="15511"/>
                    <a:pt x="16918" y="17268"/>
                    <a:pt x="15025" y="18334"/>
                  </a:cubicBezTo>
                  <a:cubicBezTo>
                    <a:pt x="15025" y="18334"/>
                    <a:pt x="15025" y="18334"/>
                    <a:pt x="15025" y="18334"/>
                  </a:cubicBezTo>
                  <a:close/>
                  <a:moveTo>
                    <a:pt x="10800" y="19440"/>
                  </a:moveTo>
                  <a:cubicBezTo>
                    <a:pt x="8577" y="19440"/>
                    <a:pt x="6548" y="18596"/>
                    <a:pt x="5015" y="17212"/>
                  </a:cubicBezTo>
                  <a:cubicBezTo>
                    <a:pt x="6456" y="16365"/>
                    <a:pt x="9162" y="14922"/>
                    <a:pt x="12199" y="14029"/>
                  </a:cubicBezTo>
                  <a:cubicBezTo>
                    <a:pt x="12538" y="15587"/>
                    <a:pt x="12795" y="17303"/>
                    <a:pt x="12924" y="19176"/>
                  </a:cubicBezTo>
                  <a:cubicBezTo>
                    <a:pt x="12244" y="19348"/>
                    <a:pt x="11533" y="19440"/>
                    <a:pt x="10800" y="19440"/>
                  </a:cubicBezTo>
                  <a:cubicBezTo>
                    <a:pt x="10800" y="19440"/>
                    <a:pt x="10800" y="19440"/>
                    <a:pt x="10800" y="19440"/>
                  </a:cubicBezTo>
                  <a:close/>
                  <a:moveTo>
                    <a:pt x="2160" y="10800"/>
                  </a:moveTo>
                  <a:cubicBezTo>
                    <a:pt x="2160" y="10677"/>
                    <a:pt x="2163" y="10555"/>
                    <a:pt x="2168" y="10434"/>
                  </a:cubicBezTo>
                  <a:cubicBezTo>
                    <a:pt x="3029" y="10541"/>
                    <a:pt x="4305" y="10658"/>
                    <a:pt x="5793" y="10658"/>
                  </a:cubicBezTo>
                  <a:cubicBezTo>
                    <a:pt x="6514" y="10658"/>
                    <a:pt x="7284" y="10631"/>
                    <a:pt x="8081" y="10562"/>
                  </a:cubicBezTo>
                  <a:cubicBezTo>
                    <a:pt x="9142" y="10470"/>
                    <a:pt x="10142" y="10310"/>
                    <a:pt x="11081" y="10088"/>
                  </a:cubicBezTo>
                  <a:cubicBezTo>
                    <a:pt x="11287" y="10669"/>
                    <a:pt x="11485" y="11281"/>
                    <a:pt x="11671" y="11928"/>
                  </a:cubicBezTo>
                  <a:cubicBezTo>
                    <a:pt x="10698" y="12211"/>
                    <a:pt x="9693" y="12565"/>
                    <a:pt x="8656" y="12990"/>
                  </a:cubicBezTo>
                  <a:cubicBezTo>
                    <a:pt x="6423" y="13906"/>
                    <a:pt x="4601" y="14931"/>
                    <a:pt x="3585" y="15547"/>
                  </a:cubicBezTo>
                  <a:cubicBezTo>
                    <a:pt x="2685" y="14184"/>
                    <a:pt x="2160" y="12552"/>
                    <a:pt x="2160" y="10800"/>
                  </a:cubicBezTo>
                  <a:cubicBezTo>
                    <a:pt x="2160" y="10800"/>
                    <a:pt x="2160" y="10800"/>
                    <a:pt x="2160" y="10800"/>
                  </a:cubicBezTo>
                  <a:close/>
                  <a:moveTo>
                    <a:pt x="7253" y="2922"/>
                  </a:moveTo>
                  <a:cubicBezTo>
                    <a:pt x="7897" y="3727"/>
                    <a:pt x="9119" y="5437"/>
                    <a:pt x="10273" y="8054"/>
                  </a:cubicBezTo>
                  <a:cubicBezTo>
                    <a:pt x="7243" y="8704"/>
                    <a:pt x="4136" y="8489"/>
                    <a:pt x="2530" y="8298"/>
                  </a:cubicBezTo>
                  <a:cubicBezTo>
                    <a:pt x="3257" y="5901"/>
                    <a:pt x="4998" y="3941"/>
                    <a:pt x="7253" y="2922"/>
                  </a:cubicBezTo>
                  <a:cubicBezTo>
                    <a:pt x="7253" y="2922"/>
                    <a:pt x="7253" y="2922"/>
                    <a:pt x="7253" y="2922"/>
                  </a:cubicBezTo>
                  <a:close/>
                  <a:moveTo>
                    <a:pt x="10800" y="2160"/>
                  </a:moveTo>
                  <a:cubicBezTo>
                    <a:pt x="13021" y="2160"/>
                    <a:pt x="15049" y="3003"/>
                    <a:pt x="16581" y="4385"/>
                  </a:cubicBezTo>
                  <a:cubicBezTo>
                    <a:pt x="15509" y="5855"/>
                    <a:pt x="14008" y="6822"/>
                    <a:pt x="12365" y="7445"/>
                  </a:cubicBezTo>
                  <a:cubicBezTo>
                    <a:pt x="12091" y="6806"/>
                    <a:pt x="11817" y="6226"/>
                    <a:pt x="11555" y="5709"/>
                  </a:cubicBezTo>
                  <a:cubicBezTo>
                    <a:pt x="10795" y="4211"/>
                    <a:pt x="10048" y="3064"/>
                    <a:pt x="9466" y="2263"/>
                  </a:cubicBezTo>
                  <a:cubicBezTo>
                    <a:pt x="9901" y="2195"/>
                    <a:pt x="10346" y="2160"/>
                    <a:pt x="10800" y="2160"/>
                  </a:cubicBezTo>
                  <a:cubicBezTo>
                    <a:pt x="10800" y="2160"/>
                    <a:pt x="10800" y="2160"/>
                    <a:pt x="10800" y="2160"/>
                  </a:cubicBezTo>
                  <a:close/>
                  <a:moveTo>
                    <a:pt x="18834" y="3590"/>
                  </a:moveTo>
                  <a:lnTo>
                    <a:pt x="18682" y="3425"/>
                  </a:lnTo>
                  <a:cubicBezTo>
                    <a:pt x="16710" y="1318"/>
                    <a:pt x="13906" y="0"/>
                    <a:pt x="10800" y="0"/>
                  </a:cubicBezTo>
                  <a:cubicBezTo>
                    <a:pt x="9564" y="0"/>
                    <a:pt x="8376" y="209"/>
                    <a:pt x="7269" y="593"/>
                  </a:cubicBezTo>
                  <a:lnTo>
                    <a:pt x="7157" y="633"/>
                  </a:lnTo>
                  <a:cubicBezTo>
                    <a:pt x="3542" y="1932"/>
                    <a:pt x="814" y="5108"/>
                    <a:pt x="154" y="8980"/>
                  </a:cubicBezTo>
                  <a:cubicBezTo>
                    <a:pt x="153" y="8984"/>
                    <a:pt x="152" y="8988"/>
                    <a:pt x="152" y="8991"/>
                  </a:cubicBezTo>
                  <a:cubicBezTo>
                    <a:pt x="149" y="9004"/>
                    <a:pt x="148" y="9016"/>
                    <a:pt x="146" y="9028"/>
                  </a:cubicBezTo>
                  <a:cubicBezTo>
                    <a:pt x="51" y="9605"/>
                    <a:pt x="0" y="10197"/>
                    <a:pt x="0" y="10800"/>
                  </a:cubicBezTo>
                  <a:cubicBezTo>
                    <a:pt x="0" y="13375"/>
                    <a:pt x="906" y="15741"/>
                    <a:pt x="2416" y="17599"/>
                  </a:cubicBezTo>
                  <a:cubicBezTo>
                    <a:pt x="2417" y="17600"/>
                    <a:pt x="2541" y="17751"/>
                    <a:pt x="2541" y="17751"/>
                  </a:cubicBezTo>
                  <a:cubicBezTo>
                    <a:pt x="4524" y="20103"/>
                    <a:pt x="7490" y="21600"/>
                    <a:pt x="10800" y="21600"/>
                  </a:cubicBezTo>
                  <a:cubicBezTo>
                    <a:pt x="12051" y="21600"/>
                    <a:pt x="13252" y="21385"/>
                    <a:pt x="14370" y="20993"/>
                  </a:cubicBezTo>
                  <a:cubicBezTo>
                    <a:pt x="14400" y="20983"/>
                    <a:pt x="14429" y="20974"/>
                    <a:pt x="14457" y="20962"/>
                  </a:cubicBezTo>
                  <a:cubicBezTo>
                    <a:pt x="18004" y="19681"/>
                    <a:pt x="20694" y="16594"/>
                    <a:pt x="21411" y="12816"/>
                  </a:cubicBezTo>
                  <a:cubicBezTo>
                    <a:pt x="21412" y="12806"/>
                    <a:pt x="21414" y="12797"/>
                    <a:pt x="21416" y="12788"/>
                  </a:cubicBezTo>
                  <a:cubicBezTo>
                    <a:pt x="21536" y="12143"/>
                    <a:pt x="21600" y="11479"/>
                    <a:pt x="21600" y="10800"/>
                  </a:cubicBezTo>
                  <a:cubicBezTo>
                    <a:pt x="21600" y="8032"/>
                    <a:pt x="20553" y="5503"/>
                    <a:pt x="18834" y="3590"/>
                  </a:cubicBezTo>
                  <a:cubicBezTo>
                    <a:pt x="18834" y="3590"/>
                    <a:pt x="18834" y="3590"/>
                    <a:pt x="18834" y="359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</p:grpSp>
      <p:pic>
        <p:nvPicPr>
          <p:cNvPr id="16" name="Picture 2" descr="E:\cloud\drive\websites\slidemodel\logo\sebastian\slidemodel-logo-trans.png">
            <a:extLst>
              <a:ext uri="{FF2B5EF4-FFF2-40B4-BE49-F238E27FC236}">
                <a16:creationId xmlns:a16="http://schemas.microsoft.com/office/drawing/2014/main" id="{59E8070B-51C3-4A5F-B241-A7744B4F6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8418" y="6398156"/>
            <a:ext cx="1432658" cy="271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E739AA3-A794-9F54-6A5A-CA2C7ED598BB}"/>
              </a:ext>
            </a:extLst>
          </p:cNvPr>
          <p:cNvSpPr/>
          <p:nvPr/>
        </p:nvSpPr>
        <p:spPr>
          <a:xfrm>
            <a:off x="1300694" y="2272374"/>
            <a:ext cx="5297771" cy="986340"/>
          </a:xfrm>
          <a:prstGeom prst="rect">
            <a:avLst/>
          </a:prstGeom>
          <a:ln>
            <a:solidFill>
              <a:schemeClr val="accent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www.anubhavtrainings.com</a:t>
            </a:r>
          </a:p>
        </p:txBody>
      </p:sp>
    </p:spTree>
    <p:extLst>
      <p:ext uri="{BB962C8B-B14F-4D97-AF65-F5344CB8AC3E}">
        <p14:creationId xmlns:p14="http://schemas.microsoft.com/office/powerpoint/2010/main" val="1842044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>
            <a:extLst>
              <a:ext uri="{FF2B5EF4-FFF2-40B4-BE49-F238E27FC236}">
                <a16:creationId xmlns:a16="http://schemas.microsoft.com/office/drawing/2014/main" id="{EAF14BF4-9A45-8B4E-AA65-A815CC72E5A3}"/>
              </a:ext>
            </a:extLst>
          </p:cNvPr>
          <p:cNvSpPr/>
          <p:nvPr/>
        </p:nvSpPr>
        <p:spPr>
          <a:xfrm flipH="1">
            <a:off x="3029488" y="2339447"/>
            <a:ext cx="9159332" cy="4517660"/>
          </a:xfrm>
          <a:prstGeom prst="rtTriangle">
            <a:avLst/>
          </a:prstGeom>
          <a:solidFill>
            <a:srgbClr val="18A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901FB9E-D5D8-0E42-9064-309ADD0ECF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892"/>
            <a:ext cx="12188825" cy="4876667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0F6EAF-BDD9-FA40-9881-470C78C023C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86" y="892"/>
            <a:ext cx="12185652" cy="487666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D8E97E7-E23C-4E4A-A0AF-1C43E32D5148}"/>
              </a:ext>
            </a:extLst>
          </p:cNvPr>
          <p:cNvSpPr/>
          <p:nvPr/>
        </p:nvSpPr>
        <p:spPr>
          <a:xfrm>
            <a:off x="3175" y="-9395"/>
            <a:ext cx="12184064" cy="4886954"/>
          </a:xfrm>
          <a:prstGeom prst="rect">
            <a:avLst/>
          </a:prstGeom>
          <a:gradFill>
            <a:gsLst>
              <a:gs pos="89000">
                <a:schemeClr val="accent4">
                  <a:lumMod val="75000"/>
                  <a:alpha val="96000"/>
                </a:schemeClr>
              </a:gs>
              <a:gs pos="29000">
                <a:schemeClr val="tx2">
                  <a:alpha val="84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en-US" sz="1799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FFC3F4-1A5C-6446-9CE3-98CE002CFF5F}"/>
              </a:ext>
            </a:extLst>
          </p:cNvPr>
          <p:cNvSpPr/>
          <p:nvPr/>
        </p:nvSpPr>
        <p:spPr>
          <a:xfrm>
            <a:off x="350568" y="5992010"/>
            <a:ext cx="3553364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3943">
              <a:defRPr/>
            </a:pPr>
            <a:r>
              <a:rPr lang="en-US" sz="1799" b="1" dirty="0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us today!</a:t>
            </a:r>
          </a:p>
          <a:p>
            <a:pPr defTabSz="913943">
              <a:defRPr/>
            </a:pPr>
            <a:r>
              <a:rPr lang="en-US" sz="1799" dirty="0">
                <a:solidFill>
                  <a:srgbClr val="44546A"/>
                </a:solidFill>
                <a:latin typeface="Arial" panose="020B0604020202020204"/>
              </a:rPr>
              <a:t>https://anubhavtrainings.com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91E6F4-0EB3-3446-B962-79A0A253F3F7}"/>
              </a:ext>
            </a:extLst>
          </p:cNvPr>
          <p:cNvSpPr/>
          <p:nvPr/>
        </p:nvSpPr>
        <p:spPr>
          <a:xfrm>
            <a:off x="8178219" y="2926031"/>
            <a:ext cx="3229442" cy="2769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IN" sz="1200" spc="50" dirty="0">
                <a:solidFill>
                  <a:srgbClr val="FFFFFF">
                    <a:lumMod val="9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build the workforce of the future.</a:t>
            </a:r>
            <a:endParaRPr lang="en-US" sz="1200" spc="50" dirty="0">
              <a:solidFill>
                <a:srgbClr val="FFFFFF">
                  <a:lumMod val="9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9EED0AA-D6A0-854A-9888-8400B6D1FE48}"/>
              </a:ext>
            </a:extLst>
          </p:cNvPr>
          <p:cNvSpPr/>
          <p:nvPr/>
        </p:nvSpPr>
        <p:spPr>
          <a:xfrm>
            <a:off x="1221676" y="3113856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250+ 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Corporate Clients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FBD6F02-53D0-BF4D-BF2A-4BD3E0AC1D30}"/>
              </a:ext>
            </a:extLst>
          </p:cNvPr>
          <p:cNvSpPr/>
          <p:nvPr/>
        </p:nvSpPr>
        <p:spPr>
          <a:xfrm>
            <a:off x="2825143" y="3113856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50,000+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Learners Trained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3EFFD71-D9A6-F843-8D97-4553654A0BAE}"/>
              </a:ext>
            </a:extLst>
          </p:cNvPr>
          <p:cNvSpPr/>
          <p:nvPr/>
        </p:nvSpPr>
        <p:spPr>
          <a:xfrm>
            <a:off x="4495429" y="3111497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25000+ 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Learners Placed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BB1580-5754-8F41-9AD0-21D8AE6FD29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83127" y="2279841"/>
            <a:ext cx="640059" cy="6400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5C330F-D3B3-C54E-A760-411AF08F90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05530" y="2272765"/>
            <a:ext cx="671928" cy="671928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32520" y="692233"/>
            <a:ext cx="6570959" cy="11384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We’re committed to empower you to be</a:t>
            </a:r>
          </a:p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7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en-US" sz="2799" b="1" dirty="0" err="1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FutureReady</a:t>
            </a:r>
            <a:r>
              <a:rPr lang="en-US" sz="27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through powerful training solutions.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9B88429-5E3E-E649-B2EC-6D73DF20380B}"/>
              </a:ext>
            </a:extLst>
          </p:cNvPr>
          <p:cNvSpPr/>
          <p:nvPr/>
        </p:nvSpPr>
        <p:spPr>
          <a:xfrm>
            <a:off x="350569" y="4998498"/>
            <a:ext cx="3900557" cy="892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>
              <a:defRPr/>
            </a:pPr>
            <a:r>
              <a:rPr lang="en-US" sz="1999" b="1" spc="100" dirty="0">
                <a:solidFill>
                  <a:srgbClr val="F97700"/>
                </a:solidFill>
                <a:latin typeface="Arial" panose="020B0604020202020204"/>
              </a:rPr>
              <a:t>FREE WEBINARS </a:t>
            </a:r>
          </a:p>
          <a:p>
            <a:pPr defTabSz="914126">
              <a:defRPr/>
            </a:pPr>
            <a:r>
              <a:rPr lang="en-US" sz="1600" i="1" dirty="0">
                <a:solidFill>
                  <a:srgbClr val="F97700"/>
                </a:solidFill>
                <a:latin typeface="Arial" panose="020B0604020202020204"/>
              </a:rPr>
              <a:t>Sign up for free webinars with industry experts every fortnight!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2992D5F-5E6B-654B-9458-11A35BA426B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1451" y="2194693"/>
            <a:ext cx="851865" cy="851865"/>
          </a:xfrm>
          <a:prstGeom prst="rect">
            <a:avLst/>
          </a:prstGeom>
        </p:spPr>
      </p:pic>
      <p:grpSp>
        <p:nvGrpSpPr>
          <p:cNvPr id="8" name="Group 13">
            <a:extLst>
              <a:ext uri="{FF2B5EF4-FFF2-40B4-BE49-F238E27FC236}">
                <a16:creationId xmlns:a16="http://schemas.microsoft.com/office/drawing/2014/main" id="{C4CE162D-F9BF-9140-A233-D39001B36CFD}"/>
              </a:ext>
            </a:extLst>
          </p:cNvPr>
          <p:cNvGrpSpPr/>
          <p:nvPr/>
        </p:nvGrpSpPr>
        <p:grpSpPr>
          <a:xfrm>
            <a:off x="6517598" y="3369121"/>
            <a:ext cx="5611184" cy="3380860"/>
            <a:chOff x="4482563" y="4980191"/>
            <a:chExt cx="3128574" cy="1841396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2C3C8DA-341B-5A4B-82D2-EE674B9C2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82563" y="4980191"/>
              <a:ext cx="3128574" cy="184139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F68CD41-8EF3-B443-924E-319DE8B168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906220" y="5127342"/>
              <a:ext cx="2275190" cy="1498325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4C82462-A6A9-9F40-B874-C2786492A285}"/>
              </a:ext>
            </a:extLst>
          </p:cNvPr>
          <p:cNvSpPr/>
          <p:nvPr/>
        </p:nvSpPr>
        <p:spPr>
          <a:xfrm>
            <a:off x="4492569" y="5574754"/>
            <a:ext cx="2196235" cy="5473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D41E04-1B35-BD4F-8B37-C6CC88C6B995}"/>
              </a:ext>
            </a:extLst>
          </p:cNvPr>
          <p:cNvSpPr/>
          <p:nvPr/>
        </p:nvSpPr>
        <p:spPr>
          <a:xfrm>
            <a:off x="4399734" y="5490332"/>
            <a:ext cx="2196235" cy="5473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A9D7C5-0368-6645-B73F-D51BF9C01567}"/>
              </a:ext>
            </a:extLst>
          </p:cNvPr>
          <p:cNvSpPr/>
          <p:nvPr/>
        </p:nvSpPr>
        <p:spPr>
          <a:xfrm>
            <a:off x="4802969" y="5590298"/>
            <a:ext cx="1466686" cy="3692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126">
              <a:defRPr/>
            </a:pPr>
            <a:r>
              <a:rPr lang="en-US" sz="1799" b="1" dirty="0">
                <a:solidFill>
                  <a:srgbClr val="44546A"/>
                </a:solidFill>
                <a:latin typeface="Arial" panose="020B0604020202020204"/>
              </a:rPr>
              <a:t>Enroll Now!</a:t>
            </a:r>
            <a:endParaRPr lang="en-US" sz="1799" b="1" dirty="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42A5B84E-0F13-E020-C1B3-A338EB416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2236" y="444130"/>
            <a:ext cx="2323495" cy="2294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6572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4CCC398-65A7-46D8-A239-10DEF44C09D8}"/>
              </a:ext>
            </a:extLst>
          </p:cNvPr>
          <p:cNvSpPr/>
          <p:nvPr/>
        </p:nvSpPr>
        <p:spPr>
          <a:xfrm>
            <a:off x="581024" y="1338826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5" name="Rectangle: Rounded Corners 1124">
            <a:extLst>
              <a:ext uri="{FF2B5EF4-FFF2-40B4-BE49-F238E27FC236}">
                <a16:creationId xmlns:a16="http://schemas.microsoft.com/office/drawing/2014/main" id="{DD83FDAB-84C0-4E56-A834-5F4759E4D1B1}"/>
              </a:ext>
            </a:extLst>
          </p:cNvPr>
          <p:cNvSpPr/>
          <p:nvPr/>
        </p:nvSpPr>
        <p:spPr>
          <a:xfrm>
            <a:off x="581024" y="3094548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6" name="Rectangle: Rounded Corners 1125">
            <a:extLst>
              <a:ext uri="{FF2B5EF4-FFF2-40B4-BE49-F238E27FC236}">
                <a16:creationId xmlns:a16="http://schemas.microsoft.com/office/drawing/2014/main" id="{FED1BB6A-A9A9-4E0A-A8CD-EEFB5750C983}"/>
              </a:ext>
            </a:extLst>
          </p:cNvPr>
          <p:cNvSpPr/>
          <p:nvPr/>
        </p:nvSpPr>
        <p:spPr>
          <a:xfrm>
            <a:off x="581024" y="4850271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33" name="Rectangle: Rounded Corners 1132">
            <a:extLst>
              <a:ext uri="{FF2B5EF4-FFF2-40B4-BE49-F238E27FC236}">
                <a16:creationId xmlns:a16="http://schemas.microsoft.com/office/drawing/2014/main" id="{47299741-729A-4FA6-A73E-373218C0B948}"/>
              </a:ext>
            </a:extLst>
          </p:cNvPr>
          <p:cNvSpPr/>
          <p:nvPr/>
        </p:nvSpPr>
        <p:spPr>
          <a:xfrm>
            <a:off x="6326749" y="1338826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34" name="Rectangle: Rounded Corners 1133">
            <a:extLst>
              <a:ext uri="{FF2B5EF4-FFF2-40B4-BE49-F238E27FC236}">
                <a16:creationId xmlns:a16="http://schemas.microsoft.com/office/drawing/2014/main" id="{E8655933-ABB5-4D15-AE7F-B0D014A5A5FB}"/>
              </a:ext>
            </a:extLst>
          </p:cNvPr>
          <p:cNvSpPr/>
          <p:nvPr/>
        </p:nvSpPr>
        <p:spPr>
          <a:xfrm>
            <a:off x="6326749" y="3094548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35" name="Rectangle: Rounded Corners 1134">
            <a:extLst>
              <a:ext uri="{FF2B5EF4-FFF2-40B4-BE49-F238E27FC236}">
                <a16:creationId xmlns:a16="http://schemas.microsoft.com/office/drawing/2014/main" id="{7ADD6B3E-784D-4B47-A705-C73AEB0275B4}"/>
              </a:ext>
            </a:extLst>
          </p:cNvPr>
          <p:cNvSpPr/>
          <p:nvPr/>
        </p:nvSpPr>
        <p:spPr>
          <a:xfrm>
            <a:off x="6326749" y="4850271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1E75565-DE97-493A-B6B7-3FEC1D7EC345}"/>
              </a:ext>
            </a:extLst>
          </p:cNvPr>
          <p:cNvGrpSpPr/>
          <p:nvPr/>
        </p:nvGrpSpPr>
        <p:grpSpPr>
          <a:xfrm>
            <a:off x="1245710" y="1591839"/>
            <a:ext cx="3951680" cy="922336"/>
            <a:chOff x="1395616" y="871285"/>
            <a:chExt cx="3825734" cy="1064137"/>
          </a:xfrm>
        </p:grpSpPr>
        <p:sp>
          <p:nvSpPr>
            <p:cNvPr id="1136" name="TextBox 1135">
              <a:extLst>
                <a:ext uri="{FF2B5EF4-FFF2-40B4-BE49-F238E27FC236}">
                  <a16:creationId xmlns:a16="http://schemas.microsoft.com/office/drawing/2014/main" id="{19597974-6BD9-4F46-93D5-8E798AE68BD9}"/>
                </a:ext>
              </a:extLst>
            </p:cNvPr>
            <p:cNvSpPr txBox="1"/>
            <p:nvPr/>
          </p:nvSpPr>
          <p:spPr>
            <a:xfrm>
              <a:off x="2984420" y="1243564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Application Security</a:t>
              </a:r>
            </a:p>
          </p:txBody>
        </p:sp>
        <p:sp>
          <p:nvSpPr>
            <p:cNvPr id="1137" name="TextBox 1136">
              <a:extLst>
                <a:ext uri="{FF2B5EF4-FFF2-40B4-BE49-F238E27FC236}">
                  <a16:creationId xmlns:a16="http://schemas.microsoft.com/office/drawing/2014/main" id="{F9DA7F84-AF3C-4C6B-8FBC-ADC07F02F13B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01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38" name="Group 1137">
            <a:extLst>
              <a:ext uri="{FF2B5EF4-FFF2-40B4-BE49-F238E27FC236}">
                <a16:creationId xmlns:a16="http://schemas.microsoft.com/office/drawing/2014/main" id="{1689CC76-F5C8-4D9A-940D-D0E9511DAD27}"/>
              </a:ext>
            </a:extLst>
          </p:cNvPr>
          <p:cNvGrpSpPr/>
          <p:nvPr/>
        </p:nvGrpSpPr>
        <p:grpSpPr>
          <a:xfrm>
            <a:off x="1245710" y="3347558"/>
            <a:ext cx="3951680" cy="922336"/>
            <a:chOff x="1395616" y="871285"/>
            <a:chExt cx="3825734" cy="1064137"/>
          </a:xfrm>
        </p:grpSpPr>
        <p:sp>
          <p:nvSpPr>
            <p:cNvPr id="1139" name="TextBox 1138">
              <a:extLst>
                <a:ext uri="{FF2B5EF4-FFF2-40B4-BE49-F238E27FC236}">
                  <a16:creationId xmlns:a16="http://schemas.microsoft.com/office/drawing/2014/main" id="{0EC594F9-42AA-48F0-91E3-A523A590A6A2}"/>
                </a:ext>
              </a:extLst>
            </p:cNvPr>
            <p:cNvSpPr txBox="1"/>
            <p:nvPr/>
          </p:nvSpPr>
          <p:spPr>
            <a:xfrm>
              <a:off x="2984420" y="1083772"/>
              <a:ext cx="2236930" cy="6391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MTA applications with module</a:t>
              </a:r>
            </a:p>
          </p:txBody>
        </p:sp>
        <p:sp>
          <p:nvSpPr>
            <p:cNvPr id="1140" name="TextBox 1139">
              <a:extLst>
                <a:ext uri="{FF2B5EF4-FFF2-40B4-BE49-F238E27FC236}">
                  <a16:creationId xmlns:a16="http://schemas.microsoft.com/office/drawing/2014/main" id="{958156DC-3EA6-4EBE-BADE-2321E29D81DE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02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41" name="Group 1140">
            <a:extLst>
              <a:ext uri="{FF2B5EF4-FFF2-40B4-BE49-F238E27FC236}">
                <a16:creationId xmlns:a16="http://schemas.microsoft.com/office/drawing/2014/main" id="{010C7D28-B781-409B-AFDB-2EB8DCBAB471}"/>
              </a:ext>
            </a:extLst>
          </p:cNvPr>
          <p:cNvGrpSpPr/>
          <p:nvPr/>
        </p:nvGrpSpPr>
        <p:grpSpPr>
          <a:xfrm>
            <a:off x="6991434" y="1591839"/>
            <a:ext cx="4359562" cy="922336"/>
            <a:chOff x="1395616" y="871285"/>
            <a:chExt cx="3825734" cy="1064137"/>
          </a:xfrm>
        </p:grpSpPr>
        <p:sp>
          <p:nvSpPr>
            <p:cNvPr id="1142" name="TextBox 1141">
              <a:extLst>
                <a:ext uri="{FF2B5EF4-FFF2-40B4-BE49-F238E27FC236}">
                  <a16:creationId xmlns:a16="http://schemas.microsoft.com/office/drawing/2014/main" id="{3F09AA1F-FEA7-4D17-88ED-2CD603C4E9A6}"/>
                </a:ext>
              </a:extLst>
            </p:cNvPr>
            <p:cNvSpPr txBox="1"/>
            <p:nvPr/>
          </p:nvSpPr>
          <p:spPr>
            <a:xfrm>
              <a:off x="2984420" y="1243564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Identity Provider</a:t>
              </a:r>
            </a:p>
          </p:txBody>
        </p:sp>
        <p:sp>
          <p:nvSpPr>
            <p:cNvPr id="1143" name="TextBox 1142">
              <a:extLst>
                <a:ext uri="{FF2B5EF4-FFF2-40B4-BE49-F238E27FC236}">
                  <a16:creationId xmlns:a16="http://schemas.microsoft.com/office/drawing/2014/main" id="{C88A509D-C2AF-4500-8C21-D7071BE4DE69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04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44" name="Group 1143">
            <a:extLst>
              <a:ext uri="{FF2B5EF4-FFF2-40B4-BE49-F238E27FC236}">
                <a16:creationId xmlns:a16="http://schemas.microsoft.com/office/drawing/2014/main" id="{8A3A5AE5-D342-4BA3-9A55-5165158B260D}"/>
              </a:ext>
            </a:extLst>
          </p:cNvPr>
          <p:cNvGrpSpPr/>
          <p:nvPr/>
        </p:nvGrpSpPr>
        <p:grpSpPr>
          <a:xfrm>
            <a:off x="6991434" y="3347558"/>
            <a:ext cx="4431570" cy="922336"/>
            <a:chOff x="1395616" y="871285"/>
            <a:chExt cx="3825734" cy="1064137"/>
          </a:xfrm>
        </p:grpSpPr>
        <p:sp>
          <p:nvSpPr>
            <p:cNvPr id="1145" name="TextBox 1144">
              <a:extLst>
                <a:ext uri="{FF2B5EF4-FFF2-40B4-BE49-F238E27FC236}">
                  <a16:creationId xmlns:a16="http://schemas.microsoft.com/office/drawing/2014/main" id="{D50FB645-94BC-4B73-BC01-70A868E236E0}"/>
                </a:ext>
              </a:extLst>
            </p:cNvPr>
            <p:cNvSpPr txBox="1"/>
            <p:nvPr/>
          </p:nvSpPr>
          <p:spPr>
            <a:xfrm>
              <a:off x="2984420" y="1083770"/>
              <a:ext cx="2236930" cy="6391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rgbClr val="FFFFFF"/>
                  </a:solidFill>
                  <a:effectLst/>
                  <a:latin typeface="Segoe UI" panose="020B0502040204020203" pitchFamily="34" charset="0"/>
                  <a:ea typeface="Calibri Light" panose="020F0302020204030204" pitchFamily="34" charset="0"/>
                  <a:cs typeface="Segoe UI" panose="020B0502040204020203" pitchFamily="34" charset="0"/>
                </a:rPr>
                <a:t>Roles and Authorization management</a:t>
              </a:r>
              <a:endParaRPr lang="en-US" sz="1800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146" name="TextBox 1145">
              <a:extLst>
                <a:ext uri="{FF2B5EF4-FFF2-40B4-BE49-F238E27FC236}">
                  <a16:creationId xmlns:a16="http://schemas.microsoft.com/office/drawing/2014/main" id="{D6E845BF-0649-4FED-BF91-2541D1DCB0D6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05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47" name="Group 1146">
            <a:extLst>
              <a:ext uri="{FF2B5EF4-FFF2-40B4-BE49-F238E27FC236}">
                <a16:creationId xmlns:a16="http://schemas.microsoft.com/office/drawing/2014/main" id="{17C38255-E89D-4911-9EAA-F048C7DFE484}"/>
              </a:ext>
            </a:extLst>
          </p:cNvPr>
          <p:cNvGrpSpPr/>
          <p:nvPr/>
        </p:nvGrpSpPr>
        <p:grpSpPr>
          <a:xfrm>
            <a:off x="1245710" y="5103281"/>
            <a:ext cx="3951680" cy="922336"/>
            <a:chOff x="1395616" y="871285"/>
            <a:chExt cx="3825734" cy="1064137"/>
          </a:xfrm>
        </p:grpSpPr>
        <p:sp>
          <p:nvSpPr>
            <p:cNvPr id="1148" name="TextBox 1147">
              <a:extLst>
                <a:ext uri="{FF2B5EF4-FFF2-40B4-BE49-F238E27FC236}">
                  <a16:creationId xmlns:a16="http://schemas.microsoft.com/office/drawing/2014/main" id="{E50F2C64-4496-4A40-ACCB-C5159AEC70D5}"/>
                </a:ext>
              </a:extLst>
            </p:cNvPr>
            <p:cNvSpPr txBox="1"/>
            <p:nvPr/>
          </p:nvSpPr>
          <p:spPr>
            <a:xfrm>
              <a:off x="2984420" y="1243563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XSUAA Service</a:t>
              </a:r>
            </a:p>
          </p:txBody>
        </p:sp>
        <p:sp>
          <p:nvSpPr>
            <p:cNvPr id="1149" name="TextBox 1148">
              <a:extLst>
                <a:ext uri="{FF2B5EF4-FFF2-40B4-BE49-F238E27FC236}">
                  <a16:creationId xmlns:a16="http://schemas.microsoft.com/office/drawing/2014/main" id="{0B9CA9D5-F695-4802-BE21-8B05D2B75909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03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50" name="Group 1149">
            <a:extLst>
              <a:ext uri="{FF2B5EF4-FFF2-40B4-BE49-F238E27FC236}">
                <a16:creationId xmlns:a16="http://schemas.microsoft.com/office/drawing/2014/main" id="{64D36160-176A-49B7-AEAE-FF1ECF022B7A}"/>
              </a:ext>
            </a:extLst>
          </p:cNvPr>
          <p:cNvGrpSpPr/>
          <p:nvPr/>
        </p:nvGrpSpPr>
        <p:grpSpPr>
          <a:xfrm>
            <a:off x="6991434" y="5103281"/>
            <a:ext cx="4431570" cy="922336"/>
            <a:chOff x="1395616" y="871285"/>
            <a:chExt cx="4290329" cy="1064137"/>
          </a:xfrm>
        </p:grpSpPr>
        <p:sp>
          <p:nvSpPr>
            <p:cNvPr id="1151" name="TextBox 1150">
              <a:extLst>
                <a:ext uri="{FF2B5EF4-FFF2-40B4-BE49-F238E27FC236}">
                  <a16:creationId xmlns:a16="http://schemas.microsoft.com/office/drawing/2014/main" id="{571E5D2F-CB43-41BD-B4D3-A2160034C400}"/>
                </a:ext>
              </a:extLst>
            </p:cNvPr>
            <p:cNvSpPr txBox="1"/>
            <p:nvPr/>
          </p:nvSpPr>
          <p:spPr>
            <a:xfrm>
              <a:off x="2984420" y="1083768"/>
              <a:ext cx="2701525" cy="6391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CAP Application Security Testing</a:t>
              </a:r>
              <a:endParaRPr lang="en-US" sz="1800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152" name="TextBox 1151">
              <a:extLst>
                <a:ext uri="{FF2B5EF4-FFF2-40B4-BE49-F238E27FC236}">
                  <a16:creationId xmlns:a16="http://schemas.microsoft.com/office/drawing/2014/main" id="{F2024D8F-80E0-4CDB-8B10-C1B5BD93DE8B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06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C261B0E4-159A-4067-AFE4-41EEF3B38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Cooper Black" panose="0208090404030B020404" pitchFamily="18" charset="0"/>
              </a:rPr>
              <a:t>Agenda – Day 5</a:t>
            </a:r>
            <a:endParaRPr lang="en-IN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6860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61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51C2B"/>
      </a:accent1>
      <a:accent2>
        <a:srgbClr val="CAC4F7"/>
      </a:accent2>
      <a:accent3>
        <a:srgbClr val="1C21E4"/>
      </a:accent3>
      <a:accent4>
        <a:srgbClr val="5FB7A2"/>
      </a:accent4>
      <a:accent5>
        <a:srgbClr val="3081AC"/>
      </a:accent5>
      <a:accent6>
        <a:srgbClr val="A5A5A5"/>
      </a:accent6>
      <a:hlink>
        <a:srgbClr val="0000FF"/>
      </a:hlink>
      <a:folHlink>
        <a:srgbClr val="800080"/>
      </a:folHlink>
    </a:clrScheme>
    <a:fontScheme name="Custom 2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7670</TotalTime>
  <Words>607</Words>
  <Application>Microsoft Office PowerPoint</Application>
  <PresentationFormat>Custom</PresentationFormat>
  <Paragraphs>101</Paragraphs>
  <Slides>22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Amasis MT Pro Black</vt:lpstr>
      <vt:lpstr>Arial</vt:lpstr>
      <vt:lpstr>Arial Black</vt:lpstr>
      <vt:lpstr>Calibri</vt:lpstr>
      <vt:lpstr>Cooper Black</vt:lpstr>
      <vt:lpstr>Roboto</vt:lpstr>
      <vt:lpstr>Segoe UI</vt:lpstr>
      <vt:lpstr>Segoe UI Light</vt:lpstr>
      <vt:lpstr>Office Theme</vt:lpstr>
      <vt:lpstr>SAP BTP Extension Suite Training</vt:lpstr>
      <vt:lpstr>PowerPoint Presentation</vt:lpstr>
      <vt:lpstr>Agenda – Day 5</vt:lpstr>
      <vt:lpstr>Debugging</vt:lpstr>
      <vt:lpstr>Exercise – generic handlers</vt:lpstr>
      <vt:lpstr>SAP Fiori elements boosts SAP Fiori development efficiency </vt:lpstr>
      <vt:lpstr>SAP Fiori elements provides enterprise-ready apps out of the box</vt:lpstr>
      <vt:lpstr>SAP Fiori elements application architecture provides flexibility</vt:lpstr>
      <vt:lpstr>SAP Fiori elements prioritizes efficiency over flexibility </vt:lpstr>
      <vt:lpstr>PowerPoint Presentation</vt:lpstr>
      <vt:lpstr>PowerPoint Presentation</vt:lpstr>
      <vt:lpstr>PowerPoint Presentation</vt:lpstr>
      <vt:lpstr>Hands on : Fiori App</vt:lpstr>
      <vt:lpstr>Create Fiori App using Annotation</vt:lpstr>
      <vt:lpstr>Association v.s Composition</vt:lpstr>
      <vt:lpstr>Hands on: Create &amp; F4 Enablement for app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Agenda – Day 5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Julian</dc:creator>
  <cp:lastModifiedBy>Anubhav Oberoy</cp:lastModifiedBy>
  <cp:revision>248</cp:revision>
  <dcterms:created xsi:type="dcterms:W3CDTF">2013-09-12T13:05:01Z</dcterms:created>
  <dcterms:modified xsi:type="dcterms:W3CDTF">2025-02-27T07:18:10Z</dcterms:modified>
</cp:coreProperties>
</file>