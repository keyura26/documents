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76" r:id="rId2"/>
    <p:sldId id="4122" r:id="rId3"/>
    <p:sldId id="277" r:id="rId4"/>
    <p:sldId id="4752" r:id="rId5"/>
    <p:sldId id="4760" r:id="rId6"/>
    <p:sldId id="4761" r:id="rId7"/>
    <p:sldId id="4770" r:id="rId8"/>
    <p:sldId id="4758" r:id="rId9"/>
    <p:sldId id="4774" r:id="rId10"/>
    <p:sldId id="4775" r:id="rId11"/>
    <p:sldId id="4789" r:id="rId12"/>
    <p:sldId id="4776" r:id="rId13"/>
    <p:sldId id="4777" r:id="rId14"/>
    <p:sldId id="4769" r:id="rId15"/>
    <p:sldId id="4757" r:id="rId16"/>
    <p:sldId id="4788" r:id="rId17"/>
    <p:sldId id="4759" r:id="rId18"/>
    <p:sldId id="4787" r:id="rId19"/>
    <p:sldId id="4780" r:id="rId20"/>
    <p:sldId id="282" r:id="rId21"/>
    <p:sldId id="280" r:id="rId22"/>
    <p:sldId id="4711" r:id="rId23"/>
    <p:sldId id="4773" r:id="rId24"/>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F817DAF-671E-40FA-9B34-C817E16E6842}">
          <p14:sldIdLst>
            <p14:sldId id="276"/>
            <p14:sldId id="4122"/>
            <p14:sldId id="277"/>
            <p14:sldId id="4752"/>
            <p14:sldId id="4760"/>
            <p14:sldId id="4761"/>
            <p14:sldId id="4770"/>
            <p14:sldId id="4758"/>
            <p14:sldId id="4774"/>
            <p14:sldId id="4775"/>
            <p14:sldId id="4789"/>
            <p14:sldId id="4776"/>
            <p14:sldId id="4777"/>
            <p14:sldId id="4769"/>
            <p14:sldId id="4757"/>
            <p14:sldId id="4788"/>
            <p14:sldId id="4759"/>
            <p14:sldId id="4787"/>
            <p14:sldId id="4780"/>
            <p14:sldId id="282"/>
            <p14:sldId id="280"/>
            <p14:sldId id="4711"/>
            <p14:sldId id="4773"/>
          </p14:sldIdLst>
        </p14:section>
      </p14:sectionLst>
    </p:ext>
    <p:ext uri="{EFAFB233-063F-42B5-8137-9DF3F51BA10A}">
      <p15:sldGuideLst xmlns:p15="http://schemas.microsoft.com/office/powerpoint/2012/main">
        <p15:guide id="1" orient="horz" pos="2160">
          <p15:clr>
            <a:srgbClr val="A4A3A4"/>
          </p15:clr>
        </p15:guide>
        <p15:guide id="2" pos="38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E8E8"/>
    <a:srgbClr val="074D92"/>
    <a:srgbClr val="E0E0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009" autoAdjust="0"/>
    <p:restoredTop sz="95250" autoAdjust="0"/>
  </p:normalViewPr>
  <p:slideViewPr>
    <p:cSldViewPr>
      <p:cViewPr varScale="1">
        <p:scale>
          <a:sx n="97" d="100"/>
          <a:sy n="97" d="100"/>
        </p:scale>
        <p:origin x="688" y="284"/>
      </p:cViewPr>
      <p:guideLst>
        <p:guide orient="horz" pos="2160"/>
        <p:guide pos="383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2-06T05:44:01.939"/>
    </inkml:context>
    <inkml:brush xml:id="br0">
      <inkml:brushProperty name="width" value="0.05" units="cm"/>
      <inkml:brushProperty name="height" value="0.05" units="cm"/>
      <inkml:brushProperty name="color" value="#FFC114"/>
    </inkml:brush>
  </inkml:definitions>
  <inkml:trace contextRef="#ctx0" brushRef="#br0">1 0 24575,'3'0'0,"5"0"0,5 0 0,15 0 0,16 0 0,19 0 0,10 0 0,10 0 0,17 0 0,8 0 0,-2 0 0,-9 0 0,-21 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01T07:36:39.665"/>
    </inkml:context>
    <inkml:brush xml:id="br0">
      <inkml:brushProperty name="width" value="0.05" units="cm"/>
      <inkml:brushProperty name="height" value="0.05" units="cm"/>
      <inkml:brushProperty name="color" value="#FFC114"/>
    </inkml:brush>
  </inkml:definitions>
  <inkml:trace contextRef="#ctx0" brushRef="#br0">0 0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01T07:36:40.443"/>
    </inkml:context>
    <inkml:brush xml:id="br0">
      <inkml:brushProperty name="width" value="0.05" units="cm"/>
      <inkml:brushProperty name="height" value="0.05" units="cm"/>
      <inkml:brushProperty name="color" value="#FFC114"/>
    </inkml:brush>
  </inkml:definitions>
  <inkml:trace contextRef="#ctx0" brushRef="#br0">1 1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AB488F7-1FAC-40D2-BB7E-BA3CE28D8950}" type="datetimeFigureOut">
              <a:rPr lang="en-US" smtClean="0"/>
              <a:pPr/>
              <a:t>2/24/2025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A2D21D1-52E2-420B-B491-CFF6D7BB79FB}" type="slidenum">
              <a:rPr lang="en-US" smtClean="0"/>
              <a:pPr/>
              <a:t>‹#›</a:t>
            </a:fld>
            <a:endParaRPr lang="en-US"/>
          </a:p>
        </p:txBody>
      </p:sp>
    </p:spTree>
    <p:extLst>
      <p:ext uri="{BB962C8B-B14F-4D97-AF65-F5344CB8AC3E}">
        <p14:creationId xmlns:p14="http://schemas.microsoft.com/office/powerpoint/2010/main" val="2239478695"/>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6B8D726-D0BC-B240-A677-46F99704B744}" type="slidenum">
              <a:rPr lang="en-US" smtClean="0"/>
              <a:pPr/>
              <a:t>22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accent1"/>
        </a:solidFill>
        <a:effectLst/>
      </p:bgPr>
    </p:bg>
    <p:spTree>
      <p:nvGrpSpPr>
        <p:cNvPr id="1" name=""/>
        <p:cNvGrpSpPr/>
        <p:nvPr/>
      </p:nvGrpSpPr>
      <p:grpSpPr>
        <a:xfrm>
          <a:off x="0" y="0"/>
          <a:ext cx="0" cy="0"/>
          <a:chOff x="0" y="0"/>
          <a:chExt cx="0" cy="0"/>
        </a:xfrm>
      </p:grpSpPr>
      <p:grpSp>
        <p:nvGrpSpPr>
          <p:cNvPr id="523" name="Group 522">
            <a:extLst>
              <a:ext uri="{FF2B5EF4-FFF2-40B4-BE49-F238E27FC236}">
                <a16:creationId xmlns:a16="http://schemas.microsoft.com/office/drawing/2014/main" id="{2DB38A0F-0598-4BC1-A4B5-6E4C7D1AE1FD}"/>
              </a:ext>
            </a:extLst>
          </p:cNvPr>
          <p:cNvGrpSpPr/>
          <p:nvPr userDrawn="1"/>
        </p:nvGrpSpPr>
        <p:grpSpPr>
          <a:xfrm>
            <a:off x="354110" y="326571"/>
            <a:ext cx="11480605" cy="6204858"/>
            <a:chOff x="354110" y="326571"/>
            <a:chExt cx="11480605" cy="6204858"/>
          </a:xfrm>
          <a:solidFill>
            <a:schemeClr val="accent1">
              <a:lumMod val="90000"/>
              <a:lumOff val="10000"/>
            </a:schemeClr>
          </a:solidFill>
        </p:grpSpPr>
        <p:sp>
          <p:nvSpPr>
            <p:cNvPr id="524" name="Rectangle 5">
              <a:extLst>
                <a:ext uri="{FF2B5EF4-FFF2-40B4-BE49-F238E27FC236}">
                  <a16:creationId xmlns:a16="http://schemas.microsoft.com/office/drawing/2014/main" id="{D0391FF9-0338-4933-99EA-0BC7224F463E}"/>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6">
              <a:extLst>
                <a:ext uri="{FF2B5EF4-FFF2-40B4-BE49-F238E27FC236}">
                  <a16:creationId xmlns:a16="http://schemas.microsoft.com/office/drawing/2014/main" id="{68848005-FF97-4886-AB70-BEAC78E6AF03}"/>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7">
              <a:extLst>
                <a:ext uri="{FF2B5EF4-FFF2-40B4-BE49-F238E27FC236}">
                  <a16:creationId xmlns:a16="http://schemas.microsoft.com/office/drawing/2014/main" id="{A371799C-C91D-4388-B84A-3FB8314160BB}"/>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8">
              <a:extLst>
                <a:ext uri="{FF2B5EF4-FFF2-40B4-BE49-F238E27FC236}">
                  <a16:creationId xmlns:a16="http://schemas.microsoft.com/office/drawing/2014/main" id="{C722B8FD-8C0E-4B48-8849-E0D3A2C9EC70}"/>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9">
              <a:extLst>
                <a:ext uri="{FF2B5EF4-FFF2-40B4-BE49-F238E27FC236}">
                  <a16:creationId xmlns:a16="http://schemas.microsoft.com/office/drawing/2014/main" id="{F690EF81-637B-45E9-B2E4-F6466D3CEA03}"/>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10">
              <a:extLst>
                <a:ext uri="{FF2B5EF4-FFF2-40B4-BE49-F238E27FC236}">
                  <a16:creationId xmlns:a16="http://schemas.microsoft.com/office/drawing/2014/main" id="{93D434AE-D8E1-4B73-97E9-104904735F90}"/>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11">
              <a:extLst>
                <a:ext uri="{FF2B5EF4-FFF2-40B4-BE49-F238E27FC236}">
                  <a16:creationId xmlns:a16="http://schemas.microsoft.com/office/drawing/2014/main" id="{38DB79DD-18E2-4E0B-8C6B-B3170D9E63C6}"/>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12">
              <a:extLst>
                <a:ext uri="{FF2B5EF4-FFF2-40B4-BE49-F238E27FC236}">
                  <a16:creationId xmlns:a16="http://schemas.microsoft.com/office/drawing/2014/main" id="{AA24A7B5-1047-4ED2-8394-1F64840CDD0E}"/>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13">
              <a:extLst>
                <a:ext uri="{FF2B5EF4-FFF2-40B4-BE49-F238E27FC236}">
                  <a16:creationId xmlns:a16="http://schemas.microsoft.com/office/drawing/2014/main" id="{1BF3D7A2-914A-406C-85FE-78F492E20546}"/>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14">
              <a:extLst>
                <a:ext uri="{FF2B5EF4-FFF2-40B4-BE49-F238E27FC236}">
                  <a16:creationId xmlns:a16="http://schemas.microsoft.com/office/drawing/2014/main" id="{EFE4A65D-7D8E-481F-9FD2-EC0C8574248C}"/>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15">
              <a:extLst>
                <a:ext uri="{FF2B5EF4-FFF2-40B4-BE49-F238E27FC236}">
                  <a16:creationId xmlns:a16="http://schemas.microsoft.com/office/drawing/2014/main" id="{6D829585-3C10-4E29-9D87-5A5437E00BCE}"/>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16">
              <a:extLst>
                <a:ext uri="{FF2B5EF4-FFF2-40B4-BE49-F238E27FC236}">
                  <a16:creationId xmlns:a16="http://schemas.microsoft.com/office/drawing/2014/main" id="{2B70A9B8-A62A-4C92-8175-AAC487F5F934}"/>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17">
              <a:extLst>
                <a:ext uri="{FF2B5EF4-FFF2-40B4-BE49-F238E27FC236}">
                  <a16:creationId xmlns:a16="http://schemas.microsoft.com/office/drawing/2014/main" id="{62925939-9955-4AB6-8B7B-2F98C58A94BA}"/>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18">
              <a:extLst>
                <a:ext uri="{FF2B5EF4-FFF2-40B4-BE49-F238E27FC236}">
                  <a16:creationId xmlns:a16="http://schemas.microsoft.com/office/drawing/2014/main" id="{658B8514-8D6B-4F5F-AE70-55B9F4C5056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19">
              <a:extLst>
                <a:ext uri="{FF2B5EF4-FFF2-40B4-BE49-F238E27FC236}">
                  <a16:creationId xmlns:a16="http://schemas.microsoft.com/office/drawing/2014/main" id="{D6780382-758A-41C1-83C0-EB51E004EF9A}"/>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0">
              <a:extLst>
                <a:ext uri="{FF2B5EF4-FFF2-40B4-BE49-F238E27FC236}">
                  <a16:creationId xmlns:a16="http://schemas.microsoft.com/office/drawing/2014/main" id="{9357623D-6D19-46DA-B792-E1A2F32F8F0F}"/>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1">
              <a:extLst>
                <a:ext uri="{FF2B5EF4-FFF2-40B4-BE49-F238E27FC236}">
                  <a16:creationId xmlns:a16="http://schemas.microsoft.com/office/drawing/2014/main" id="{2F00DFB8-11D0-4DF8-A3AD-197C3F3071B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2">
              <a:extLst>
                <a:ext uri="{FF2B5EF4-FFF2-40B4-BE49-F238E27FC236}">
                  <a16:creationId xmlns:a16="http://schemas.microsoft.com/office/drawing/2014/main" id="{57F57754-D964-4CFA-BC83-9AFD46DA5646}"/>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3">
              <a:extLst>
                <a:ext uri="{FF2B5EF4-FFF2-40B4-BE49-F238E27FC236}">
                  <a16:creationId xmlns:a16="http://schemas.microsoft.com/office/drawing/2014/main" id="{CAC9FBA4-D9FC-44DC-9CBC-4AA56F87E83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4">
              <a:extLst>
                <a:ext uri="{FF2B5EF4-FFF2-40B4-BE49-F238E27FC236}">
                  <a16:creationId xmlns:a16="http://schemas.microsoft.com/office/drawing/2014/main" id="{6B5BF42C-E1FB-4B04-8861-8F6834EC8B77}"/>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5">
              <a:extLst>
                <a:ext uri="{FF2B5EF4-FFF2-40B4-BE49-F238E27FC236}">
                  <a16:creationId xmlns:a16="http://schemas.microsoft.com/office/drawing/2014/main" id="{BECAB5D5-0B99-4F52-BDEC-9DEE44451ECA}"/>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6">
              <a:extLst>
                <a:ext uri="{FF2B5EF4-FFF2-40B4-BE49-F238E27FC236}">
                  <a16:creationId xmlns:a16="http://schemas.microsoft.com/office/drawing/2014/main" id="{7F2A058E-DD90-4B9A-BCA3-AAB1E8805F6B}"/>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7">
              <a:extLst>
                <a:ext uri="{FF2B5EF4-FFF2-40B4-BE49-F238E27FC236}">
                  <a16:creationId xmlns:a16="http://schemas.microsoft.com/office/drawing/2014/main" id="{5A511A58-4543-4023-AD40-17185DD316D9}"/>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
              <a:extLst>
                <a:ext uri="{FF2B5EF4-FFF2-40B4-BE49-F238E27FC236}">
                  <a16:creationId xmlns:a16="http://schemas.microsoft.com/office/drawing/2014/main" id="{4FB2F5FA-9E29-4BF4-A565-01F562351925}"/>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9">
              <a:extLst>
                <a:ext uri="{FF2B5EF4-FFF2-40B4-BE49-F238E27FC236}">
                  <a16:creationId xmlns:a16="http://schemas.microsoft.com/office/drawing/2014/main" id="{79033138-2B37-4A7A-BB10-95ED1BC4CE8D}"/>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30">
              <a:extLst>
                <a:ext uri="{FF2B5EF4-FFF2-40B4-BE49-F238E27FC236}">
                  <a16:creationId xmlns:a16="http://schemas.microsoft.com/office/drawing/2014/main" id="{79753DF4-5F75-4419-909E-7C6C912431E9}"/>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32">
              <a:extLst>
                <a:ext uri="{FF2B5EF4-FFF2-40B4-BE49-F238E27FC236}">
                  <a16:creationId xmlns:a16="http://schemas.microsoft.com/office/drawing/2014/main" id="{855DF40C-B6BB-4565-917B-0D68E9A99568}"/>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33">
              <a:extLst>
                <a:ext uri="{FF2B5EF4-FFF2-40B4-BE49-F238E27FC236}">
                  <a16:creationId xmlns:a16="http://schemas.microsoft.com/office/drawing/2014/main" id="{4A966D73-83CF-49BC-B17D-814D08E7082D}"/>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34">
              <a:extLst>
                <a:ext uri="{FF2B5EF4-FFF2-40B4-BE49-F238E27FC236}">
                  <a16:creationId xmlns:a16="http://schemas.microsoft.com/office/drawing/2014/main" id="{C4D3FEF6-5168-4033-87C1-4DE8C0B10D44}"/>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35">
              <a:extLst>
                <a:ext uri="{FF2B5EF4-FFF2-40B4-BE49-F238E27FC236}">
                  <a16:creationId xmlns:a16="http://schemas.microsoft.com/office/drawing/2014/main" id="{8196550C-9075-450D-8381-757B57ACFE83}"/>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36">
              <a:extLst>
                <a:ext uri="{FF2B5EF4-FFF2-40B4-BE49-F238E27FC236}">
                  <a16:creationId xmlns:a16="http://schemas.microsoft.com/office/drawing/2014/main" id="{9DDF2589-A917-47E1-86F2-E9E9D031133F}"/>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37">
              <a:extLst>
                <a:ext uri="{FF2B5EF4-FFF2-40B4-BE49-F238E27FC236}">
                  <a16:creationId xmlns:a16="http://schemas.microsoft.com/office/drawing/2014/main" id="{19AA832E-82CD-495F-9759-311D5CF3C627}"/>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38">
              <a:extLst>
                <a:ext uri="{FF2B5EF4-FFF2-40B4-BE49-F238E27FC236}">
                  <a16:creationId xmlns:a16="http://schemas.microsoft.com/office/drawing/2014/main" id="{E321B9D6-F4D4-4E72-B642-4A20A028DE61}"/>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39">
              <a:extLst>
                <a:ext uri="{FF2B5EF4-FFF2-40B4-BE49-F238E27FC236}">
                  <a16:creationId xmlns:a16="http://schemas.microsoft.com/office/drawing/2014/main" id="{67D8E47E-A97F-495B-9D93-E77F5D991824}"/>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40">
              <a:extLst>
                <a:ext uri="{FF2B5EF4-FFF2-40B4-BE49-F238E27FC236}">
                  <a16:creationId xmlns:a16="http://schemas.microsoft.com/office/drawing/2014/main" id="{A3102978-9FB6-414A-87A2-7447231B782C}"/>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41">
              <a:extLst>
                <a:ext uri="{FF2B5EF4-FFF2-40B4-BE49-F238E27FC236}">
                  <a16:creationId xmlns:a16="http://schemas.microsoft.com/office/drawing/2014/main" id="{52AB6645-416B-4B1A-BDD5-25D20B3DDFF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42">
              <a:extLst>
                <a:ext uri="{FF2B5EF4-FFF2-40B4-BE49-F238E27FC236}">
                  <a16:creationId xmlns:a16="http://schemas.microsoft.com/office/drawing/2014/main" id="{6FC3BBB2-F5AD-4180-9804-3EA9F90C269D}"/>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43">
              <a:extLst>
                <a:ext uri="{FF2B5EF4-FFF2-40B4-BE49-F238E27FC236}">
                  <a16:creationId xmlns:a16="http://schemas.microsoft.com/office/drawing/2014/main" id="{422DB3ED-2BEF-4ED1-BC1B-08CB86C00F99}"/>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44">
              <a:extLst>
                <a:ext uri="{FF2B5EF4-FFF2-40B4-BE49-F238E27FC236}">
                  <a16:creationId xmlns:a16="http://schemas.microsoft.com/office/drawing/2014/main" id="{98D97055-E2FD-4FF0-90DB-E94B1920C4D3}"/>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45">
              <a:extLst>
                <a:ext uri="{FF2B5EF4-FFF2-40B4-BE49-F238E27FC236}">
                  <a16:creationId xmlns:a16="http://schemas.microsoft.com/office/drawing/2014/main" id="{DE4F8DEE-2AD7-48B0-86FE-2FB6CF6E0CC7}"/>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46">
              <a:extLst>
                <a:ext uri="{FF2B5EF4-FFF2-40B4-BE49-F238E27FC236}">
                  <a16:creationId xmlns:a16="http://schemas.microsoft.com/office/drawing/2014/main" id="{ABD952AD-A59A-4124-AAA4-9E35E9D1DAAA}"/>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47">
              <a:extLst>
                <a:ext uri="{FF2B5EF4-FFF2-40B4-BE49-F238E27FC236}">
                  <a16:creationId xmlns:a16="http://schemas.microsoft.com/office/drawing/2014/main" id="{09F53A53-235E-4905-B7A1-4C2487531478}"/>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48">
              <a:extLst>
                <a:ext uri="{FF2B5EF4-FFF2-40B4-BE49-F238E27FC236}">
                  <a16:creationId xmlns:a16="http://schemas.microsoft.com/office/drawing/2014/main" id="{E7B8F62B-F26F-4F16-83DE-DE88E2AC27DD}"/>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49">
              <a:extLst>
                <a:ext uri="{FF2B5EF4-FFF2-40B4-BE49-F238E27FC236}">
                  <a16:creationId xmlns:a16="http://schemas.microsoft.com/office/drawing/2014/main" id="{5A3F2E03-9197-4D87-AEBD-53681C71A0C3}"/>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50">
              <a:extLst>
                <a:ext uri="{FF2B5EF4-FFF2-40B4-BE49-F238E27FC236}">
                  <a16:creationId xmlns:a16="http://schemas.microsoft.com/office/drawing/2014/main" id="{AC48136C-038A-4E15-A432-82CDA3580ED7}"/>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51">
              <a:extLst>
                <a:ext uri="{FF2B5EF4-FFF2-40B4-BE49-F238E27FC236}">
                  <a16:creationId xmlns:a16="http://schemas.microsoft.com/office/drawing/2014/main" id="{A03DB8D5-6A83-4A84-AB18-2030609589D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52">
              <a:extLst>
                <a:ext uri="{FF2B5EF4-FFF2-40B4-BE49-F238E27FC236}">
                  <a16:creationId xmlns:a16="http://schemas.microsoft.com/office/drawing/2014/main" id="{CB4B691A-151E-4AA1-86FD-1DF590C8AD29}"/>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53">
              <a:extLst>
                <a:ext uri="{FF2B5EF4-FFF2-40B4-BE49-F238E27FC236}">
                  <a16:creationId xmlns:a16="http://schemas.microsoft.com/office/drawing/2014/main" id="{8DE17CF6-249D-4F7B-83E2-FD452FE7770B}"/>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54">
              <a:extLst>
                <a:ext uri="{FF2B5EF4-FFF2-40B4-BE49-F238E27FC236}">
                  <a16:creationId xmlns:a16="http://schemas.microsoft.com/office/drawing/2014/main" id="{8AFBC693-95B4-46BF-8458-36EE0C80554E}"/>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55">
              <a:extLst>
                <a:ext uri="{FF2B5EF4-FFF2-40B4-BE49-F238E27FC236}">
                  <a16:creationId xmlns:a16="http://schemas.microsoft.com/office/drawing/2014/main" id="{1B7936E4-C86A-4ECF-9DAA-DD45C61C9B40}"/>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56">
              <a:extLst>
                <a:ext uri="{FF2B5EF4-FFF2-40B4-BE49-F238E27FC236}">
                  <a16:creationId xmlns:a16="http://schemas.microsoft.com/office/drawing/2014/main" id="{07B705CC-7C23-4703-BFCD-DEBFDF5A7E5B}"/>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57">
              <a:extLst>
                <a:ext uri="{FF2B5EF4-FFF2-40B4-BE49-F238E27FC236}">
                  <a16:creationId xmlns:a16="http://schemas.microsoft.com/office/drawing/2014/main" id="{021EAEDF-4795-47A7-9CDF-29BDE7EB4647}"/>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59">
              <a:extLst>
                <a:ext uri="{FF2B5EF4-FFF2-40B4-BE49-F238E27FC236}">
                  <a16:creationId xmlns:a16="http://schemas.microsoft.com/office/drawing/2014/main" id="{C8E25685-5F7D-4F4C-ABCD-4A625A28DA84}"/>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60">
              <a:extLst>
                <a:ext uri="{FF2B5EF4-FFF2-40B4-BE49-F238E27FC236}">
                  <a16:creationId xmlns:a16="http://schemas.microsoft.com/office/drawing/2014/main" id="{F86C1915-F185-4F6E-BC9A-70ED68733204}"/>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61">
              <a:extLst>
                <a:ext uri="{FF2B5EF4-FFF2-40B4-BE49-F238E27FC236}">
                  <a16:creationId xmlns:a16="http://schemas.microsoft.com/office/drawing/2014/main" id="{0A676732-8A69-4B25-9573-F6F90E1CBE82}"/>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62">
              <a:extLst>
                <a:ext uri="{FF2B5EF4-FFF2-40B4-BE49-F238E27FC236}">
                  <a16:creationId xmlns:a16="http://schemas.microsoft.com/office/drawing/2014/main" id="{D4F1F03D-E1AA-4194-B592-BA6FFEF4B89A}"/>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63">
              <a:extLst>
                <a:ext uri="{FF2B5EF4-FFF2-40B4-BE49-F238E27FC236}">
                  <a16:creationId xmlns:a16="http://schemas.microsoft.com/office/drawing/2014/main" id="{3E19A2DA-16F0-4B64-9855-639F78BF95B6}"/>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64">
              <a:extLst>
                <a:ext uri="{FF2B5EF4-FFF2-40B4-BE49-F238E27FC236}">
                  <a16:creationId xmlns:a16="http://schemas.microsoft.com/office/drawing/2014/main" id="{21AA4D67-978D-46FA-9138-C5EF347A093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65">
              <a:extLst>
                <a:ext uri="{FF2B5EF4-FFF2-40B4-BE49-F238E27FC236}">
                  <a16:creationId xmlns:a16="http://schemas.microsoft.com/office/drawing/2014/main" id="{DF7FABC9-0AE5-498D-9DCD-2D0A69DD494F}"/>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66">
              <a:extLst>
                <a:ext uri="{FF2B5EF4-FFF2-40B4-BE49-F238E27FC236}">
                  <a16:creationId xmlns:a16="http://schemas.microsoft.com/office/drawing/2014/main" id="{3B4259AB-BB5C-471B-8BFD-2464967E06EC}"/>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67">
              <a:extLst>
                <a:ext uri="{FF2B5EF4-FFF2-40B4-BE49-F238E27FC236}">
                  <a16:creationId xmlns:a16="http://schemas.microsoft.com/office/drawing/2014/main" id="{4A71AFC4-8245-4F87-8986-BFA7163794AB}"/>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68">
              <a:extLst>
                <a:ext uri="{FF2B5EF4-FFF2-40B4-BE49-F238E27FC236}">
                  <a16:creationId xmlns:a16="http://schemas.microsoft.com/office/drawing/2014/main" id="{AA4DB81E-6CDA-4C15-A84C-6764CA845A64}"/>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69">
              <a:extLst>
                <a:ext uri="{FF2B5EF4-FFF2-40B4-BE49-F238E27FC236}">
                  <a16:creationId xmlns:a16="http://schemas.microsoft.com/office/drawing/2014/main" id="{E6B3071E-6076-4B7A-83B7-92D6A165342E}"/>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70">
              <a:extLst>
                <a:ext uri="{FF2B5EF4-FFF2-40B4-BE49-F238E27FC236}">
                  <a16:creationId xmlns:a16="http://schemas.microsoft.com/office/drawing/2014/main" id="{E8543DB1-652E-4988-9780-2A2133D41D4C}"/>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71">
              <a:extLst>
                <a:ext uri="{FF2B5EF4-FFF2-40B4-BE49-F238E27FC236}">
                  <a16:creationId xmlns:a16="http://schemas.microsoft.com/office/drawing/2014/main" id="{42F0AA6A-4C74-462E-8B1B-F39A0F70FF7A}"/>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72">
              <a:extLst>
                <a:ext uri="{FF2B5EF4-FFF2-40B4-BE49-F238E27FC236}">
                  <a16:creationId xmlns:a16="http://schemas.microsoft.com/office/drawing/2014/main" id="{B33C0D7F-04E1-4844-B90C-3FBE5EEF3A4D}"/>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73">
              <a:extLst>
                <a:ext uri="{FF2B5EF4-FFF2-40B4-BE49-F238E27FC236}">
                  <a16:creationId xmlns:a16="http://schemas.microsoft.com/office/drawing/2014/main" id="{F49B085D-B4DD-458A-826A-3DA24029B88E}"/>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74">
              <a:extLst>
                <a:ext uri="{FF2B5EF4-FFF2-40B4-BE49-F238E27FC236}">
                  <a16:creationId xmlns:a16="http://schemas.microsoft.com/office/drawing/2014/main" id="{A32F9E5F-5111-453D-A333-FB4E1A18673B}"/>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75">
              <a:extLst>
                <a:ext uri="{FF2B5EF4-FFF2-40B4-BE49-F238E27FC236}">
                  <a16:creationId xmlns:a16="http://schemas.microsoft.com/office/drawing/2014/main" id="{47E4D8BD-DEA3-4D27-98E4-F4E7016173D4}"/>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76">
              <a:extLst>
                <a:ext uri="{FF2B5EF4-FFF2-40B4-BE49-F238E27FC236}">
                  <a16:creationId xmlns:a16="http://schemas.microsoft.com/office/drawing/2014/main" id="{BBF03BDD-5E4F-4125-8BBA-793FC2C135B8}"/>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77">
              <a:extLst>
                <a:ext uri="{FF2B5EF4-FFF2-40B4-BE49-F238E27FC236}">
                  <a16:creationId xmlns:a16="http://schemas.microsoft.com/office/drawing/2014/main" id="{F3B4C098-EB45-4815-8269-996D7522ECC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78">
              <a:extLst>
                <a:ext uri="{FF2B5EF4-FFF2-40B4-BE49-F238E27FC236}">
                  <a16:creationId xmlns:a16="http://schemas.microsoft.com/office/drawing/2014/main" id="{B59927F3-4B4B-42A6-8B08-08A49631DE99}"/>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79">
              <a:extLst>
                <a:ext uri="{FF2B5EF4-FFF2-40B4-BE49-F238E27FC236}">
                  <a16:creationId xmlns:a16="http://schemas.microsoft.com/office/drawing/2014/main" id="{A3EF2292-28DC-48A4-AF27-649B5C4586D6}"/>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80">
              <a:extLst>
                <a:ext uri="{FF2B5EF4-FFF2-40B4-BE49-F238E27FC236}">
                  <a16:creationId xmlns:a16="http://schemas.microsoft.com/office/drawing/2014/main" id="{248C3F59-9E32-45A2-A3CC-2CB702255A32}"/>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81">
              <a:extLst>
                <a:ext uri="{FF2B5EF4-FFF2-40B4-BE49-F238E27FC236}">
                  <a16:creationId xmlns:a16="http://schemas.microsoft.com/office/drawing/2014/main" id="{8E4ACB8A-43E4-4093-AE56-AA241704B0B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82">
              <a:extLst>
                <a:ext uri="{FF2B5EF4-FFF2-40B4-BE49-F238E27FC236}">
                  <a16:creationId xmlns:a16="http://schemas.microsoft.com/office/drawing/2014/main" id="{D14F99BB-28D1-464F-BB16-2F2623BBC5A4}"/>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83">
              <a:extLst>
                <a:ext uri="{FF2B5EF4-FFF2-40B4-BE49-F238E27FC236}">
                  <a16:creationId xmlns:a16="http://schemas.microsoft.com/office/drawing/2014/main" id="{A95FA675-3755-4391-B726-68B8FF23ADB3}"/>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84">
              <a:extLst>
                <a:ext uri="{FF2B5EF4-FFF2-40B4-BE49-F238E27FC236}">
                  <a16:creationId xmlns:a16="http://schemas.microsoft.com/office/drawing/2014/main" id="{49925855-02BD-4CA2-9D33-00CA85C3A971}"/>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86">
              <a:extLst>
                <a:ext uri="{FF2B5EF4-FFF2-40B4-BE49-F238E27FC236}">
                  <a16:creationId xmlns:a16="http://schemas.microsoft.com/office/drawing/2014/main" id="{29A0B59B-FDB1-4852-BA6C-06E6417E8DE5}"/>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87">
              <a:extLst>
                <a:ext uri="{FF2B5EF4-FFF2-40B4-BE49-F238E27FC236}">
                  <a16:creationId xmlns:a16="http://schemas.microsoft.com/office/drawing/2014/main" id="{F2291FF5-CA54-458E-8BD1-99B816F40E55}"/>
                </a:ext>
              </a:extLst>
            </p:cNvPr>
            <p:cNvSpPr>
              <a:spLocks noChangeArrowheads="1"/>
            </p:cNvSpPr>
            <p:nvPr/>
          </p:nvSpPr>
          <p:spPr bwMode="auto">
            <a:xfrm>
              <a:off x="80954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88">
              <a:extLst>
                <a:ext uri="{FF2B5EF4-FFF2-40B4-BE49-F238E27FC236}">
                  <a16:creationId xmlns:a16="http://schemas.microsoft.com/office/drawing/2014/main" id="{97EB7D42-19E8-41E2-B5B0-791AA24B51C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89">
              <a:extLst>
                <a:ext uri="{FF2B5EF4-FFF2-40B4-BE49-F238E27FC236}">
                  <a16:creationId xmlns:a16="http://schemas.microsoft.com/office/drawing/2014/main" id="{F11528A1-D5A5-47C3-A78A-BDF885ECD0F6}"/>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90">
              <a:extLst>
                <a:ext uri="{FF2B5EF4-FFF2-40B4-BE49-F238E27FC236}">
                  <a16:creationId xmlns:a16="http://schemas.microsoft.com/office/drawing/2014/main" id="{382D90AE-FED6-4FCA-B477-13F5EC154EA9}"/>
                </a:ext>
              </a:extLst>
            </p:cNvPr>
            <p:cNvSpPr>
              <a:spLocks noChangeArrowheads="1"/>
            </p:cNvSpPr>
            <p:nvPr/>
          </p:nvSpPr>
          <p:spPr bwMode="auto">
            <a:xfrm>
              <a:off x="2173502"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91">
              <a:extLst>
                <a:ext uri="{FF2B5EF4-FFF2-40B4-BE49-F238E27FC236}">
                  <a16:creationId xmlns:a16="http://schemas.microsoft.com/office/drawing/2014/main" id="{32C9B838-AD97-41C2-B167-E2ED06D301D2}"/>
                </a:ext>
              </a:extLst>
            </p:cNvPr>
            <p:cNvSpPr>
              <a:spLocks noChangeArrowheads="1"/>
            </p:cNvSpPr>
            <p:nvPr/>
          </p:nvSpPr>
          <p:spPr bwMode="auto">
            <a:xfrm>
              <a:off x="2628934"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92">
              <a:extLst>
                <a:ext uri="{FF2B5EF4-FFF2-40B4-BE49-F238E27FC236}">
                  <a16:creationId xmlns:a16="http://schemas.microsoft.com/office/drawing/2014/main" id="{17A1E437-F28C-4912-A416-147E734D2A46}"/>
                </a:ext>
              </a:extLst>
            </p:cNvPr>
            <p:cNvSpPr>
              <a:spLocks noChangeArrowheads="1"/>
            </p:cNvSpPr>
            <p:nvPr/>
          </p:nvSpPr>
          <p:spPr bwMode="auto">
            <a:xfrm>
              <a:off x="3083197"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105">
              <a:extLst>
                <a:ext uri="{FF2B5EF4-FFF2-40B4-BE49-F238E27FC236}">
                  <a16:creationId xmlns:a16="http://schemas.microsoft.com/office/drawing/2014/main" id="{DEAE7685-4A38-4785-9605-B19161F69E26}"/>
                </a:ext>
              </a:extLst>
            </p:cNvPr>
            <p:cNvSpPr>
              <a:spLocks noChangeArrowheads="1"/>
            </p:cNvSpPr>
            <p:nvPr/>
          </p:nvSpPr>
          <p:spPr bwMode="auto">
            <a:xfrm>
              <a:off x="8996805"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106">
              <a:extLst>
                <a:ext uri="{FF2B5EF4-FFF2-40B4-BE49-F238E27FC236}">
                  <a16:creationId xmlns:a16="http://schemas.microsoft.com/office/drawing/2014/main" id="{D8D5236E-C6F3-4C15-B112-50979E39B652}"/>
                </a:ext>
              </a:extLst>
            </p:cNvPr>
            <p:cNvSpPr>
              <a:spLocks noChangeArrowheads="1"/>
            </p:cNvSpPr>
            <p:nvPr/>
          </p:nvSpPr>
          <p:spPr bwMode="auto">
            <a:xfrm>
              <a:off x="9451068"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107">
              <a:extLst>
                <a:ext uri="{FF2B5EF4-FFF2-40B4-BE49-F238E27FC236}">
                  <a16:creationId xmlns:a16="http://schemas.microsoft.com/office/drawing/2014/main" id="{EAC78FE3-C094-437A-B445-4F783780233D}"/>
                </a:ext>
              </a:extLst>
            </p:cNvPr>
            <p:cNvSpPr>
              <a:spLocks noChangeArrowheads="1"/>
            </p:cNvSpPr>
            <p:nvPr/>
          </p:nvSpPr>
          <p:spPr bwMode="auto">
            <a:xfrm>
              <a:off x="9906501"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108">
              <a:extLst>
                <a:ext uri="{FF2B5EF4-FFF2-40B4-BE49-F238E27FC236}">
                  <a16:creationId xmlns:a16="http://schemas.microsoft.com/office/drawing/2014/main" id="{E515352F-F56E-4A5E-A366-80D13565A14A}"/>
                </a:ext>
              </a:extLst>
            </p:cNvPr>
            <p:cNvSpPr>
              <a:spLocks noChangeArrowheads="1"/>
            </p:cNvSpPr>
            <p:nvPr/>
          </p:nvSpPr>
          <p:spPr bwMode="auto">
            <a:xfrm>
              <a:off x="10360763"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109">
              <a:extLst>
                <a:ext uri="{FF2B5EF4-FFF2-40B4-BE49-F238E27FC236}">
                  <a16:creationId xmlns:a16="http://schemas.microsoft.com/office/drawing/2014/main" id="{082593FC-9A99-4046-9873-3F17F576F5F2}"/>
                </a:ext>
              </a:extLst>
            </p:cNvPr>
            <p:cNvSpPr>
              <a:spLocks noChangeArrowheads="1"/>
            </p:cNvSpPr>
            <p:nvPr/>
          </p:nvSpPr>
          <p:spPr bwMode="auto">
            <a:xfrm>
              <a:off x="10816197"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110">
              <a:extLst>
                <a:ext uri="{FF2B5EF4-FFF2-40B4-BE49-F238E27FC236}">
                  <a16:creationId xmlns:a16="http://schemas.microsoft.com/office/drawing/2014/main" id="{7BE87C29-956D-4731-9DEF-2472E21D89AD}"/>
                </a:ext>
              </a:extLst>
            </p:cNvPr>
            <p:cNvSpPr>
              <a:spLocks noChangeArrowheads="1"/>
            </p:cNvSpPr>
            <p:nvPr/>
          </p:nvSpPr>
          <p:spPr bwMode="auto">
            <a:xfrm>
              <a:off x="11270460"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111">
              <a:extLst>
                <a:ext uri="{FF2B5EF4-FFF2-40B4-BE49-F238E27FC236}">
                  <a16:creationId xmlns:a16="http://schemas.microsoft.com/office/drawing/2014/main" id="{A3B07365-8B76-4AFB-ABA7-8DD8B6C91F90}"/>
                </a:ext>
              </a:extLst>
            </p:cNvPr>
            <p:cNvSpPr>
              <a:spLocks noChangeArrowheads="1"/>
            </p:cNvSpPr>
            <p:nvPr/>
          </p:nvSpPr>
          <p:spPr bwMode="auto">
            <a:xfrm>
              <a:off x="1172589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113">
              <a:extLst>
                <a:ext uri="{FF2B5EF4-FFF2-40B4-BE49-F238E27FC236}">
                  <a16:creationId xmlns:a16="http://schemas.microsoft.com/office/drawing/2014/main" id="{DC607E7A-BE56-4471-A732-571BF19EBC8C}"/>
                </a:ext>
              </a:extLst>
            </p:cNvPr>
            <p:cNvSpPr>
              <a:spLocks noChangeArrowheads="1"/>
            </p:cNvSpPr>
            <p:nvPr/>
          </p:nvSpPr>
          <p:spPr bwMode="auto">
            <a:xfrm>
              <a:off x="35411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114">
              <a:extLst>
                <a:ext uri="{FF2B5EF4-FFF2-40B4-BE49-F238E27FC236}">
                  <a16:creationId xmlns:a16="http://schemas.microsoft.com/office/drawing/2014/main" id="{AC622CDC-661A-4504-B509-39988A37961B}"/>
                </a:ext>
              </a:extLst>
            </p:cNvPr>
            <p:cNvSpPr>
              <a:spLocks noChangeArrowheads="1"/>
            </p:cNvSpPr>
            <p:nvPr/>
          </p:nvSpPr>
          <p:spPr bwMode="auto">
            <a:xfrm>
              <a:off x="80954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115">
              <a:extLst>
                <a:ext uri="{FF2B5EF4-FFF2-40B4-BE49-F238E27FC236}">
                  <a16:creationId xmlns:a16="http://schemas.microsoft.com/office/drawing/2014/main" id="{62946A9D-9192-4CAD-8F76-974C5FE277D5}"/>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116">
              <a:extLst>
                <a:ext uri="{FF2B5EF4-FFF2-40B4-BE49-F238E27FC236}">
                  <a16:creationId xmlns:a16="http://schemas.microsoft.com/office/drawing/2014/main" id="{98A87D74-26D6-44DE-B8E3-3F1228E833DD}"/>
                </a:ext>
              </a:extLst>
            </p:cNvPr>
            <p:cNvSpPr>
              <a:spLocks noChangeArrowheads="1"/>
            </p:cNvSpPr>
            <p:nvPr/>
          </p:nvSpPr>
          <p:spPr bwMode="auto">
            <a:xfrm>
              <a:off x="1719239"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7">
              <a:extLst>
                <a:ext uri="{FF2B5EF4-FFF2-40B4-BE49-F238E27FC236}">
                  <a16:creationId xmlns:a16="http://schemas.microsoft.com/office/drawing/2014/main" id="{305F2911-EBBC-4A1F-9F27-F5A4D6683343}"/>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8">
              <a:extLst>
                <a:ext uri="{FF2B5EF4-FFF2-40B4-BE49-F238E27FC236}">
                  <a16:creationId xmlns:a16="http://schemas.microsoft.com/office/drawing/2014/main" id="{E3017ED1-C3DB-468D-917A-7D055013E8AA}"/>
                </a:ext>
              </a:extLst>
            </p:cNvPr>
            <p:cNvSpPr>
              <a:spLocks noChangeArrowheads="1"/>
            </p:cNvSpPr>
            <p:nvPr/>
          </p:nvSpPr>
          <p:spPr bwMode="auto">
            <a:xfrm>
              <a:off x="2628934"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19">
              <a:extLst>
                <a:ext uri="{FF2B5EF4-FFF2-40B4-BE49-F238E27FC236}">
                  <a16:creationId xmlns:a16="http://schemas.microsoft.com/office/drawing/2014/main" id="{364A9FBD-1DB7-46D2-80AE-1EF6158FE9A7}"/>
                </a:ext>
              </a:extLst>
            </p:cNvPr>
            <p:cNvSpPr>
              <a:spLocks noChangeArrowheads="1"/>
            </p:cNvSpPr>
            <p:nvPr/>
          </p:nvSpPr>
          <p:spPr bwMode="auto">
            <a:xfrm>
              <a:off x="3083197"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32">
              <a:extLst>
                <a:ext uri="{FF2B5EF4-FFF2-40B4-BE49-F238E27FC236}">
                  <a16:creationId xmlns:a16="http://schemas.microsoft.com/office/drawing/2014/main" id="{5B8F5DA7-A3AB-48C2-A0AA-06DFF2510EBF}"/>
                </a:ext>
              </a:extLst>
            </p:cNvPr>
            <p:cNvSpPr>
              <a:spLocks noChangeArrowheads="1"/>
            </p:cNvSpPr>
            <p:nvPr/>
          </p:nvSpPr>
          <p:spPr bwMode="auto">
            <a:xfrm>
              <a:off x="8996805"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33">
              <a:extLst>
                <a:ext uri="{FF2B5EF4-FFF2-40B4-BE49-F238E27FC236}">
                  <a16:creationId xmlns:a16="http://schemas.microsoft.com/office/drawing/2014/main" id="{B4EEDB8D-D8C1-42F7-816B-88E1F6AC5AF0}"/>
                </a:ext>
              </a:extLst>
            </p:cNvPr>
            <p:cNvSpPr>
              <a:spLocks noChangeArrowheads="1"/>
            </p:cNvSpPr>
            <p:nvPr/>
          </p:nvSpPr>
          <p:spPr bwMode="auto">
            <a:xfrm>
              <a:off x="9451068"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34">
              <a:extLst>
                <a:ext uri="{FF2B5EF4-FFF2-40B4-BE49-F238E27FC236}">
                  <a16:creationId xmlns:a16="http://schemas.microsoft.com/office/drawing/2014/main" id="{E15F1A2D-8731-4042-A5CD-84E3C2F4462A}"/>
                </a:ext>
              </a:extLst>
            </p:cNvPr>
            <p:cNvSpPr>
              <a:spLocks noChangeArrowheads="1"/>
            </p:cNvSpPr>
            <p:nvPr/>
          </p:nvSpPr>
          <p:spPr bwMode="auto">
            <a:xfrm>
              <a:off x="9906501"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35">
              <a:extLst>
                <a:ext uri="{FF2B5EF4-FFF2-40B4-BE49-F238E27FC236}">
                  <a16:creationId xmlns:a16="http://schemas.microsoft.com/office/drawing/2014/main" id="{866AE8F6-A982-4075-88C6-096E183A6392}"/>
                </a:ext>
              </a:extLst>
            </p:cNvPr>
            <p:cNvSpPr>
              <a:spLocks noChangeArrowheads="1"/>
            </p:cNvSpPr>
            <p:nvPr/>
          </p:nvSpPr>
          <p:spPr bwMode="auto">
            <a:xfrm>
              <a:off x="10360763"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136">
              <a:extLst>
                <a:ext uri="{FF2B5EF4-FFF2-40B4-BE49-F238E27FC236}">
                  <a16:creationId xmlns:a16="http://schemas.microsoft.com/office/drawing/2014/main" id="{4E9E8D66-CB5B-45DA-86A6-55504897135B}"/>
                </a:ext>
              </a:extLst>
            </p:cNvPr>
            <p:cNvSpPr>
              <a:spLocks noChangeArrowheads="1"/>
            </p:cNvSpPr>
            <p:nvPr/>
          </p:nvSpPr>
          <p:spPr bwMode="auto">
            <a:xfrm>
              <a:off x="10816197"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137">
              <a:extLst>
                <a:ext uri="{FF2B5EF4-FFF2-40B4-BE49-F238E27FC236}">
                  <a16:creationId xmlns:a16="http://schemas.microsoft.com/office/drawing/2014/main" id="{A22DE3BE-D7D7-4570-BD5B-578C0D546A4B}"/>
                </a:ext>
              </a:extLst>
            </p:cNvPr>
            <p:cNvSpPr>
              <a:spLocks noChangeArrowheads="1"/>
            </p:cNvSpPr>
            <p:nvPr/>
          </p:nvSpPr>
          <p:spPr bwMode="auto">
            <a:xfrm>
              <a:off x="1127046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138">
              <a:extLst>
                <a:ext uri="{FF2B5EF4-FFF2-40B4-BE49-F238E27FC236}">
                  <a16:creationId xmlns:a16="http://schemas.microsoft.com/office/drawing/2014/main" id="{7A6BABE8-DBE8-441A-87BB-BA336C02DC7D}"/>
                </a:ext>
              </a:extLst>
            </p:cNvPr>
            <p:cNvSpPr>
              <a:spLocks noChangeArrowheads="1"/>
            </p:cNvSpPr>
            <p:nvPr/>
          </p:nvSpPr>
          <p:spPr bwMode="auto">
            <a:xfrm>
              <a:off x="1172589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140">
              <a:extLst>
                <a:ext uri="{FF2B5EF4-FFF2-40B4-BE49-F238E27FC236}">
                  <a16:creationId xmlns:a16="http://schemas.microsoft.com/office/drawing/2014/main" id="{E3D2014F-A2E0-433E-904B-8B6961F86454}"/>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141">
              <a:extLst>
                <a:ext uri="{FF2B5EF4-FFF2-40B4-BE49-F238E27FC236}">
                  <a16:creationId xmlns:a16="http://schemas.microsoft.com/office/drawing/2014/main" id="{69E93948-9F67-4652-940D-D296937F99EA}"/>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142">
              <a:extLst>
                <a:ext uri="{FF2B5EF4-FFF2-40B4-BE49-F238E27FC236}">
                  <a16:creationId xmlns:a16="http://schemas.microsoft.com/office/drawing/2014/main" id="{DF77B519-E891-4382-8E18-46FCB0F8C711}"/>
                </a:ext>
              </a:extLst>
            </p:cNvPr>
            <p:cNvSpPr>
              <a:spLocks noChangeArrowheads="1"/>
            </p:cNvSpPr>
            <p:nvPr/>
          </p:nvSpPr>
          <p:spPr bwMode="auto">
            <a:xfrm>
              <a:off x="1263805"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143">
              <a:extLst>
                <a:ext uri="{FF2B5EF4-FFF2-40B4-BE49-F238E27FC236}">
                  <a16:creationId xmlns:a16="http://schemas.microsoft.com/office/drawing/2014/main" id="{D5D17266-EBAA-471D-8E73-01469C4714ED}"/>
                </a:ext>
              </a:extLst>
            </p:cNvPr>
            <p:cNvSpPr>
              <a:spLocks noChangeArrowheads="1"/>
            </p:cNvSpPr>
            <p:nvPr/>
          </p:nvSpPr>
          <p:spPr bwMode="auto">
            <a:xfrm>
              <a:off x="1719239"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44">
              <a:extLst>
                <a:ext uri="{FF2B5EF4-FFF2-40B4-BE49-F238E27FC236}">
                  <a16:creationId xmlns:a16="http://schemas.microsoft.com/office/drawing/2014/main" id="{D44C52C9-4A4D-4A1A-8A29-69726A6A3047}"/>
                </a:ext>
              </a:extLst>
            </p:cNvPr>
            <p:cNvSpPr>
              <a:spLocks noChangeArrowheads="1"/>
            </p:cNvSpPr>
            <p:nvPr/>
          </p:nvSpPr>
          <p:spPr bwMode="auto">
            <a:xfrm>
              <a:off x="2173502"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45">
              <a:extLst>
                <a:ext uri="{FF2B5EF4-FFF2-40B4-BE49-F238E27FC236}">
                  <a16:creationId xmlns:a16="http://schemas.microsoft.com/office/drawing/2014/main" id="{FA87CB27-8CDF-4677-9DF5-DFB94C701152}"/>
                </a:ext>
              </a:extLst>
            </p:cNvPr>
            <p:cNvSpPr>
              <a:spLocks noChangeArrowheads="1"/>
            </p:cNvSpPr>
            <p:nvPr/>
          </p:nvSpPr>
          <p:spPr bwMode="auto">
            <a:xfrm>
              <a:off x="2628934"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6">
              <a:extLst>
                <a:ext uri="{FF2B5EF4-FFF2-40B4-BE49-F238E27FC236}">
                  <a16:creationId xmlns:a16="http://schemas.microsoft.com/office/drawing/2014/main" id="{4AADF530-084D-4ABD-9074-C7575F810C5D}"/>
                </a:ext>
              </a:extLst>
            </p:cNvPr>
            <p:cNvSpPr>
              <a:spLocks noChangeArrowheads="1"/>
            </p:cNvSpPr>
            <p:nvPr/>
          </p:nvSpPr>
          <p:spPr bwMode="auto">
            <a:xfrm>
              <a:off x="3083197"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59">
              <a:extLst>
                <a:ext uri="{FF2B5EF4-FFF2-40B4-BE49-F238E27FC236}">
                  <a16:creationId xmlns:a16="http://schemas.microsoft.com/office/drawing/2014/main" id="{C322B879-3988-4E94-A06A-2E2974CE59CC}"/>
                </a:ext>
              </a:extLst>
            </p:cNvPr>
            <p:cNvSpPr>
              <a:spLocks noChangeArrowheads="1"/>
            </p:cNvSpPr>
            <p:nvPr/>
          </p:nvSpPr>
          <p:spPr bwMode="auto">
            <a:xfrm>
              <a:off x="8996805"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60">
              <a:extLst>
                <a:ext uri="{FF2B5EF4-FFF2-40B4-BE49-F238E27FC236}">
                  <a16:creationId xmlns:a16="http://schemas.microsoft.com/office/drawing/2014/main" id="{1FB2D558-1E2B-4728-B37A-424934B7ADAF}"/>
                </a:ext>
              </a:extLst>
            </p:cNvPr>
            <p:cNvSpPr>
              <a:spLocks noChangeArrowheads="1"/>
            </p:cNvSpPr>
            <p:nvPr/>
          </p:nvSpPr>
          <p:spPr bwMode="auto">
            <a:xfrm>
              <a:off x="9451068"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61">
              <a:extLst>
                <a:ext uri="{FF2B5EF4-FFF2-40B4-BE49-F238E27FC236}">
                  <a16:creationId xmlns:a16="http://schemas.microsoft.com/office/drawing/2014/main" id="{0A804D08-6835-454A-A817-80AFAFA274F8}"/>
                </a:ext>
              </a:extLst>
            </p:cNvPr>
            <p:cNvSpPr>
              <a:spLocks noChangeArrowheads="1"/>
            </p:cNvSpPr>
            <p:nvPr/>
          </p:nvSpPr>
          <p:spPr bwMode="auto">
            <a:xfrm>
              <a:off x="9906501"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62">
              <a:extLst>
                <a:ext uri="{FF2B5EF4-FFF2-40B4-BE49-F238E27FC236}">
                  <a16:creationId xmlns:a16="http://schemas.microsoft.com/office/drawing/2014/main" id="{088B375A-8C1A-4982-9F8E-9B47B9FDCA26}"/>
                </a:ext>
              </a:extLst>
            </p:cNvPr>
            <p:cNvSpPr>
              <a:spLocks noChangeArrowheads="1"/>
            </p:cNvSpPr>
            <p:nvPr/>
          </p:nvSpPr>
          <p:spPr bwMode="auto">
            <a:xfrm>
              <a:off x="10360763"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163">
              <a:extLst>
                <a:ext uri="{FF2B5EF4-FFF2-40B4-BE49-F238E27FC236}">
                  <a16:creationId xmlns:a16="http://schemas.microsoft.com/office/drawing/2014/main" id="{7FDDF96D-95E0-4634-92CA-2BD5749E0D2E}"/>
                </a:ext>
              </a:extLst>
            </p:cNvPr>
            <p:cNvSpPr>
              <a:spLocks noChangeArrowheads="1"/>
            </p:cNvSpPr>
            <p:nvPr/>
          </p:nvSpPr>
          <p:spPr bwMode="auto">
            <a:xfrm>
              <a:off x="10816197"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164">
              <a:extLst>
                <a:ext uri="{FF2B5EF4-FFF2-40B4-BE49-F238E27FC236}">
                  <a16:creationId xmlns:a16="http://schemas.microsoft.com/office/drawing/2014/main" id="{FFAB5B60-AC73-4661-9026-4738F218AA02}"/>
                </a:ext>
              </a:extLst>
            </p:cNvPr>
            <p:cNvSpPr>
              <a:spLocks noChangeArrowheads="1"/>
            </p:cNvSpPr>
            <p:nvPr/>
          </p:nvSpPr>
          <p:spPr bwMode="auto">
            <a:xfrm>
              <a:off x="11270460"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165">
              <a:extLst>
                <a:ext uri="{FF2B5EF4-FFF2-40B4-BE49-F238E27FC236}">
                  <a16:creationId xmlns:a16="http://schemas.microsoft.com/office/drawing/2014/main" id="{55977D1F-AEBB-4C53-9386-D84525085BA2}"/>
                </a:ext>
              </a:extLst>
            </p:cNvPr>
            <p:cNvSpPr>
              <a:spLocks noChangeArrowheads="1"/>
            </p:cNvSpPr>
            <p:nvPr/>
          </p:nvSpPr>
          <p:spPr bwMode="auto">
            <a:xfrm>
              <a:off x="11725892"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167">
              <a:extLst>
                <a:ext uri="{FF2B5EF4-FFF2-40B4-BE49-F238E27FC236}">
                  <a16:creationId xmlns:a16="http://schemas.microsoft.com/office/drawing/2014/main" id="{1DC84208-E766-4580-A861-C3CFC0E372B3}"/>
                </a:ext>
              </a:extLst>
            </p:cNvPr>
            <p:cNvSpPr>
              <a:spLocks noChangeArrowheads="1"/>
            </p:cNvSpPr>
            <p:nvPr/>
          </p:nvSpPr>
          <p:spPr bwMode="auto">
            <a:xfrm>
              <a:off x="35411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168">
              <a:extLst>
                <a:ext uri="{FF2B5EF4-FFF2-40B4-BE49-F238E27FC236}">
                  <a16:creationId xmlns:a16="http://schemas.microsoft.com/office/drawing/2014/main" id="{2325F7E8-2FD3-4BEC-A7B6-AD4FD4B1F52B}"/>
                </a:ext>
              </a:extLst>
            </p:cNvPr>
            <p:cNvSpPr>
              <a:spLocks noChangeArrowheads="1"/>
            </p:cNvSpPr>
            <p:nvPr/>
          </p:nvSpPr>
          <p:spPr bwMode="auto">
            <a:xfrm>
              <a:off x="809542"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169">
              <a:extLst>
                <a:ext uri="{FF2B5EF4-FFF2-40B4-BE49-F238E27FC236}">
                  <a16:creationId xmlns:a16="http://schemas.microsoft.com/office/drawing/2014/main" id="{E25EE725-3FFE-489B-90BB-54AF71067972}"/>
                </a:ext>
              </a:extLst>
            </p:cNvPr>
            <p:cNvSpPr>
              <a:spLocks noChangeArrowheads="1"/>
            </p:cNvSpPr>
            <p:nvPr/>
          </p:nvSpPr>
          <p:spPr bwMode="auto">
            <a:xfrm>
              <a:off x="1263805"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170">
              <a:extLst>
                <a:ext uri="{FF2B5EF4-FFF2-40B4-BE49-F238E27FC236}">
                  <a16:creationId xmlns:a16="http://schemas.microsoft.com/office/drawing/2014/main" id="{5FF69CBE-D1C4-47E2-B021-1A16583B8650}"/>
                </a:ext>
              </a:extLst>
            </p:cNvPr>
            <p:cNvSpPr>
              <a:spLocks noChangeArrowheads="1"/>
            </p:cNvSpPr>
            <p:nvPr/>
          </p:nvSpPr>
          <p:spPr bwMode="auto">
            <a:xfrm>
              <a:off x="1719239"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71">
              <a:extLst>
                <a:ext uri="{FF2B5EF4-FFF2-40B4-BE49-F238E27FC236}">
                  <a16:creationId xmlns:a16="http://schemas.microsoft.com/office/drawing/2014/main" id="{2FD7DC93-4697-49F2-9683-A519993F3DBD}"/>
                </a:ext>
              </a:extLst>
            </p:cNvPr>
            <p:cNvSpPr>
              <a:spLocks noChangeArrowheads="1"/>
            </p:cNvSpPr>
            <p:nvPr/>
          </p:nvSpPr>
          <p:spPr bwMode="auto">
            <a:xfrm>
              <a:off x="2173502"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72">
              <a:extLst>
                <a:ext uri="{FF2B5EF4-FFF2-40B4-BE49-F238E27FC236}">
                  <a16:creationId xmlns:a16="http://schemas.microsoft.com/office/drawing/2014/main" id="{F078C2FC-1AFA-4F34-AEB1-722384C0DD75}"/>
                </a:ext>
              </a:extLst>
            </p:cNvPr>
            <p:cNvSpPr>
              <a:spLocks noChangeArrowheads="1"/>
            </p:cNvSpPr>
            <p:nvPr/>
          </p:nvSpPr>
          <p:spPr bwMode="auto">
            <a:xfrm>
              <a:off x="2628934"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73">
              <a:extLst>
                <a:ext uri="{FF2B5EF4-FFF2-40B4-BE49-F238E27FC236}">
                  <a16:creationId xmlns:a16="http://schemas.microsoft.com/office/drawing/2014/main" id="{B4CD4DEB-6026-4ACE-9EF8-D5BB38BCDBC2}"/>
                </a:ext>
              </a:extLst>
            </p:cNvPr>
            <p:cNvSpPr>
              <a:spLocks noChangeArrowheads="1"/>
            </p:cNvSpPr>
            <p:nvPr/>
          </p:nvSpPr>
          <p:spPr bwMode="auto">
            <a:xfrm>
              <a:off x="3083197"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86">
              <a:extLst>
                <a:ext uri="{FF2B5EF4-FFF2-40B4-BE49-F238E27FC236}">
                  <a16:creationId xmlns:a16="http://schemas.microsoft.com/office/drawing/2014/main" id="{7BFD734A-1348-4955-827A-416C4FCDC6C5}"/>
                </a:ext>
              </a:extLst>
            </p:cNvPr>
            <p:cNvSpPr>
              <a:spLocks noChangeArrowheads="1"/>
            </p:cNvSpPr>
            <p:nvPr/>
          </p:nvSpPr>
          <p:spPr bwMode="auto">
            <a:xfrm>
              <a:off x="8996805"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87">
              <a:extLst>
                <a:ext uri="{FF2B5EF4-FFF2-40B4-BE49-F238E27FC236}">
                  <a16:creationId xmlns:a16="http://schemas.microsoft.com/office/drawing/2014/main" id="{639C0A45-AA0E-4799-9B48-D56FD46E76CB}"/>
                </a:ext>
              </a:extLst>
            </p:cNvPr>
            <p:cNvSpPr>
              <a:spLocks noChangeArrowheads="1"/>
            </p:cNvSpPr>
            <p:nvPr/>
          </p:nvSpPr>
          <p:spPr bwMode="auto">
            <a:xfrm>
              <a:off x="9451068"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88">
              <a:extLst>
                <a:ext uri="{FF2B5EF4-FFF2-40B4-BE49-F238E27FC236}">
                  <a16:creationId xmlns:a16="http://schemas.microsoft.com/office/drawing/2014/main" id="{27B6305A-BDDA-4961-B3ED-4CDE68C9BE7C}"/>
                </a:ext>
              </a:extLst>
            </p:cNvPr>
            <p:cNvSpPr>
              <a:spLocks noChangeArrowheads="1"/>
            </p:cNvSpPr>
            <p:nvPr/>
          </p:nvSpPr>
          <p:spPr bwMode="auto">
            <a:xfrm>
              <a:off x="9906501"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89">
              <a:extLst>
                <a:ext uri="{FF2B5EF4-FFF2-40B4-BE49-F238E27FC236}">
                  <a16:creationId xmlns:a16="http://schemas.microsoft.com/office/drawing/2014/main" id="{DD6CA54E-582F-4C37-9D3A-BFA3E45D2528}"/>
                </a:ext>
              </a:extLst>
            </p:cNvPr>
            <p:cNvSpPr>
              <a:spLocks noChangeArrowheads="1"/>
            </p:cNvSpPr>
            <p:nvPr/>
          </p:nvSpPr>
          <p:spPr bwMode="auto">
            <a:xfrm>
              <a:off x="10360763"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190">
              <a:extLst>
                <a:ext uri="{FF2B5EF4-FFF2-40B4-BE49-F238E27FC236}">
                  <a16:creationId xmlns:a16="http://schemas.microsoft.com/office/drawing/2014/main" id="{14E6965D-E230-4479-A391-3BCD5A2BBBDE}"/>
                </a:ext>
              </a:extLst>
            </p:cNvPr>
            <p:cNvSpPr>
              <a:spLocks noChangeArrowheads="1"/>
            </p:cNvSpPr>
            <p:nvPr/>
          </p:nvSpPr>
          <p:spPr bwMode="auto">
            <a:xfrm>
              <a:off x="10816197"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191">
              <a:extLst>
                <a:ext uri="{FF2B5EF4-FFF2-40B4-BE49-F238E27FC236}">
                  <a16:creationId xmlns:a16="http://schemas.microsoft.com/office/drawing/2014/main" id="{363FE856-8F60-49E3-9E59-695D571F0311}"/>
                </a:ext>
              </a:extLst>
            </p:cNvPr>
            <p:cNvSpPr>
              <a:spLocks noChangeArrowheads="1"/>
            </p:cNvSpPr>
            <p:nvPr/>
          </p:nvSpPr>
          <p:spPr bwMode="auto">
            <a:xfrm>
              <a:off x="1127046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192">
              <a:extLst>
                <a:ext uri="{FF2B5EF4-FFF2-40B4-BE49-F238E27FC236}">
                  <a16:creationId xmlns:a16="http://schemas.microsoft.com/office/drawing/2014/main" id="{2FB0342C-B7FA-47B4-B1FF-6954791FDF74}"/>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194">
              <a:extLst>
                <a:ext uri="{FF2B5EF4-FFF2-40B4-BE49-F238E27FC236}">
                  <a16:creationId xmlns:a16="http://schemas.microsoft.com/office/drawing/2014/main" id="{1122B8B2-F8E5-4A2E-A416-E53AAE197ABA}"/>
                </a:ext>
              </a:extLst>
            </p:cNvPr>
            <p:cNvSpPr>
              <a:spLocks noChangeArrowheads="1"/>
            </p:cNvSpPr>
            <p:nvPr/>
          </p:nvSpPr>
          <p:spPr bwMode="auto">
            <a:xfrm>
              <a:off x="354110"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195">
              <a:extLst>
                <a:ext uri="{FF2B5EF4-FFF2-40B4-BE49-F238E27FC236}">
                  <a16:creationId xmlns:a16="http://schemas.microsoft.com/office/drawing/2014/main" id="{4B87FC86-0D1F-4F15-9C22-AA0B2E2E129C}"/>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196">
              <a:extLst>
                <a:ext uri="{FF2B5EF4-FFF2-40B4-BE49-F238E27FC236}">
                  <a16:creationId xmlns:a16="http://schemas.microsoft.com/office/drawing/2014/main" id="{F8DDBB36-03C4-472F-9030-50E6B3212B8F}"/>
                </a:ext>
              </a:extLst>
            </p:cNvPr>
            <p:cNvSpPr>
              <a:spLocks noChangeArrowheads="1"/>
            </p:cNvSpPr>
            <p:nvPr/>
          </p:nvSpPr>
          <p:spPr bwMode="auto">
            <a:xfrm>
              <a:off x="1263805"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197">
              <a:extLst>
                <a:ext uri="{FF2B5EF4-FFF2-40B4-BE49-F238E27FC236}">
                  <a16:creationId xmlns:a16="http://schemas.microsoft.com/office/drawing/2014/main" id="{E84F816D-E7F7-4FC6-9198-C7A278EDBFC6}"/>
                </a:ext>
              </a:extLst>
            </p:cNvPr>
            <p:cNvSpPr>
              <a:spLocks noChangeArrowheads="1"/>
            </p:cNvSpPr>
            <p:nvPr/>
          </p:nvSpPr>
          <p:spPr bwMode="auto">
            <a:xfrm>
              <a:off x="1719239"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98">
              <a:extLst>
                <a:ext uri="{FF2B5EF4-FFF2-40B4-BE49-F238E27FC236}">
                  <a16:creationId xmlns:a16="http://schemas.microsoft.com/office/drawing/2014/main" id="{8C5E4DCC-4206-42A4-BE08-8E415FF60FB7}"/>
                </a:ext>
              </a:extLst>
            </p:cNvPr>
            <p:cNvSpPr>
              <a:spLocks noChangeArrowheads="1"/>
            </p:cNvSpPr>
            <p:nvPr/>
          </p:nvSpPr>
          <p:spPr bwMode="auto">
            <a:xfrm>
              <a:off x="2173502"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99">
              <a:extLst>
                <a:ext uri="{FF2B5EF4-FFF2-40B4-BE49-F238E27FC236}">
                  <a16:creationId xmlns:a16="http://schemas.microsoft.com/office/drawing/2014/main" id="{3EE8B95F-3C8D-4F9E-84E8-BEA481060C20}"/>
                </a:ext>
              </a:extLst>
            </p:cNvPr>
            <p:cNvSpPr>
              <a:spLocks noChangeArrowheads="1"/>
            </p:cNvSpPr>
            <p:nvPr/>
          </p:nvSpPr>
          <p:spPr bwMode="auto">
            <a:xfrm>
              <a:off x="2628934"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200">
              <a:extLst>
                <a:ext uri="{FF2B5EF4-FFF2-40B4-BE49-F238E27FC236}">
                  <a16:creationId xmlns:a16="http://schemas.microsoft.com/office/drawing/2014/main" id="{5E59882C-157C-443F-9111-16EC7661D405}"/>
                </a:ext>
              </a:extLst>
            </p:cNvPr>
            <p:cNvSpPr>
              <a:spLocks noChangeArrowheads="1"/>
            </p:cNvSpPr>
            <p:nvPr/>
          </p:nvSpPr>
          <p:spPr bwMode="auto">
            <a:xfrm>
              <a:off x="3083197"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214">
              <a:extLst>
                <a:ext uri="{FF2B5EF4-FFF2-40B4-BE49-F238E27FC236}">
                  <a16:creationId xmlns:a16="http://schemas.microsoft.com/office/drawing/2014/main" id="{779BE661-91DF-4B4E-8AF9-45D24F4AD61F}"/>
                </a:ext>
              </a:extLst>
            </p:cNvPr>
            <p:cNvSpPr>
              <a:spLocks noChangeArrowheads="1"/>
            </p:cNvSpPr>
            <p:nvPr/>
          </p:nvSpPr>
          <p:spPr bwMode="auto">
            <a:xfrm>
              <a:off x="8996805"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215">
              <a:extLst>
                <a:ext uri="{FF2B5EF4-FFF2-40B4-BE49-F238E27FC236}">
                  <a16:creationId xmlns:a16="http://schemas.microsoft.com/office/drawing/2014/main" id="{91810401-B6D2-4EA1-B203-697A04323630}"/>
                </a:ext>
              </a:extLst>
            </p:cNvPr>
            <p:cNvSpPr>
              <a:spLocks noChangeArrowheads="1"/>
            </p:cNvSpPr>
            <p:nvPr/>
          </p:nvSpPr>
          <p:spPr bwMode="auto">
            <a:xfrm>
              <a:off x="9451068"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216">
              <a:extLst>
                <a:ext uri="{FF2B5EF4-FFF2-40B4-BE49-F238E27FC236}">
                  <a16:creationId xmlns:a16="http://schemas.microsoft.com/office/drawing/2014/main" id="{CC3BED62-8CA0-4375-AB0A-72617711B089}"/>
                </a:ext>
              </a:extLst>
            </p:cNvPr>
            <p:cNvSpPr>
              <a:spLocks noChangeArrowheads="1"/>
            </p:cNvSpPr>
            <p:nvPr/>
          </p:nvSpPr>
          <p:spPr bwMode="auto">
            <a:xfrm>
              <a:off x="9906502"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217">
              <a:extLst>
                <a:ext uri="{FF2B5EF4-FFF2-40B4-BE49-F238E27FC236}">
                  <a16:creationId xmlns:a16="http://schemas.microsoft.com/office/drawing/2014/main" id="{64B31A64-91AE-4DF4-8D81-94752C7872B7}"/>
                </a:ext>
              </a:extLst>
            </p:cNvPr>
            <p:cNvSpPr>
              <a:spLocks noChangeArrowheads="1"/>
            </p:cNvSpPr>
            <p:nvPr/>
          </p:nvSpPr>
          <p:spPr bwMode="auto">
            <a:xfrm>
              <a:off x="10360764"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18">
              <a:extLst>
                <a:ext uri="{FF2B5EF4-FFF2-40B4-BE49-F238E27FC236}">
                  <a16:creationId xmlns:a16="http://schemas.microsoft.com/office/drawing/2014/main" id="{9ECDDCA8-99C7-4E2C-A3DA-6A39A54613B9}"/>
                </a:ext>
              </a:extLst>
            </p:cNvPr>
            <p:cNvSpPr>
              <a:spLocks noChangeArrowheads="1"/>
            </p:cNvSpPr>
            <p:nvPr/>
          </p:nvSpPr>
          <p:spPr bwMode="auto">
            <a:xfrm>
              <a:off x="10816197"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19">
              <a:extLst>
                <a:ext uri="{FF2B5EF4-FFF2-40B4-BE49-F238E27FC236}">
                  <a16:creationId xmlns:a16="http://schemas.microsoft.com/office/drawing/2014/main" id="{9E610FA0-F583-4C87-9186-97DA3A3F507B}"/>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0">
              <a:extLst>
                <a:ext uri="{FF2B5EF4-FFF2-40B4-BE49-F238E27FC236}">
                  <a16:creationId xmlns:a16="http://schemas.microsoft.com/office/drawing/2014/main" id="{C0181C2A-AC28-493E-9832-9D5782282822}"/>
                </a:ext>
              </a:extLst>
            </p:cNvPr>
            <p:cNvSpPr>
              <a:spLocks noChangeArrowheads="1"/>
            </p:cNvSpPr>
            <p:nvPr/>
          </p:nvSpPr>
          <p:spPr bwMode="auto">
            <a:xfrm>
              <a:off x="11725893"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22">
              <a:extLst>
                <a:ext uri="{FF2B5EF4-FFF2-40B4-BE49-F238E27FC236}">
                  <a16:creationId xmlns:a16="http://schemas.microsoft.com/office/drawing/2014/main" id="{3A65CCD8-DA6B-47D9-BE08-9831358B7F2E}"/>
                </a:ext>
              </a:extLst>
            </p:cNvPr>
            <p:cNvSpPr>
              <a:spLocks noChangeArrowheads="1"/>
            </p:cNvSpPr>
            <p:nvPr/>
          </p:nvSpPr>
          <p:spPr bwMode="auto">
            <a:xfrm>
              <a:off x="35411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23">
              <a:extLst>
                <a:ext uri="{FF2B5EF4-FFF2-40B4-BE49-F238E27FC236}">
                  <a16:creationId xmlns:a16="http://schemas.microsoft.com/office/drawing/2014/main" id="{432DF8DB-2535-4604-A56C-4F411A13AB16}"/>
                </a:ext>
              </a:extLst>
            </p:cNvPr>
            <p:cNvSpPr>
              <a:spLocks noChangeArrowheads="1"/>
            </p:cNvSpPr>
            <p:nvPr/>
          </p:nvSpPr>
          <p:spPr bwMode="auto">
            <a:xfrm>
              <a:off x="80954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224">
              <a:extLst>
                <a:ext uri="{FF2B5EF4-FFF2-40B4-BE49-F238E27FC236}">
                  <a16:creationId xmlns:a16="http://schemas.microsoft.com/office/drawing/2014/main" id="{B585B91F-5190-4F14-B1D1-F49E48A0D846}"/>
                </a:ext>
              </a:extLst>
            </p:cNvPr>
            <p:cNvSpPr>
              <a:spLocks noChangeArrowheads="1"/>
            </p:cNvSpPr>
            <p:nvPr/>
          </p:nvSpPr>
          <p:spPr bwMode="auto">
            <a:xfrm>
              <a:off x="1263806"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225">
              <a:extLst>
                <a:ext uri="{FF2B5EF4-FFF2-40B4-BE49-F238E27FC236}">
                  <a16:creationId xmlns:a16="http://schemas.microsoft.com/office/drawing/2014/main" id="{49F28844-8AC8-4173-B5BB-9FF425A50C64}"/>
                </a:ext>
              </a:extLst>
            </p:cNvPr>
            <p:cNvSpPr>
              <a:spLocks noChangeArrowheads="1"/>
            </p:cNvSpPr>
            <p:nvPr/>
          </p:nvSpPr>
          <p:spPr bwMode="auto">
            <a:xfrm>
              <a:off x="1719239"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226">
              <a:extLst>
                <a:ext uri="{FF2B5EF4-FFF2-40B4-BE49-F238E27FC236}">
                  <a16:creationId xmlns:a16="http://schemas.microsoft.com/office/drawing/2014/main" id="{E750B745-BCDB-4D34-BBB4-107F549419DC}"/>
                </a:ext>
              </a:extLst>
            </p:cNvPr>
            <p:cNvSpPr>
              <a:spLocks noChangeArrowheads="1"/>
            </p:cNvSpPr>
            <p:nvPr/>
          </p:nvSpPr>
          <p:spPr bwMode="auto">
            <a:xfrm>
              <a:off x="2173502"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227">
              <a:extLst>
                <a:ext uri="{FF2B5EF4-FFF2-40B4-BE49-F238E27FC236}">
                  <a16:creationId xmlns:a16="http://schemas.microsoft.com/office/drawing/2014/main" id="{CB843387-A206-4CDB-845C-87952DF4F7C0}"/>
                </a:ext>
              </a:extLst>
            </p:cNvPr>
            <p:cNvSpPr>
              <a:spLocks noChangeArrowheads="1"/>
            </p:cNvSpPr>
            <p:nvPr/>
          </p:nvSpPr>
          <p:spPr bwMode="auto">
            <a:xfrm>
              <a:off x="262893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228">
              <a:extLst>
                <a:ext uri="{FF2B5EF4-FFF2-40B4-BE49-F238E27FC236}">
                  <a16:creationId xmlns:a16="http://schemas.microsoft.com/office/drawing/2014/main" id="{F7012F48-14EA-4A10-B23B-D2DD376FDAFE}"/>
                </a:ext>
              </a:extLst>
            </p:cNvPr>
            <p:cNvSpPr>
              <a:spLocks noChangeArrowheads="1"/>
            </p:cNvSpPr>
            <p:nvPr/>
          </p:nvSpPr>
          <p:spPr bwMode="auto">
            <a:xfrm>
              <a:off x="308319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241">
              <a:extLst>
                <a:ext uri="{FF2B5EF4-FFF2-40B4-BE49-F238E27FC236}">
                  <a16:creationId xmlns:a16="http://schemas.microsoft.com/office/drawing/2014/main" id="{9071865C-5264-4C64-86F2-5F136CDB3D1A}"/>
                </a:ext>
              </a:extLst>
            </p:cNvPr>
            <p:cNvSpPr>
              <a:spLocks noChangeArrowheads="1"/>
            </p:cNvSpPr>
            <p:nvPr/>
          </p:nvSpPr>
          <p:spPr bwMode="auto">
            <a:xfrm>
              <a:off x="899680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242">
              <a:extLst>
                <a:ext uri="{FF2B5EF4-FFF2-40B4-BE49-F238E27FC236}">
                  <a16:creationId xmlns:a16="http://schemas.microsoft.com/office/drawing/2014/main" id="{5FC89895-3E12-4B31-8AC4-F2C571271BAC}"/>
                </a:ext>
              </a:extLst>
            </p:cNvPr>
            <p:cNvSpPr>
              <a:spLocks noChangeArrowheads="1"/>
            </p:cNvSpPr>
            <p:nvPr/>
          </p:nvSpPr>
          <p:spPr bwMode="auto">
            <a:xfrm>
              <a:off x="945106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243">
              <a:extLst>
                <a:ext uri="{FF2B5EF4-FFF2-40B4-BE49-F238E27FC236}">
                  <a16:creationId xmlns:a16="http://schemas.microsoft.com/office/drawing/2014/main" id="{822714A3-365A-4F69-84FD-C7A6C113C1B7}"/>
                </a:ext>
              </a:extLst>
            </p:cNvPr>
            <p:cNvSpPr>
              <a:spLocks noChangeArrowheads="1"/>
            </p:cNvSpPr>
            <p:nvPr/>
          </p:nvSpPr>
          <p:spPr bwMode="auto">
            <a:xfrm>
              <a:off x="9906502"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244">
              <a:extLst>
                <a:ext uri="{FF2B5EF4-FFF2-40B4-BE49-F238E27FC236}">
                  <a16:creationId xmlns:a16="http://schemas.microsoft.com/office/drawing/2014/main" id="{E831580F-B4FA-4FC0-94FF-AD9DB2B2F955}"/>
                </a:ext>
              </a:extLst>
            </p:cNvPr>
            <p:cNvSpPr>
              <a:spLocks noChangeArrowheads="1"/>
            </p:cNvSpPr>
            <p:nvPr/>
          </p:nvSpPr>
          <p:spPr bwMode="auto">
            <a:xfrm>
              <a:off x="10360764"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45">
              <a:extLst>
                <a:ext uri="{FF2B5EF4-FFF2-40B4-BE49-F238E27FC236}">
                  <a16:creationId xmlns:a16="http://schemas.microsoft.com/office/drawing/2014/main" id="{6FC45DDA-F270-4338-BB79-E4F603065B23}"/>
                </a:ext>
              </a:extLst>
            </p:cNvPr>
            <p:cNvSpPr>
              <a:spLocks noChangeArrowheads="1"/>
            </p:cNvSpPr>
            <p:nvPr/>
          </p:nvSpPr>
          <p:spPr bwMode="auto">
            <a:xfrm>
              <a:off x="10816197"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46">
              <a:extLst>
                <a:ext uri="{FF2B5EF4-FFF2-40B4-BE49-F238E27FC236}">
                  <a16:creationId xmlns:a16="http://schemas.microsoft.com/office/drawing/2014/main" id="{DF6A400A-8A10-49DE-A315-385C4794AAFE}"/>
                </a:ext>
              </a:extLst>
            </p:cNvPr>
            <p:cNvSpPr>
              <a:spLocks noChangeArrowheads="1"/>
            </p:cNvSpPr>
            <p:nvPr/>
          </p:nvSpPr>
          <p:spPr bwMode="auto">
            <a:xfrm>
              <a:off x="1127046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47">
              <a:extLst>
                <a:ext uri="{FF2B5EF4-FFF2-40B4-BE49-F238E27FC236}">
                  <a16:creationId xmlns:a16="http://schemas.microsoft.com/office/drawing/2014/main" id="{2EA6C4C3-FE6D-4C45-9F6E-327D1D5637C5}"/>
                </a:ext>
              </a:extLst>
            </p:cNvPr>
            <p:cNvSpPr>
              <a:spLocks noChangeArrowheads="1"/>
            </p:cNvSpPr>
            <p:nvPr/>
          </p:nvSpPr>
          <p:spPr bwMode="auto">
            <a:xfrm>
              <a:off x="1172589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49">
              <a:extLst>
                <a:ext uri="{FF2B5EF4-FFF2-40B4-BE49-F238E27FC236}">
                  <a16:creationId xmlns:a16="http://schemas.microsoft.com/office/drawing/2014/main" id="{9164A3A4-A0CB-4566-AFBE-563D91A10FBA}"/>
                </a:ext>
              </a:extLst>
            </p:cNvPr>
            <p:cNvSpPr>
              <a:spLocks noChangeArrowheads="1"/>
            </p:cNvSpPr>
            <p:nvPr/>
          </p:nvSpPr>
          <p:spPr bwMode="auto">
            <a:xfrm>
              <a:off x="354110"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0">
              <a:extLst>
                <a:ext uri="{FF2B5EF4-FFF2-40B4-BE49-F238E27FC236}">
                  <a16:creationId xmlns:a16="http://schemas.microsoft.com/office/drawing/2014/main" id="{FC689E73-96C3-4DFF-ABAC-A63C4BB15CE7}"/>
                </a:ext>
              </a:extLst>
            </p:cNvPr>
            <p:cNvSpPr>
              <a:spLocks noChangeArrowheads="1"/>
            </p:cNvSpPr>
            <p:nvPr/>
          </p:nvSpPr>
          <p:spPr bwMode="auto">
            <a:xfrm>
              <a:off x="809543"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8" name="Rectangle 251">
              <a:extLst>
                <a:ext uri="{FF2B5EF4-FFF2-40B4-BE49-F238E27FC236}">
                  <a16:creationId xmlns:a16="http://schemas.microsoft.com/office/drawing/2014/main" id="{49DC827D-FB7B-4DC2-A762-F5F17F148510}"/>
                </a:ext>
              </a:extLst>
            </p:cNvPr>
            <p:cNvSpPr>
              <a:spLocks noChangeArrowheads="1"/>
            </p:cNvSpPr>
            <p:nvPr/>
          </p:nvSpPr>
          <p:spPr bwMode="auto">
            <a:xfrm>
              <a:off x="1263806"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9" name="Rectangle 252">
              <a:extLst>
                <a:ext uri="{FF2B5EF4-FFF2-40B4-BE49-F238E27FC236}">
                  <a16:creationId xmlns:a16="http://schemas.microsoft.com/office/drawing/2014/main" id="{C228A320-DB20-438B-A918-A580ACBFC819}"/>
                </a:ext>
              </a:extLst>
            </p:cNvPr>
            <p:cNvSpPr>
              <a:spLocks noChangeArrowheads="1"/>
            </p:cNvSpPr>
            <p:nvPr/>
          </p:nvSpPr>
          <p:spPr bwMode="auto">
            <a:xfrm>
              <a:off x="1719239"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0" name="Rectangle 253">
              <a:extLst>
                <a:ext uri="{FF2B5EF4-FFF2-40B4-BE49-F238E27FC236}">
                  <a16:creationId xmlns:a16="http://schemas.microsoft.com/office/drawing/2014/main" id="{9897219B-EBD5-4581-8A2F-89939367A697}"/>
                </a:ext>
              </a:extLst>
            </p:cNvPr>
            <p:cNvSpPr>
              <a:spLocks noChangeArrowheads="1"/>
            </p:cNvSpPr>
            <p:nvPr/>
          </p:nvSpPr>
          <p:spPr bwMode="auto">
            <a:xfrm>
              <a:off x="2173502"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1" name="Rectangle 254">
              <a:extLst>
                <a:ext uri="{FF2B5EF4-FFF2-40B4-BE49-F238E27FC236}">
                  <a16:creationId xmlns:a16="http://schemas.microsoft.com/office/drawing/2014/main" id="{B8DDB46C-98EC-4AA3-8DC6-3C1937629765}"/>
                </a:ext>
              </a:extLst>
            </p:cNvPr>
            <p:cNvSpPr>
              <a:spLocks noChangeArrowheads="1"/>
            </p:cNvSpPr>
            <p:nvPr/>
          </p:nvSpPr>
          <p:spPr bwMode="auto">
            <a:xfrm>
              <a:off x="262893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2" name="Rectangle 255">
              <a:extLst>
                <a:ext uri="{FF2B5EF4-FFF2-40B4-BE49-F238E27FC236}">
                  <a16:creationId xmlns:a16="http://schemas.microsoft.com/office/drawing/2014/main" id="{808B3D4B-87CC-405D-9F91-FF03DD240C00}"/>
                </a:ext>
              </a:extLst>
            </p:cNvPr>
            <p:cNvSpPr>
              <a:spLocks noChangeArrowheads="1"/>
            </p:cNvSpPr>
            <p:nvPr/>
          </p:nvSpPr>
          <p:spPr bwMode="auto">
            <a:xfrm>
              <a:off x="308319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3" name="Rectangle 268">
              <a:extLst>
                <a:ext uri="{FF2B5EF4-FFF2-40B4-BE49-F238E27FC236}">
                  <a16:creationId xmlns:a16="http://schemas.microsoft.com/office/drawing/2014/main" id="{368C3B92-A8BF-48DA-A49B-DEEB8B156B24}"/>
                </a:ext>
              </a:extLst>
            </p:cNvPr>
            <p:cNvSpPr>
              <a:spLocks noChangeArrowheads="1"/>
            </p:cNvSpPr>
            <p:nvPr/>
          </p:nvSpPr>
          <p:spPr bwMode="auto">
            <a:xfrm>
              <a:off x="899680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4" name="Rectangle 269">
              <a:extLst>
                <a:ext uri="{FF2B5EF4-FFF2-40B4-BE49-F238E27FC236}">
                  <a16:creationId xmlns:a16="http://schemas.microsoft.com/office/drawing/2014/main" id="{C6AE408F-F0A6-4B28-9BE9-0FACFB243E81}"/>
                </a:ext>
              </a:extLst>
            </p:cNvPr>
            <p:cNvSpPr>
              <a:spLocks noChangeArrowheads="1"/>
            </p:cNvSpPr>
            <p:nvPr/>
          </p:nvSpPr>
          <p:spPr bwMode="auto">
            <a:xfrm>
              <a:off x="945106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270">
              <a:extLst>
                <a:ext uri="{FF2B5EF4-FFF2-40B4-BE49-F238E27FC236}">
                  <a16:creationId xmlns:a16="http://schemas.microsoft.com/office/drawing/2014/main" id="{78937A9C-A111-49DA-A588-1C93AD60FC74}"/>
                </a:ext>
              </a:extLst>
            </p:cNvPr>
            <p:cNvSpPr>
              <a:spLocks noChangeArrowheads="1"/>
            </p:cNvSpPr>
            <p:nvPr/>
          </p:nvSpPr>
          <p:spPr bwMode="auto">
            <a:xfrm>
              <a:off x="9906502"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271">
              <a:extLst>
                <a:ext uri="{FF2B5EF4-FFF2-40B4-BE49-F238E27FC236}">
                  <a16:creationId xmlns:a16="http://schemas.microsoft.com/office/drawing/2014/main" id="{89501F7C-3060-4F40-952B-8BEDDCE50CFE}"/>
                </a:ext>
              </a:extLst>
            </p:cNvPr>
            <p:cNvSpPr>
              <a:spLocks noChangeArrowheads="1"/>
            </p:cNvSpPr>
            <p:nvPr/>
          </p:nvSpPr>
          <p:spPr bwMode="auto">
            <a:xfrm>
              <a:off x="10360764"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272">
              <a:extLst>
                <a:ext uri="{FF2B5EF4-FFF2-40B4-BE49-F238E27FC236}">
                  <a16:creationId xmlns:a16="http://schemas.microsoft.com/office/drawing/2014/main" id="{C12674AC-F8DE-4BF0-B819-9E2A2AF2FE50}"/>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273">
              <a:extLst>
                <a:ext uri="{FF2B5EF4-FFF2-40B4-BE49-F238E27FC236}">
                  <a16:creationId xmlns:a16="http://schemas.microsoft.com/office/drawing/2014/main" id="{B7785334-7690-4CF7-9269-7772426EDD7F}"/>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274">
              <a:extLst>
                <a:ext uri="{FF2B5EF4-FFF2-40B4-BE49-F238E27FC236}">
                  <a16:creationId xmlns:a16="http://schemas.microsoft.com/office/drawing/2014/main" id="{1D74AEA1-716D-444E-9FA0-111672E596C6}"/>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276">
              <a:extLst>
                <a:ext uri="{FF2B5EF4-FFF2-40B4-BE49-F238E27FC236}">
                  <a16:creationId xmlns:a16="http://schemas.microsoft.com/office/drawing/2014/main" id="{3438C147-B1A7-4B1E-AE39-DA7715FBB4D4}"/>
                </a:ext>
              </a:extLst>
            </p:cNvPr>
            <p:cNvSpPr>
              <a:spLocks noChangeArrowheads="1"/>
            </p:cNvSpPr>
            <p:nvPr/>
          </p:nvSpPr>
          <p:spPr bwMode="auto">
            <a:xfrm>
              <a:off x="35411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277">
              <a:extLst>
                <a:ext uri="{FF2B5EF4-FFF2-40B4-BE49-F238E27FC236}">
                  <a16:creationId xmlns:a16="http://schemas.microsoft.com/office/drawing/2014/main" id="{84AA6B27-1DF9-4C1A-8EB8-285EAD7752BB}"/>
                </a:ext>
              </a:extLst>
            </p:cNvPr>
            <p:cNvSpPr>
              <a:spLocks noChangeArrowheads="1"/>
            </p:cNvSpPr>
            <p:nvPr/>
          </p:nvSpPr>
          <p:spPr bwMode="auto">
            <a:xfrm>
              <a:off x="80954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278">
              <a:extLst>
                <a:ext uri="{FF2B5EF4-FFF2-40B4-BE49-F238E27FC236}">
                  <a16:creationId xmlns:a16="http://schemas.microsoft.com/office/drawing/2014/main" id="{EC4CD7F9-CEBB-45D2-BC0F-696E95FC1ED0}"/>
                </a:ext>
              </a:extLst>
            </p:cNvPr>
            <p:cNvSpPr>
              <a:spLocks noChangeArrowheads="1"/>
            </p:cNvSpPr>
            <p:nvPr/>
          </p:nvSpPr>
          <p:spPr bwMode="auto">
            <a:xfrm>
              <a:off x="126380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279">
              <a:extLst>
                <a:ext uri="{FF2B5EF4-FFF2-40B4-BE49-F238E27FC236}">
                  <a16:creationId xmlns:a16="http://schemas.microsoft.com/office/drawing/2014/main" id="{25CE44E3-3ADD-478D-A105-8FBE0876C3E3}"/>
                </a:ext>
              </a:extLst>
            </p:cNvPr>
            <p:cNvSpPr>
              <a:spLocks noChangeArrowheads="1"/>
            </p:cNvSpPr>
            <p:nvPr/>
          </p:nvSpPr>
          <p:spPr bwMode="auto">
            <a:xfrm>
              <a:off x="1719239"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80">
              <a:extLst>
                <a:ext uri="{FF2B5EF4-FFF2-40B4-BE49-F238E27FC236}">
                  <a16:creationId xmlns:a16="http://schemas.microsoft.com/office/drawing/2014/main" id="{A8F0BFFE-3D79-4101-821A-4AF5607ECB15}"/>
                </a:ext>
              </a:extLst>
            </p:cNvPr>
            <p:cNvSpPr>
              <a:spLocks noChangeArrowheads="1"/>
            </p:cNvSpPr>
            <p:nvPr/>
          </p:nvSpPr>
          <p:spPr bwMode="auto">
            <a:xfrm>
              <a:off x="2173502"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81">
              <a:extLst>
                <a:ext uri="{FF2B5EF4-FFF2-40B4-BE49-F238E27FC236}">
                  <a16:creationId xmlns:a16="http://schemas.microsoft.com/office/drawing/2014/main" id="{84D419AF-8225-41B8-86F5-75B9A63B28CE}"/>
                </a:ext>
              </a:extLst>
            </p:cNvPr>
            <p:cNvSpPr>
              <a:spLocks noChangeArrowheads="1"/>
            </p:cNvSpPr>
            <p:nvPr/>
          </p:nvSpPr>
          <p:spPr bwMode="auto">
            <a:xfrm>
              <a:off x="262893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82">
              <a:extLst>
                <a:ext uri="{FF2B5EF4-FFF2-40B4-BE49-F238E27FC236}">
                  <a16:creationId xmlns:a16="http://schemas.microsoft.com/office/drawing/2014/main" id="{4E58BD16-2A71-4755-BC85-16C8F3739257}"/>
                </a:ext>
              </a:extLst>
            </p:cNvPr>
            <p:cNvSpPr>
              <a:spLocks noChangeArrowheads="1"/>
            </p:cNvSpPr>
            <p:nvPr/>
          </p:nvSpPr>
          <p:spPr bwMode="auto">
            <a:xfrm>
              <a:off x="308319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83">
              <a:extLst>
                <a:ext uri="{FF2B5EF4-FFF2-40B4-BE49-F238E27FC236}">
                  <a16:creationId xmlns:a16="http://schemas.microsoft.com/office/drawing/2014/main" id="{F56B1EBF-9ACC-4EEA-9794-00E325DCA5C8}"/>
                </a:ext>
              </a:extLst>
            </p:cNvPr>
            <p:cNvSpPr>
              <a:spLocks noChangeArrowheads="1"/>
            </p:cNvSpPr>
            <p:nvPr/>
          </p:nvSpPr>
          <p:spPr bwMode="auto">
            <a:xfrm>
              <a:off x="353863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84">
              <a:extLst>
                <a:ext uri="{FF2B5EF4-FFF2-40B4-BE49-F238E27FC236}">
                  <a16:creationId xmlns:a16="http://schemas.microsoft.com/office/drawing/2014/main" id="{CCFE505E-DEE7-4620-81F5-36AFA872F47C}"/>
                </a:ext>
              </a:extLst>
            </p:cNvPr>
            <p:cNvSpPr>
              <a:spLocks noChangeArrowheads="1"/>
            </p:cNvSpPr>
            <p:nvPr/>
          </p:nvSpPr>
          <p:spPr bwMode="auto">
            <a:xfrm>
              <a:off x="399289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9" name="Rectangle 285">
              <a:extLst>
                <a:ext uri="{FF2B5EF4-FFF2-40B4-BE49-F238E27FC236}">
                  <a16:creationId xmlns:a16="http://schemas.microsoft.com/office/drawing/2014/main" id="{30C4E4C1-9D8B-44EC-8D99-2E618636E26D}"/>
                </a:ext>
              </a:extLst>
            </p:cNvPr>
            <p:cNvSpPr>
              <a:spLocks noChangeArrowheads="1"/>
            </p:cNvSpPr>
            <p:nvPr/>
          </p:nvSpPr>
          <p:spPr bwMode="auto">
            <a:xfrm>
              <a:off x="4448327"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0" name="Rectangle 286">
              <a:extLst>
                <a:ext uri="{FF2B5EF4-FFF2-40B4-BE49-F238E27FC236}">
                  <a16:creationId xmlns:a16="http://schemas.microsoft.com/office/drawing/2014/main" id="{775CBB56-B210-43F2-87E2-DE5A0CA40D46}"/>
                </a:ext>
              </a:extLst>
            </p:cNvPr>
            <p:cNvSpPr>
              <a:spLocks noChangeArrowheads="1"/>
            </p:cNvSpPr>
            <p:nvPr/>
          </p:nvSpPr>
          <p:spPr bwMode="auto">
            <a:xfrm>
              <a:off x="490259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1" name="Rectangle 287">
              <a:extLst>
                <a:ext uri="{FF2B5EF4-FFF2-40B4-BE49-F238E27FC236}">
                  <a16:creationId xmlns:a16="http://schemas.microsoft.com/office/drawing/2014/main" id="{6667B41B-9A3E-4667-A1C7-B7369F01012C}"/>
                </a:ext>
              </a:extLst>
            </p:cNvPr>
            <p:cNvSpPr>
              <a:spLocks noChangeArrowheads="1"/>
            </p:cNvSpPr>
            <p:nvPr/>
          </p:nvSpPr>
          <p:spPr bwMode="auto">
            <a:xfrm>
              <a:off x="5358022"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2" name="Rectangle 288">
              <a:extLst>
                <a:ext uri="{FF2B5EF4-FFF2-40B4-BE49-F238E27FC236}">
                  <a16:creationId xmlns:a16="http://schemas.microsoft.com/office/drawing/2014/main" id="{796F6F02-6043-46B6-ACB2-F0D85A8658E6}"/>
                </a:ext>
              </a:extLst>
            </p:cNvPr>
            <p:cNvSpPr>
              <a:spLocks noChangeArrowheads="1"/>
            </p:cNvSpPr>
            <p:nvPr/>
          </p:nvSpPr>
          <p:spPr bwMode="auto">
            <a:xfrm>
              <a:off x="5812285"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3" name="Rectangle 289">
              <a:extLst>
                <a:ext uri="{FF2B5EF4-FFF2-40B4-BE49-F238E27FC236}">
                  <a16:creationId xmlns:a16="http://schemas.microsoft.com/office/drawing/2014/main" id="{929725D4-ED31-40E2-8AB3-47D0FD5DE573}"/>
                </a:ext>
              </a:extLst>
            </p:cNvPr>
            <p:cNvSpPr>
              <a:spLocks noChangeArrowheads="1"/>
            </p:cNvSpPr>
            <p:nvPr/>
          </p:nvSpPr>
          <p:spPr bwMode="auto">
            <a:xfrm>
              <a:off x="6267718"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4" name="Rectangle 290">
              <a:extLst>
                <a:ext uri="{FF2B5EF4-FFF2-40B4-BE49-F238E27FC236}">
                  <a16:creationId xmlns:a16="http://schemas.microsoft.com/office/drawing/2014/main" id="{6E0AE0BD-ECE4-468E-A5C9-0DE456154DD2}"/>
                </a:ext>
              </a:extLst>
            </p:cNvPr>
            <p:cNvSpPr>
              <a:spLocks noChangeArrowheads="1"/>
            </p:cNvSpPr>
            <p:nvPr/>
          </p:nvSpPr>
          <p:spPr bwMode="auto">
            <a:xfrm>
              <a:off x="6721981"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5" name="Rectangle 291">
              <a:extLst>
                <a:ext uri="{FF2B5EF4-FFF2-40B4-BE49-F238E27FC236}">
                  <a16:creationId xmlns:a16="http://schemas.microsoft.com/office/drawing/2014/main" id="{4400955C-33E1-4C75-9F63-728D8665A91F}"/>
                </a:ext>
              </a:extLst>
            </p:cNvPr>
            <p:cNvSpPr>
              <a:spLocks noChangeArrowheads="1"/>
            </p:cNvSpPr>
            <p:nvPr/>
          </p:nvSpPr>
          <p:spPr bwMode="auto">
            <a:xfrm>
              <a:off x="7177414"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6" name="Rectangle 292">
              <a:extLst>
                <a:ext uri="{FF2B5EF4-FFF2-40B4-BE49-F238E27FC236}">
                  <a16:creationId xmlns:a16="http://schemas.microsoft.com/office/drawing/2014/main" id="{D961C0B6-3B1B-4839-857B-114099F3F192}"/>
                </a:ext>
              </a:extLst>
            </p:cNvPr>
            <p:cNvSpPr>
              <a:spLocks noChangeArrowheads="1"/>
            </p:cNvSpPr>
            <p:nvPr/>
          </p:nvSpPr>
          <p:spPr bwMode="auto">
            <a:xfrm>
              <a:off x="763167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7" name="Rectangle 293">
              <a:extLst>
                <a:ext uri="{FF2B5EF4-FFF2-40B4-BE49-F238E27FC236}">
                  <a16:creationId xmlns:a16="http://schemas.microsoft.com/office/drawing/2014/main" id="{DF5F8018-F3F9-4B6A-961C-FDE42B1ACFD9}"/>
                </a:ext>
              </a:extLst>
            </p:cNvPr>
            <p:cNvSpPr>
              <a:spLocks noChangeArrowheads="1"/>
            </p:cNvSpPr>
            <p:nvPr/>
          </p:nvSpPr>
          <p:spPr bwMode="auto">
            <a:xfrm>
              <a:off x="808711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8" name="Rectangle 294">
              <a:extLst>
                <a:ext uri="{FF2B5EF4-FFF2-40B4-BE49-F238E27FC236}">
                  <a16:creationId xmlns:a16="http://schemas.microsoft.com/office/drawing/2014/main" id="{F9B0F8D9-7724-4ACF-BA7F-110AA4FF0CD6}"/>
                </a:ext>
              </a:extLst>
            </p:cNvPr>
            <p:cNvSpPr>
              <a:spLocks noChangeArrowheads="1"/>
            </p:cNvSpPr>
            <p:nvPr/>
          </p:nvSpPr>
          <p:spPr bwMode="auto">
            <a:xfrm>
              <a:off x="854137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9" name="Rectangle 295">
              <a:extLst>
                <a:ext uri="{FF2B5EF4-FFF2-40B4-BE49-F238E27FC236}">
                  <a16:creationId xmlns:a16="http://schemas.microsoft.com/office/drawing/2014/main" id="{1D3659AF-0565-450F-85E1-3D9707E72F53}"/>
                </a:ext>
              </a:extLst>
            </p:cNvPr>
            <p:cNvSpPr>
              <a:spLocks noChangeArrowheads="1"/>
            </p:cNvSpPr>
            <p:nvPr/>
          </p:nvSpPr>
          <p:spPr bwMode="auto">
            <a:xfrm>
              <a:off x="899680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0" name="Rectangle 296">
              <a:extLst>
                <a:ext uri="{FF2B5EF4-FFF2-40B4-BE49-F238E27FC236}">
                  <a16:creationId xmlns:a16="http://schemas.microsoft.com/office/drawing/2014/main" id="{5FE90139-0B55-4644-A3B5-120193B9A581}"/>
                </a:ext>
              </a:extLst>
            </p:cNvPr>
            <p:cNvSpPr>
              <a:spLocks noChangeArrowheads="1"/>
            </p:cNvSpPr>
            <p:nvPr/>
          </p:nvSpPr>
          <p:spPr bwMode="auto">
            <a:xfrm>
              <a:off x="945106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1" name="Rectangle 297">
              <a:extLst>
                <a:ext uri="{FF2B5EF4-FFF2-40B4-BE49-F238E27FC236}">
                  <a16:creationId xmlns:a16="http://schemas.microsoft.com/office/drawing/2014/main" id="{5C52DEE4-F75A-448E-AC22-D4A8424D605A}"/>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2" name="Rectangle 298">
              <a:extLst>
                <a:ext uri="{FF2B5EF4-FFF2-40B4-BE49-F238E27FC236}">
                  <a16:creationId xmlns:a16="http://schemas.microsoft.com/office/drawing/2014/main" id="{0FAA6019-458E-49C0-82BF-4DA9376EF5EF}"/>
                </a:ext>
              </a:extLst>
            </p:cNvPr>
            <p:cNvSpPr>
              <a:spLocks noChangeArrowheads="1"/>
            </p:cNvSpPr>
            <p:nvPr/>
          </p:nvSpPr>
          <p:spPr bwMode="auto">
            <a:xfrm>
              <a:off x="10360764"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3" name="Rectangle 299">
              <a:extLst>
                <a:ext uri="{FF2B5EF4-FFF2-40B4-BE49-F238E27FC236}">
                  <a16:creationId xmlns:a16="http://schemas.microsoft.com/office/drawing/2014/main" id="{A10BEF18-4D65-4ECD-AD29-9B429488E510}"/>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4" name="Rectangle 300">
              <a:extLst>
                <a:ext uri="{FF2B5EF4-FFF2-40B4-BE49-F238E27FC236}">
                  <a16:creationId xmlns:a16="http://schemas.microsoft.com/office/drawing/2014/main" id="{B5150899-574E-4361-8BD8-908931E2F979}"/>
                </a:ext>
              </a:extLst>
            </p:cNvPr>
            <p:cNvSpPr>
              <a:spLocks noChangeArrowheads="1"/>
            </p:cNvSpPr>
            <p:nvPr/>
          </p:nvSpPr>
          <p:spPr bwMode="auto">
            <a:xfrm>
              <a:off x="1127046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5" name="Rectangle 301">
              <a:extLst>
                <a:ext uri="{FF2B5EF4-FFF2-40B4-BE49-F238E27FC236}">
                  <a16:creationId xmlns:a16="http://schemas.microsoft.com/office/drawing/2014/main" id="{BEA711FE-B1AF-4B37-81CB-C560FA27C379}"/>
                </a:ext>
              </a:extLst>
            </p:cNvPr>
            <p:cNvSpPr>
              <a:spLocks noChangeArrowheads="1"/>
            </p:cNvSpPr>
            <p:nvPr/>
          </p:nvSpPr>
          <p:spPr bwMode="auto">
            <a:xfrm>
              <a:off x="1172589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6" name="Rectangle 303">
              <a:extLst>
                <a:ext uri="{FF2B5EF4-FFF2-40B4-BE49-F238E27FC236}">
                  <a16:creationId xmlns:a16="http://schemas.microsoft.com/office/drawing/2014/main" id="{80E4ED87-41E6-49B3-91BA-686B2B81BE5B}"/>
                </a:ext>
              </a:extLst>
            </p:cNvPr>
            <p:cNvSpPr>
              <a:spLocks noChangeArrowheads="1"/>
            </p:cNvSpPr>
            <p:nvPr/>
          </p:nvSpPr>
          <p:spPr bwMode="auto">
            <a:xfrm>
              <a:off x="35411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7" name="Rectangle 304">
              <a:extLst>
                <a:ext uri="{FF2B5EF4-FFF2-40B4-BE49-F238E27FC236}">
                  <a16:creationId xmlns:a16="http://schemas.microsoft.com/office/drawing/2014/main" id="{4E9BE40A-EE42-4123-8BA0-FF7F0385F340}"/>
                </a:ext>
              </a:extLst>
            </p:cNvPr>
            <p:cNvSpPr>
              <a:spLocks noChangeArrowheads="1"/>
            </p:cNvSpPr>
            <p:nvPr/>
          </p:nvSpPr>
          <p:spPr bwMode="auto">
            <a:xfrm>
              <a:off x="809543"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8" name="Rectangle 305">
              <a:extLst>
                <a:ext uri="{FF2B5EF4-FFF2-40B4-BE49-F238E27FC236}">
                  <a16:creationId xmlns:a16="http://schemas.microsoft.com/office/drawing/2014/main" id="{B611F1C1-8FC2-46A0-9BD2-C302F7B52C75}"/>
                </a:ext>
              </a:extLst>
            </p:cNvPr>
            <p:cNvSpPr>
              <a:spLocks noChangeArrowheads="1"/>
            </p:cNvSpPr>
            <p:nvPr/>
          </p:nvSpPr>
          <p:spPr bwMode="auto">
            <a:xfrm>
              <a:off x="126380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9" name="Rectangle 306">
              <a:extLst>
                <a:ext uri="{FF2B5EF4-FFF2-40B4-BE49-F238E27FC236}">
                  <a16:creationId xmlns:a16="http://schemas.microsoft.com/office/drawing/2014/main" id="{930B6D85-2884-41AB-BDBA-4E324F36B453}"/>
                </a:ext>
              </a:extLst>
            </p:cNvPr>
            <p:cNvSpPr>
              <a:spLocks noChangeArrowheads="1"/>
            </p:cNvSpPr>
            <p:nvPr/>
          </p:nvSpPr>
          <p:spPr bwMode="auto">
            <a:xfrm>
              <a:off x="1719239"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0" name="Rectangle 307">
              <a:extLst>
                <a:ext uri="{FF2B5EF4-FFF2-40B4-BE49-F238E27FC236}">
                  <a16:creationId xmlns:a16="http://schemas.microsoft.com/office/drawing/2014/main" id="{7F9C1F3D-FD52-424C-9FF6-C48477A4981B}"/>
                </a:ext>
              </a:extLst>
            </p:cNvPr>
            <p:cNvSpPr>
              <a:spLocks noChangeArrowheads="1"/>
            </p:cNvSpPr>
            <p:nvPr/>
          </p:nvSpPr>
          <p:spPr bwMode="auto">
            <a:xfrm>
              <a:off x="2173502"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1" name="Rectangle 308">
              <a:extLst>
                <a:ext uri="{FF2B5EF4-FFF2-40B4-BE49-F238E27FC236}">
                  <a16:creationId xmlns:a16="http://schemas.microsoft.com/office/drawing/2014/main" id="{E7486E9D-3A69-4A97-AA5C-AF76EF8F51C6}"/>
                </a:ext>
              </a:extLst>
            </p:cNvPr>
            <p:cNvSpPr>
              <a:spLocks noChangeArrowheads="1"/>
            </p:cNvSpPr>
            <p:nvPr/>
          </p:nvSpPr>
          <p:spPr bwMode="auto">
            <a:xfrm>
              <a:off x="262893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2" name="Rectangle 309">
              <a:extLst>
                <a:ext uri="{FF2B5EF4-FFF2-40B4-BE49-F238E27FC236}">
                  <a16:creationId xmlns:a16="http://schemas.microsoft.com/office/drawing/2014/main" id="{0AA7E796-96DA-498C-93D9-136DDFB2FCF2}"/>
                </a:ext>
              </a:extLst>
            </p:cNvPr>
            <p:cNvSpPr>
              <a:spLocks noChangeArrowheads="1"/>
            </p:cNvSpPr>
            <p:nvPr/>
          </p:nvSpPr>
          <p:spPr bwMode="auto">
            <a:xfrm>
              <a:off x="308319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3" name="Rectangle 310">
              <a:extLst>
                <a:ext uri="{FF2B5EF4-FFF2-40B4-BE49-F238E27FC236}">
                  <a16:creationId xmlns:a16="http://schemas.microsoft.com/office/drawing/2014/main" id="{A66B0CB8-31EE-439B-AC73-841AF9BC5F30}"/>
                </a:ext>
              </a:extLst>
            </p:cNvPr>
            <p:cNvSpPr>
              <a:spLocks noChangeArrowheads="1"/>
            </p:cNvSpPr>
            <p:nvPr/>
          </p:nvSpPr>
          <p:spPr bwMode="auto">
            <a:xfrm>
              <a:off x="353863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4" name="Rectangle 311">
              <a:extLst>
                <a:ext uri="{FF2B5EF4-FFF2-40B4-BE49-F238E27FC236}">
                  <a16:creationId xmlns:a16="http://schemas.microsoft.com/office/drawing/2014/main" id="{3369CA06-5E6E-4F9E-A1F5-CDE8295570AF}"/>
                </a:ext>
              </a:extLst>
            </p:cNvPr>
            <p:cNvSpPr>
              <a:spLocks noChangeArrowheads="1"/>
            </p:cNvSpPr>
            <p:nvPr/>
          </p:nvSpPr>
          <p:spPr bwMode="auto">
            <a:xfrm>
              <a:off x="399289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5" name="Rectangle 312">
              <a:extLst>
                <a:ext uri="{FF2B5EF4-FFF2-40B4-BE49-F238E27FC236}">
                  <a16:creationId xmlns:a16="http://schemas.microsoft.com/office/drawing/2014/main" id="{E99CE921-0DE8-4AB7-AC5C-1424E0C194CF}"/>
                </a:ext>
              </a:extLst>
            </p:cNvPr>
            <p:cNvSpPr>
              <a:spLocks noChangeArrowheads="1"/>
            </p:cNvSpPr>
            <p:nvPr/>
          </p:nvSpPr>
          <p:spPr bwMode="auto">
            <a:xfrm>
              <a:off x="444832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6" name="Rectangle 313">
              <a:extLst>
                <a:ext uri="{FF2B5EF4-FFF2-40B4-BE49-F238E27FC236}">
                  <a16:creationId xmlns:a16="http://schemas.microsoft.com/office/drawing/2014/main" id="{44B0D7FC-1229-4D80-AFFC-1892AC41BCE3}"/>
                </a:ext>
              </a:extLst>
            </p:cNvPr>
            <p:cNvSpPr>
              <a:spLocks noChangeArrowheads="1"/>
            </p:cNvSpPr>
            <p:nvPr/>
          </p:nvSpPr>
          <p:spPr bwMode="auto">
            <a:xfrm>
              <a:off x="490259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7" name="Rectangle 314">
              <a:extLst>
                <a:ext uri="{FF2B5EF4-FFF2-40B4-BE49-F238E27FC236}">
                  <a16:creationId xmlns:a16="http://schemas.microsoft.com/office/drawing/2014/main" id="{9CC127BC-9564-47FC-B62B-448598DBAB57}"/>
                </a:ext>
              </a:extLst>
            </p:cNvPr>
            <p:cNvSpPr>
              <a:spLocks noChangeArrowheads="1"/>
            </p:cNvSpPr>
            <p:nvPr/>
          </p:nvSpPr>
          <p:spPr bwMode="auto">
            <a:xfrm>
              <a:off x="535802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8" name="Rectangle 315">
              <a:extLst>
                <a:ext uri="{FF2B5EF4-FFF2-40B4-BE49-F238E27FC236}">
                  <a16:creationId xmlns:a16="http://schemas.microsoft.com/office/drawing/2014/main" id="{B9AB1F98-2ED9-4FA8-B563-43ABB5173B26}"/>
                </a:ext>
              </a:extLst>
            </p:cNvPr>
            <p:cNvSpPr>
              <a:spLocks noChangeArrowheads="1"/>
            </p:cNvSpPr>
            <p:nvPr/>
          </p:nvSpPr>
          <p:spPr bwMode="auto">
            <a:xfrm>
              <a:off x="5812285"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9" name="Rectangle 316">
              <a:extLst>
                <a:ext uri="{FF2B5EF4-FFF2-40B4-BE49-F238E27FC236}">
                  <a16:creationId xmlns:a16="http://schemas.microsoft.com/office/drawing/2014/main" id="{A6DA074F-063A-4813-AE3D-039A5CEC3F77}"/>
                </a:ext>
              </a:extLst>
            </p:cNvPr>
            <p:cNvSpPr>
              <a:spLocks noChangeArrowheads="1"/>
            </p:cNvSpPr>
            <p:nvPr/>
          </p:nvSpPr>
          <p:spPr bwMode="auto">
            <a:xfrm>
              <a:off x="6267718"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0" name="Rectangle 317">
              <a:extLst>
                <a:ext uri="{FF2B5EF4-FFF2-40B4-BE49-F238E27FC236}">
                  <a16:creationId xmlns:a16="http://schemas.microsoft.com/office/drawing/2014/main" id="{E2D48949-643D-4CD5-94F2-5B81BCC4A407}"/>
                </a:ext>
              </a:extLst>
            </p:cNvPr>
            <p:cNvSpPr>
              <a:spLocks noChangeArrowheads="1"/>
            </p:cNvSpPr>
            <p:nvPr/>
          </p:nvSpPr>
          <p:spPr bwMode="auto">
            <a:xfrm>
              <a:off x="6721981"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1" name="Rectangle 318">
              <a:extLst>
                <a:ext uri="{FF2B5EF4-FFF2-40B4-BE49-F238E27FC236}">
                  <a16:creationId xmlns:a16="http://schemas.microsoft.com/office/drawing/2014/main" id="{00728DC9-776B-49FA-ABFC-CE0772CDA2EE}"/>
                </a:ext>
              </a:extLst>
            </p:cNvPr>
            <p:cNvSpPr>
              <a:spLocks noChangeArrowheads="1"/>
            </p:cNvSpPr>
            <p:nvPr/>
          </p:nvSpPr>
          <p:spPr bwMode="auto">
            <a:xfrm>
              <a:off x="7177414"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2" name="Rectangle 319">
              <a:extLst>
                <a:ext uri="{FF2B5EF4-FFF2-40B4-BE49-F238E27FC236}">
                  <a16:creationId xmlns:a16="http://schemas.microsoft.com/office/drawing/2014/main" id="{F940E1FC-5AC7-4790-9F31-160A60507111}"/>
                </a:ext>
              </a:extLst>
            </p:cNvPr>
            <p:cNvSpPr>
              <a:spLocks noChangeArrowheads="1"/>
            </p:cNvSpPr>
            <p:nvPr/>
          </p:nvSpPr>
          <p:spPr bwMode="auto">
            <a:xfrm>
              <a:off x="763167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3" name="Rectangle 320">
              <a:extLst>
                <a:ext uri="{FF2B5EF4-FFF2-40B4-BE49-F238E27FC236}">
                  <a16:creationId xmlns:a16="http://schemas.microsoft.com/office/drawing/2014/main" id="{9A9BC016-C68C-4EA0-9BAE-277C05D16E62}"/>
                </a:ext>
              </a:extLst>
            </p:cNvPr>
            <p:cNvSpPr>
              <a:spLocks noChangeArrowheads="1"/>
            </p:cNvSpPr>
            <p:nvPr/>
          </p:nvSpPr>
          <p:spPr bwMode="auto">
            <a:xfrm>
              <a:off x="808711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4" name="Rectangle 321">
              <a:extLst>
                <a:ext uri="{FF2B5EF4-FFF2-40B4-BE49-F238E27FC236}">
                  <a16:creationId xmlns:a16="http://schemas.microsoft.com/office/drawing/2014/main" id="{85D72911-CD6D-4223-B9B7-AF8B7667D669}"/>
                </a:ext>
              </a:extLst>
            </p:cNvPr>
            <p:cNvSpPr>
              <a:spLocks noChangeArrowheads="1"/>
            </p:cNvSpPr>
            <p:nvPr/>
          </p:nvSpPr>
          <p:spPr bwMode="auto">
            <a:xfrm>
              <a:off x="854137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5" name="Rectangle 322">
              <a:extLst>
                <a:ext uri="{FF2B5EF4-FFF2-40B4-BE49-F238E27FC236}">
                  <a16:creationId xmlns:a16="http://schemas.microsoft.com/office/drawing/2014/main" id="{44F55F88-B6F7-42F9-A7A0-92FA35616202}"/>
                </a:ext>
              </a:extLst>
            </p:cNvPr>
            <p:cNvSpPr>
              <a:spLocks noChangeArrowheads="1"/>
            </p:cNvSpPr>
            <p:nvPr/>
          </p:nvSpPr>
          <p:spPr bwMode="auto">
            <a:xfrm>
              <a:off x="899680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6" name="Rectangle 323">
              <a:extLst>
                <a:ext uri="{FF2B5EF4-FFF2-40B4-BE49-F238E27FC236}">
                  <a16:creationId xmlns:a16="http://schemas.microsoft.com/office/drawing/2014/main" id="{1FAEF597-1324-4785-A2F5-812B9B7E3CCF}"/>
                </a:ext>
              </a:extLst>
            </p:cNvPr>
            <p:cNvSpPr>
              <a:spLocks noChangeArrowheads="1"/>
            </p:cNvSpPr>
            <p:nvPr/>
          </p:nvSpPr>
          <p:spPr bwMode="auto">
            <a:xfrm>
              <a:off x="945106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7" name="Rectangle 324">
              <a:extLst>
                <a:ext uri="{FF2B5EF4-FFF2-40B4-BE49-F238E27FC236}">
                  <a16:creationId xmlns:a16="http://schemas.microsoft.com/office/drawing/2014/main" id="{547E500B-89FF-4790-A774-7467AA539E03}"/>
                </a:ext>
              </a:extLst>
            </p:cNvPr>
            <p:cNvSpPr>
              <a:spLocks noChangeArrowheads="1"/>
            </p:cNvSpPr>
            <p:nvPr/>
          </p:nvSpPr>
          <p:spPr bwMode="auto">
            <a:xfrm>
              <a:off x="990650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8" name="Rectangle 325">
              <a:extLst>
                <a:ext uri="{FF2B5EF4-FFF2-40B4-BE49-F238E27FC236}">
                  <a16:creationId xmlns:a16="http://schemas.microsoft.com/office/drawing/2014/main" id="{BDE832F9-2CD6-4DA9-8C6D-29D6EF4A68C3}"/>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9" name="Rectangle 326">
              <a:extLst>
                <a:ext uri="{FF2B5EF4-FFF2-40B4-BE49-F238E27FC236}">
                  <a16:creationId xmlns:a16="http://schemas.microsoft.com/office/drawing/2014/main" id="{8F14BE8F-17A2-48D9-99B9-13D9B36CFF51}"/>
                </a:ext>
              </a:extLst>
            </p:cNvPr>
            <p:cNvSpPr>
              <a:spLocks noChangeArrowheads="1"/>
            </p:cNvSpPr>
            <p:nvPr/>
          </p:nvSpPr>
          <p:spPr bwMode="auto">
            <a:xfrm>
              <a:off x="1081619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0" name="Rectangle 327">
              <a:extLst>
                <a:ext uri="{FF2B5EF4-FFF2-40B4-BE49-F238E27FC236}">
                  <a16:creationId xmlns:a16="http://schemas.microsoft.com/office/drawing/2014/main" id="{2CA28AB2-A869-47B1-9798-9E8733980AC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1" name="Rectangle 328">
              <a:extLst>
                <a:ext uri="{FF2B5EF4-FFF2-40B4-BE49-F238E27FC236}">
                  <a16:creationId xmlns:a16="http://schemas.microsoft.com/office/drawing/2014/main" id="{FA45DCC4-369F-4348-B31A-DDD34207D995}"/>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2" name="Rectangle 303">
              <a:extLst>
                <a:ext uri="{FF2B5EF4-FFF2-40B4-BE49-F238E27FC236}">
                  <a16:creationId xmlns:a16="http://schemas.microsoft.com/office/drawing/2014/main" id="{5246F475-6CE9-44EF-B241-5C98A3993F47}"/>
                </a:ext>
              </a:extLst>
            </p:cNvPr>
            <p:cNvSpPr>
              <a:spLocks noChangeArrowheads="1"/>
            </p:cNvSpPr>
            <p:nvPr/>
          </p:nvSpPr>
          <p:spPr bwMode="auto">
            <a:xfrm>
              <a:off x="35411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3" name="Rectangle 304">
              <a:extLst>
                <a:ext uri="{FF2B5EF4-FFF2-40B4-BE49-F238E27FC236}">
                  <a16:creationId xmlns:a16="http://schemas.microsoft.com/office/drawing/2014/main" id="{0212C143-6DDE-4AC2-94C2-CCD6202BFFBB}"/>
                </a:ext>
              </a:extLst>
            </p:cNvPr>
            <p:cNvSpPr>
              <a:spLocks noChangeArrowheads="1"/>
            </p:cNvSpPr>
            <p:nvPr/>
          </p:nvSpPr>
          <p:spPr bwMode="auto">
            <a:xfrm>
              <a:off x="80954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4" name="Rectangle 305">
              <a:extLst>
                <a:ext uri="{FF2B5EF4-FFF2-40B4-BE49-F238E27FC236}">
                  <a16:creationId xmlns:a16="http://schemas.microsoft.com/office/drawing/2014/main" id="{DC9D434B-9E3A-4EBA-8C92-28B96B398B1A}"/>
                </a:ext>
              </a:extLst>
            </p:cNvPr>
            <p:cNvSpPr>
              <a:spLocks noChangeArrowheads="1"/>
            </p:cNvSpPr>
            <p:nvPr/>
          </p:nvSpPr>
          <p:spPr bwMode="auto">
            <a:xfrm>
              <a:off x="126380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5" name="Rectangle 306">
              <a:extLst>
                <a:ext uri="{FF2B5EF4-FFF2-40B4-BE49-F238E27FC236}">
                  <a16:creationId xmlns:a16="http://schemas.microsoft.com/office/drawing/2014/main" id="{C336F0B6-E934-4035-96C1-1890FAB7FC59}"/>
                </a:ext>
              </a:extLst>
            </p:cNvPr>
            <p:cNvSpPr>
              <a:spLocks noChangeArrowheads="1"/>
            </p:cNvSpPr>
            <p:nvPr/>
          </p:nvSpPr>
          <p:spPr bwMode="auto">
            <a:xfrm>
              <a:off x="1719239"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6" name="Rectangle 307">
              <a:extLst>
                <a:ext uri="{FF2B5EF4-FFF2-40B4-BE49-F238E27FC236}">
                  <a16:creationId xmlns:a16="http://schemas.microsoft.com/office/drawing/2014/main" id="{449858E0-3129-497A-A76F-A7B8CCC41D2C}"/>
                </a:ext>
              </a:extLst>
            </p:cNvPr>
            <p:cNvSpPr>
              <a:spLocks noChangeArrowheads="1"/>
            </p:cNvSpPr>
            <p:nvPr/>
          </p:nvSpPr>
          <p:spPr bwMode="auto">
            <a:xfrm>
              <a:off x="2173502"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7" name="Rectangle 308">
              <a:extLst>
                <a:ext uri="{FF2B5EF4-FFF2-40B4-BE49-F238E27FC236}">
                  <a16:creationId xmlns:a16="http://schemas.microsoft.com/office/drawing/2014/main" id="{5E5A0525-E0F7-473B-BF1D-921297C341BA}"/>
                </a:ext>
              </a:extLst>
            </p:cNvPr>
            <p:cNvSpPr>
              <a:spLocks noChangeArrowheads="1"/>
            </p:cNvSpPr>
            <p:nvPr/>
          </p:nvSpPr>
          <p:spPr bwMode="auto">
            <a:xfrm>
              <a:off x="262893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8" name="Rectangle 309">
              <a:extLst>
                <a:ext uri="{FF2B5EF4-FFF2-40B4-BE49-F238E27FC236}">
                  <a16:creationId xmlns:a16="http://schemas.microsoft.com/office/drawing/2014/main" id="{40BA3401-B130-4070-8812-6D1E64DFCA8B}"/>
                </a:ext>
              </a:extLst>
            </p:cNvPr>
            <p:cNvSpPr>
              <a:spLocks noChangeArrowheads="1"/>
            </p:cNvSpPr>
            <p:nvPr/>
          </p:nvSpPr>
          <p:spPr bwMode="auto">
            <a:xfrm>
              <a:off x="3083198"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9" name="Rectangle 310">
              <a:extLst>
                <a:ext uri="{FF2B5EF4-FFF2-40B4-BE49-F238E27FC236}">
                  <a16:creationId xmlns:a16="http://schemas.microsoft.com/office/drawing/2014/main" id="{43428A0F-0399-49CB-B65B-308D799020F2}"/>
                </a:ext>
              </a:extLst>
            </p:cNvPr>
            <p:cNvSpPr>
              <a:spLocks noChangeArrowheads="1"/>
            </p:cNvSpPr>
            <p:nvPr/>
          </p:nvSpPr>
          <p:spPr bwMode="auto">
            <a:xfrm>
              <a:off x="353863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0" name="Rectangle 311">
              <a:extLst>
                <a:ext uri="{FF2B5EF4-FFF2-40B4-BE49-F238E27FC236}">
                  <a16:creationId xmlns:a16="http://schemas.microsoft.com/office/drawing/2014/main" id="{03BCC0FA-5699-431F-8C8A-B7CFDACB8F0D}"/>
                </a:ext>
              </a:extLst>
            </p:cNvPr>
            <p:cNvSpPr>
              <a:spLocks noChangeArrowheads="1"/>
            </p:cNvSpPr>
            <p:nvPr/>
          </p:nvSpPr>
          <p:spPr bwMode="auto">
            <a:xfrm>
              <a:off x="399289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1" name="Rectangle 312">
              <a:extLst>
                <a:ext uri="{FF2B5EF4-FFF2-40B4-BE49-F238E27FC236}">
                  <a16:creationId xmlns:a16="http://schemas.microsoft.com/office/drawing/2014/main" id="{556516AA-1DCD-4F78-A473-1DD49BC9A983}"/>
                </a:ext>
              </a:extLst>
            </p:cNvPr>
            <p:cNvSpPr>
              <a:spLocks noChangeArrowheads="1"/>
            </p:cNvSpPr>
            <p:nvPr/>
          </p:nvSpPr>
          <p:spPr bwMode="auto">
            <a:xfrm>
              <a:off x="4448327"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2" name="Rectangle 313">
              <a:extLst>
                <a:ext uri="{FF2B5EF4-FFF2-40B4-BE49-F238E27FC236}">
                  <a16:creationId xmlns:a16="http://schemas.microsoft.com/office/drawing/2014/main" id="{CA00595A-8F2B-4D73-846B-3B7A9C584FFE}"/>
                </a:ext>
              </a:extLst>
            </p:cNvPr>
            <p:cNvSpPr>
              <a:spLocks noChangeArrowheads="1"/>
            </p:cNvSpPr>
            <p:nvPr/>
          </p:nvSpPr>
          <p:spPr bwMode="auto">
            <a:xfrm>
              <a:off x="490259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3" name="Rectangle 314">
              <a:extLst>
                <a:ext uri="{FF2B5EF4-FFF2-40B4-BE49-F238E27FC236}">
                  <a16:creationId xmlns:a16="http://schemas.microsoft.com/office/drawing/2014/main" id="{76207ABA-2173-41C4-88F3-C94E5346CD7D}"/>
                </a:ext>
              </a:extLst>
            </p:cNvPr>
            <p:cNvSpPr>
              <a:spLocks noChangeArrowheads="1"/>
            </p:cNvSpPr>
            <p:nvPr/>
          </p:nvSpPr>
          <p:spPr bwMode="auto">
            <a:xfrm>
              <a:off x="535802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4" name="Rectangle 315">
              <a:extLst>
                <a:ext uri="{FF2B5EF4-FFF2-40B4-BE49-F238E27FC236}">
                  <a16:creationId xmlns:a16="http://schemas.microsoft.com/office/drawing/2014/main" id="{22D2EBC9-8BFC-4568-9B2E-77642424867E}"/>
                </a:ext>
              </a:extLst>
            </p:cNvPr>
            <p:cNvSpPr>
              <a:spLocks noChangeArrowheads="1"/>
            </p:cNvSpPr>
            <p:nvPr/>
          </p:nvSpPr>
          <p:spPr bwMode="auto">
            <a:xfrm>
              <a:off x="5812285"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5" name="Rectangle 316">
              <a:extLst>
                <a:ext uri="{FF2B5EF4-FFF2-40B4-BE49-F238E27FC236}">
                  <a16:creationId xmlns:a16="http://schemas.microsoft.com/office/drawing/2014/main" id="{BCF3A8ED-BBBB-4991-AF9D-6BECE831C115}"/>
                </a:ext>
              </a:extLst>
            </p:cNvPr>
            <p:cNvSpPr>
              <a:spLocks noChangeArrowheads="1"/>
            </p:cNvSpPr>
            <p:nvPr/>
          </p:nvSpPr>
          <p:spPr bwMode="auto">
            <a:xfrm>
              <a:off x="6267718"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6" name="Rectangle 317">
              <a:extLst>
                <a:ext uri="{FF2B5EF4-FFF2-40B4-BE49-F238E27FC236}">
                  <a16:creationId xmlns:a16="http://schemas.microsoft.com/office/drawing/2014/main" id="{2C735C09-F863-40CC-B903-4E8394118D09}"/>
                </a:ext>
              </a:extLst>
            </p:cNvPr>
            <p:cNvSpPr>
              <a:spLocks noChangeArrowheads="1"/>
            </p:cNvSpPr>
            <p:nvPr/>
          </p:nvSpPr>
          <p:spPr bwMode="auto">
            <a:xfrm>
              <a:off x="6721981"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7" name="Rectangle 318">
              <a:extLst>
                <a:ext uri="{FF2B5EF4-FFF2-40B4-BE49-F238E27FC236}">
                  <a16:creationId xmlns:a16="http://schemas.microsoft.com/office/drawing/2014/main" id="{5B9A0F98-970C-4A0E-A6C7-B55BCE0CEDB0}"/>
                </a:ext>
              </a:extLst>
            </p:cNvPr>
            <p:cNvSpPr>
              <a:spLocks noChangeArrowheads="1"/>
            </p:cNvSpPr>
            <p:nvPr/>
          </p:nvSpPr>
          <p:spPr bwMode="auto">
            <a:xfrm>
              <a:off x="7177414"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8" name="Rectangle 319">
              <a:extLst>
                <a:ext uri="{FF2B5EF4-FFF2-40B4-BE49-F238E27FC236}">
                  <a16:creationId xmlns:a16="http://schemas.microsoft.com/office/drawing/2014/main" id="{19BA8D7A-9A73-4E82-8C3D-2920BAD2FB88}"/>
                </a:ext>
              </a:extLst>
            </p:cNvPr>
            <p:cNvSpPr>
              <a:spLocks noChangeArrowheads="1"/>
            </p:cNvSpPr>
            <p:nvPr/>
          </p:nvSpPr>
          <p:spPr bwMode="auto">
            <a:xfrm>
              <a:off x="763167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9" name="Rectangle 320">
              <a:extLst>
                <a:ext uri="{FF2B5EF4-FFF2-40B4-BE49-F238E27FC236}">
                  <a16:creationId xmlns:a16="http://schemas.microsoft.com/office/drawing/2014/main" id="{15718E9B-0168-4026-9DA9-25FB77F48789}"/>
                </a:ext>
              </a:extLst>
            </p:cNvPr>
            <p:cNvSpPr>
              <a:spLocks noChangeArrowheads="1"/>
            </p:cNvSpPr>
            <p:nvPr/>
          </p:nvSpPr>
          <p:spPr bwMode="auto">
            <a:xfrm>
              <a:off x="808711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0" name="Rectangle 321">
              <a:extLst>
                <a:ext uri="{FF2B5EF4-FFF2-40B4-BE49-F238E27FC236}">
                  <a16:creationId xmlns:a16="http://schemas.microsoft.com/office/drawing/2014/main" id="{66E782F6-03F2-4976-9939-4FFC8A6D9B6C}"/>
                </a:ext>
              </a:extLst>
            </p:cNvPr>
            <p:cNvSpPr>
              <a:spLocks noChangeArrowheads="1"/>
            </p:cNvSpPr>
            <p:nvPr/>
          </p:nvSpPr>
          <p:spPr bwMode="auto">
            <a:xfrm>
              <a:off x="854137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1" name="Rectangle 322">
              <a:extLst>
                <a:ext uri="{FF2B5EF4-FFF2-40B4-BE49-F238E27FC236}">
                  <a16:creationId xmlns:a16="http://schemas.microsoft.com/office/drawing/2014/main" id="{0EFF48D8-9A72-4410-B099-6490C047945F}"/>
                </a:ext>
              </a:extLst>
            </p:cNvPr>
            <p:cNvSpPr>
              <a:spLocks noChangeArrowheads="1"/>
            </p:cNvSpPr>
            <p:nvPr/>
          </p:nvSpPr>
          <p:spPr bwMode="auto">
            <a:xfrm>
              <a:off x="899680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2" name="Rectangle 323">
              <a:extLst>
                <a:ext uri="{FF2B5EF4-FFF2-40B4-BE49-F238E27FC236}">
                  <a16:creationId xmlns:a16="http://schemas.microsoft.com/office/drawing/2014/main" id="{8C821438-F658-42B0-81BE-28EF12CD7F62}"/>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3" name="Rectangle 324">
              <a:extLst>
                <a:ext uri="{FF2B5EF4-FFF2-40B4-BE49-F238E27FC236}">
                  <a16:creationId xmlns:a16="http://schemas.microsoft.com/office/drawing/2014/main" id="{280043D3-9357-4611-AA94-C9B58CB0E681}"/>
                </a:ext>
              </a:extLst>
            </p:cNvPr>
            <p:cNvSpPr>
              <a:spLocks noChangeArrowheads="1"/>
            </p:cNvSpPr>
            <p:nvPr/>
          </p:nvSpPr>
          <p:spPr bwMode="auto">
            <a:xfrm>
              <a:off x="990650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4" name="Rectangle 325">
              <a:extLst>
                <a:ext uri="{FF2B5EF4-FFF2-40B4-BE49-F238E27FC236}">
                  <a16:creationId xmlns:a16="http://schemas.microsoft.com/office/drawing/2014/main" id="{D7287905-0D7C-4A58-ABD6-A6554D1765E8}"/>
                </a:ext>
              </a:extLst>
            </p:cNvPr>
            <p:cNvSpPr>
              <a:spLocks noChangeArrowheads="1"/>
            </p:cNvSpPr>
            <p:nvPr/>
          </p:nvSpPr>
          <p:spPr bwMode="auto">
            <a:xfrm>
              <a:off x="10360764"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5" name="Rectangle 326">
              <a:extLst>
                <a:ext uri="{FF2B5EF4-FFF2-40B4-BE49-F238E27FC236}">
                  <a16:creationId xmlns:a16="http://schemas.microsoft.com/office/drawing/2014/main" id="{1D0E79F1-1AC9-47BF-B7F0-F709B8B444EB}"/>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6" name="Rectangle 327">
              <a:extLst>
                <a:ext uri="{FF2B5EF4-FFF2-40B4-BE49-F238E27FC236}">
                  <a16:creationId xmlns:a16="http://schemas.microsoft.com/office/drawing/2014/main" id="{83AB9594-60A2-4730-A801-A458EEE55EFB}"/>
                </a:ext>
              </a:extLst>
            </p:cNvPr>
            <p:cNvSpPr>
              <a:spLocks noChangeArrowheads="1"/>
            </p:cNvSpPr>
            <p:nvPr/>
          </p:nvSpPr>
          <p:spPr bwMode="auto">
            <a:xfrm>
              <a:off x="1127046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7" name="Rectangle 328">
              <a:extLst>
                <a:ext uri="{FF2B5EF4-FFF2-40B4-BE49-F238E27FC236}">
                  <a16:creationId xmlns:a16="http://schemas.microsoft.com/office/drawing/2014/main" id="{62B13014-86D5-44D0-A96C-D2A34A6B60DE}"/>
                </a:ext>
              </a:extLst>
            </p:cNvPr>
            <p:cNvSpPr>
              <a:spLocks noChangeArrowheads="1"/>
            </p:cNvSpPr>
            <p:nvPr/>
          </p:nvSpPr>
          <p:spPr bwMode="auto">
            <a:xfrm>
              <a:off x="1172589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Title 1"/>
          <p:cNvSpPr>
            <a:spLocks noGrp="1"/>
          </p:cNvSpPr>
          <p:nvPr>
            <p:ph type="ctrTitle"/>
          </p:nvPr>
        </p:nvSpPr>
        <p:spPr>
          <a:xfrm>
            <a:off x="3530893" y="2165593"/>
            <a:ext cx="5086633" cy="1943114"/>
          </a:xfrm>
        </p:spPr>
        <p:txBody>
          <a:bodyPr anchor="ctr">
            <a:noAutofit/>
          </a:bodyPr>
          <a:lstStyle>
            <a:lvl1pPr algn="ctr">
              <a:lnSpc>
                <a:spcPct val="90000"/>
              </a:lnSpc>
              <a:defRPr lang="en-US" sz="6000" b="1" kern="1200" smtClean="0">
                <a:solidFill>
                  <a:schemeClr val="bg1"/>
                </a:solidFill>
                <a:latin typeface="+mn-lt"/>
                <a:ea typeface="Segoe UI Black" panose="020B0A02040204020203" pitchFamily="34" charset="0"/>
                <a:cs typeface="+mj-cs"/>
              </a:defRPr>
            </a:lvl1pPr>
          </a:lstStyle>
          <a:p>
            <a:r>
              <a:rPr lang="en-US" dirty="0"/>
              <a:t>Click to edit</a:t>
            </a:r>
          </a:p>
        </p:txBody>
      </p:sp>
      <p:sp>
        <p:nvSpPr>
          <p:cNvPr id="3" name="Subtitle 2"/>
          <p:cNvSpPr>
            <a:spLocks noGrp="1"/>
          </p:cNvSpPr>
          <p:nvPr>
            <p:ph type="subTitle" idx="1"/>
          </p:nvPr>
        </p:nvSpPr>
        <p:spPr>
          <a:xfrm>
            <a:off x="3530893" y="4593057"/>
            <a:ext cx="5086633" cy="531269"/>
          </a:xfrm>
        </p:spPr>
        <p:txBody>
          <a:bodyPr>
            <a:normAutofit/>
          </a:bodyPr>
          <a:lstStyle>
            <a:lvl1pPr marL="0" indent="0" algn="ctr">
              <a:buNone/>
              <a:defRPr lang="en-US" sz="2400" kern="1200" smtClean="0">
                <a:solidFill>
                  <a:schemeClr val="accent2"/>
                </a:solidFill>
                <a:latin typeface="+mn-lt"/>
                <a:ea typeface="+mj-ea"/>
                <a:cs typeface="+mj-cs"/>
              </a:defRPr>
            </a:lvl1pPr>
            <a:lvl2pPr marL="609468" indent="0" algn="ctr">
              <a:buNone/>
              <a:defRPr>
                <a:solidFill>
                  <a:schemeClr val="tx1">
                    <a:tint val="75000"/>
                  </a:schemeClr>
                </a:solidFill>
              </a:defRPr>
            </a:lvl2pPr>
            <a:lvl3pPr marL="1218936" indent="0" algn="ctr">
              <a:buNone/>
              <a:defRPr>
                <a:solidFill>
                  <a:schemeClr val="tx1">
                    <a:tint val="75000"/>
                  </a:schemeClr>
                </a:solidFill>
              </a:defRPr>
            </a:lvl3pPr>
            <a:lvl4pPr marL="1828404" indent="0" algn="ctr">
              <a:buNone/>
              <a:defRPr>
                <a:solidFill>
                  <a:schemeClr val="tx1">
                    <a:tint val="75000"/>
                  </a:schemeClr>
                </a:solidFill>
              </a:defRPr>
            </a:lvl4pPr>
            <a:lvl5pPr marL="2437872" indent="0" algn="ctr">
              <a:buNone/>
              <a:defRPr>
                <a:solidFill>
                  <a:schemeClr val="tx1">
                    <a:tint val="75000"/>
                  </a:schemeClr>
                </a:solidFill>
              </a:defRPr>
            </a:lvl5pPr>
            <a:lvl6pPr marL="3047340" indent="0" algn="ctr">
              <a:buNone/>
              <a:defRPr>
                <a:solidFill>
                  <a:schemeClr val="tx1">
                    <a:tint val="75000"/>
                  </a:schemeClr>
                </a:solidFill>
              </a:defRPr>
            </a:lvl6pPr>
            <a:lvl7pPr marL="3656808" indent="0" algn="ctr">
              <a:buNone/>
              <a:defRPr>
                <a:solidFill>
                  <a:schemeClr val="tx1">
                    <a:tint val="75000"/>
                  </a:schemeClr>
                </a:solidFill>
              </a:defRPr>
            </a:lvl7pPr>
            <a:lvl8pPr marL="4266275" indent="0" algn="ctr">
              <a:buNone/>
              <a:defRPr>
                <a:solidFill>
                  <a:schemeClr val="tx1">
                    <a:tint val="75000"/>
                  </a:schemeClr>
                </a:solidFill>
              </a:defRPr>
            </a:lvl8pPr>
            <a:lvl9pPr marL="4875744"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pPr/>
              <a:t>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www.anubhavtrainings.com</a:t>
            </a:r>
          </a:p>
        </p:txBody>
      </p:sp>
      <p:cxnSp>
        <p:nvCxnSpPr>
          <p:cNvPr id="263" name="Straight Connector 262">
            <a:extLst>
              <a:ext uri="{FF2B5EF4-FFF2-40B4-BE49-F238E27FC236}">
                <a16:creationId xmlns:a16="http://schemas.microsoft.com/office/drawing/2014/main" id="{2F3DD772-972B-4AAC-A0E6-89474032E07C}"/>
              </a:ext>
            </a:extLst>
          </p:cNvPr>
          <p:cNvCxnSpPr>
            <a:cxnSpLocks/>
          </p:cNvCxnSpPr>
          <p:nvPr userDrawn="1"/>
        </p:nvCxnSpPr>
        <p:spPr>
          <a:xfrm flipV="1">
            <a:off x="3530895" y="1938989"/>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4DEFF758-3B08-4F1C-869F-4C6B6755CFC3}"/>
              </a:ext>
            </a:extLst>
          </p:cNvPr>
          <p:cNvCxnSpPr>
            <a:cxnSpLocks/>
          </p:cNvCxnSpPr>
          <p:nvPr userDrawn="1"/>
        </p:nvCxnSpPr>
        <p:spPr>
          <a:xfrm flipV="1">
            <a:off x="3530895" y="4382337"/>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154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2/24/2025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19003832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bout Us">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sp>
        <p:nvSpPr>
          <p:cNvPr id="10" name="Picture Placeholder 9">
            <a:extLst>
              <a:ext uri="{FF2B5EF4-FFF2-40B4-BE49-F238E27FC236}">
                <a16:creationId xmlns:a16="http://schemas.microsoft.com/office/drawing/2014/main" id="{08ACDF83-3992-49FB-93C3-FD7BBB55C915}"/>
              </a:ext>
            </a:extLst>
          </p:cNvPr>
          <p:cNvSpPr>
            <a:spLocks noGrp="1"/>
          </p:cNvSpPr>
          <p:nvPr>
            <p:ph type="pic" sz="quarter" idx="13"/>
          </p:nvPr>
        </p:nvSpPr>
        <p:spPr>
          <a:xfrm>
            <a:off x="4575931" y="607234"/>
            <a:ext cx="6932127" cy="4386230"/>
          </a:xfrm>
          <a:custGeom>
            <a:avLst/>
            <a:gdLst>
              <a:gd name="connsiteX0" fmla="*/ 387523 w 6932127"/>
              <a:gd name="connsiteY0" fmla="*/ 0 h 4386230"/>
              <a:gd name="connsiteX1" fmla="*/ 6544604 w 6932127"/>
              <a:gd name="connsiteY1" fmla="*/ 0 h 4386230"/>
              <a:gd name="connsiteX2" fmla="*/ 6932127 w 6932127"/>
              <a:gd name="connsiteY2" fmla="*/ 387523 h 4386230"/>
              <a:gd name="connsiteX3" fmla="*/ 6932127 w 6932127"/>
              <a:gd name="connsiteY3" fmla="*/ 3998707 h 4386230"/>
              <a:gd name="connsiteX4" fmla="*/ 6544604 w 6932127"/>
              <a:gd name="connsiteY4" fmla="*/ 4386230 h 4386230"/>
              <a:gd name="connsiteX5" fmla="*/ 387523 w 6932127"/>
              <a:gd name="connsiteY5" fmla="*/ 4386230 h 4386230"/>
              <a:gd name="connsiteX6" fmla="*/ 0 w 6932127"/>
              <a:gd name="connsiteY6" fmla="*/ 3998707 h 4386230"/>
              <a:gd name="connsiteX7" fmla="*/ 0 w 6932127"/>
              <a:gd name="connsiteY7" fmla="*/ 387523 h 4386230"/>
              <a:gd name="connsiteX8" fmla="*/ 387523 w 6932127"/>
              <a:gd name="connsiteY8" fmla="*/ 0 h 43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32127" h="4386230">
                <a:moveTo>
                  <a:pt x="387523" y="0"/>
                </a:moveTo>
                <a:lnTo>
                  <a:pt x="6544604" y="0"/>
                </a:lnTo>
                <a:cubicBezTo>
                  <a:pt x="6758627" y="0"/>
                  <a:pt x="6932127" y="173500"/>
                  <a:pt x="6932127" y="387523"/>
                </a:cubicBezTo>
                <a:lnTo>
                  <a:pt x="6932127" y="3998707"/>
                </a:lnTo>
                <a:cubicBezTo>
                  <a:pt x="6932127" y="4212730"/>
                  <a:pt x="6758627" y="4386230"/>
                  <a:pt x="6544604" y="4386230"/>
                </a:cubicBezTo>
                <a:lnTo>
                  <a:pt x="387523" y="4386230"/>
                </a:lnTo>
                <a:cubicBezTo>
                  <a:pt x="173500" y="4386230"/>
                  <a:pt x="0" y="4212730"/>
                  <a:pt x="0" y="3998707"/>
                </a:cubicBezTo>
                <a:lnTo>
                  <a:pt x="0" y="387523"/>
                </a:lnTo>
                <a:cubicBezTo>
                  <a:pt x="0" y="173500"/>
                  <a:pt x="173500" y="0"/>
                  <a:pt x="387523" y="0"/>
                </a:cubicBezTo>
                <a:close/>
              </a:path>
            </a:pathLst>
          </a:custGeom>
          <a:solidFill>
            <a:schemeClr val="accent3"/>
          </a:solidFill>
          <a:effectLst>
            <a:outerShdw blurRad="635000" dist="825500" dir="9600000" algn="tr" rotWithShape="0">
              <a:prstClr val="black">
                <a:alpha val="20000"/>
              </a:prstClr>
            </a:outerShdw>
          </a:effectLst>
        </p:spPr>
        <p:txBody>
          <a:bodyPr wrap="square" anchor="ctr">
            <a:noAutofit/>
          </a:bodyPr>
          <a:lstStyle>
            <a:lvl1pPr marL="0" indent="0" algn="ctr">
              <a:buFontTx/>
              <a:buNone/>
              <a:defRPr>
                <a:solidFill>
                  <a:schemeClr val="bg1"/>
                </a:solidFill>
                <a:latin typeface="+mn-lt"/>
              </a:defRPr>
            </a:lvl1pPr>
          </a:lstStyle>
          <a:p>
            <a:endParaRPr lang="en-IN" dirty="0"/>
          </a:p>
        </p:txBody>
      </p:sp>
    </p:spTree>
    <p:extLst>
      <p:ext uri="{BB962C8B-B14F-4D97-AF65-F5344CB8AC3E}">
        <p14:creationId xmlns:p14="http://schemas.microsoft.com/office/powerpoint/2010/main" val="263090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
        <p:nvSpPr>
          <p:cNvPr id="364" name="Picture Placeholder 2">
            <a:extLst>
              <a:ext uri="{FF2B5EF4-FFF2-40B4-BE49-F238E27FC236}">
                <a16:creationId xmlns:a16="http://schemas.microsoft.com/office/drawing/2014/main" id="{251EF59E-16AF-4781-8288-EC19B9762CAE}"/>
              </a:ext>
            </a:extLst>
          </p:cNvPr>
          <p:cNvSpPr>
            <a:spLocks noGrp="1"/>
          </p:cNvSpPr>
          <p:nvPr>
            <p:ph type="pic" sz="quarter" idx="14"/>
          </p:nvPr>
        </p:nvSpPr>
        <p:spPr>
          <a:xfrm>
            <a:off x="-20540" y="-11151"/>
            <a:ext cx="6784876" cy="5685522"/>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a:solidFill>
            <a:schemeClr val="accent3"/>
          </a:solidFill>
          <a:effectLst>
            <a:outerShdw blurRad="635000" dist="825500" dir="21540000" algn="l" rotWithShape="0">
              <a:prstClr val="black">
                <a:alpha val="20000"/>
              </a:prstClr>
            </a:outerShdw>
          </a:effectLst>
        </p:spPr>
        <p:txBody>
          <a:bodyPr anchor="ctr">
            <a:normAutofit/>
          </a:bodyPr>
          <a:lstStyle>
            <a:lvl1pPr marL="0" indent="0" algn="ctr">
              <a:buFontTx/>
              <a:buNone/>
              <a:defRPr sz="3200">
                <a:solidFill>
                  <a:schemeClr val="bg1"/>
                </a:solidFill>
              </a:defRPr>
            </a:lvl1pPr>
          </a:lstStyle>
          <a:p>
            <a:endParaRPr lang="en-IN"/>
          </a:p>
        </p:txBody>
      </p:sp>
    </p:spTree>
    <p:extLst>
      <p:ext uri="{BB962C8B-B14F-4D97-AF65-F5344CB8AC3E}">
        <p14:creationId xmlns:p14="http://schemas.microsoft.com/office/powerpoint/2010/main" val="531430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ur Team">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a:p>
            <a:endParaRPr lang="en-US" dirty="0"/>
          </a:p>
        </p:txBody>
      </p:sp>
      <p:sp>
        <p:nvSpPr>
          <p:cNvPr id="363" name="Picture Placeholder 13">
            <a:extLst>
              <a:ext uri="{FF2B5EF4-FFF2-40B4-BE49-F238E27FC236}">
                <a16:creationId xmlns:a16="http://schemas.microsoft.com/office/drawing/2014/main" id="{AF7BEAA2-6D2C-4224-A195-391044C69E59}"/>
              </a:ext>
            </a:extLst>
          </p:cNvPr>
          <p:cNvSpPr>
            <a:spLocks noGrp="1"/>
          </p:cNvSpPr>
          <p:nvPr>
            <p:ph type="pic" sz="quarter" idx="13"/>
          </p:nvPr>
        </p:nvSpPr>
        <p:spPr>
          <a:xfrm>
            <a:off x="3286125" y="2297680"/>
            <a:ext cx="1728788" cy="1728787"/>
          </a:xfrm>
          <a:prstGeom prst="ellipse">
            <a:avLst/>
          </a:prstGeom>
          <a:solidFill>
            <a:schemeClr val="bg1">
              <a:lumMod val="95000"/>
            </a:schemeClr>
          </a:solidFill>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5" name="Picture Placeholder 13">
            <a:extLst>
              <a:ext uri="{FF2B5EF4-FFF2-40B4-BE49-F238E27FC236}">
                <a16:creationId xmlns:a16="http://schemas.microsoft.com/office/drawing/2014/main" id="{23BFF80F-B426-466E-B0BF-CF7C190E492D}"/>
              </a:ext>
            </a:extLst>
          </p:cNvPr>
          <p:cNvSpPr>
            <a:spLocks noGrp="1"/>
          </p:cNvSpPr>
          <p:nvPr>
            <p:ph type="pic" sz="quarter" idx="14"/>
          </p:nvPr>
        </p:nvSpPr>
        <p:spPr>
          <a:xfrm>
            <a:off x="6312310" y="1412776"/>
            <a:ext cx="1681778" cy="1681777"/>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6" name="Picture Placeholder 13">
            <a:extLst>
              <a:ext uri="{FF2B5EF4-FFF2-40B4-BE49-F238E27FC236}">
                <a16:creationId xmlns:a16="http://schemas.microsoft.com/office/drawing/2014/main" id="{41BD29D0-2556-4715-91D8-E02770D6F826}"/>
              </a:ext>
            </a:extLst>
          </p:cNvPr>
          <p:cNvSpPr>
            <a:spLocks noGrp="1"/>
          </p:cNvSpPr>
          <p:nvPr>
            <p:ph type="pic" sz="quarter" idx="15"/>
          </p:nvPr>
        </p:nvSpPr>
        <p:spPr>
          <a:xfrm>
            <a:off x="7622663" y="3342563"/>
            <a:ext cx="1302826" cy="1302824"/>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7" name="Picture Placeholder 13">
            <a:extLst>
              <a:ext uri="{FF2B5EF4-FFF2-40B4-BE49-F238E27FC236}">
                <a16:creationId xmlns:a16="http://schemas.microsoft.com/office/drawing/2014/main" id="{4B3928D8-3106-4129-84DA-31AD6A29256F}"/>
              </a:ext>
            </a:extLst>
          </p:cNvPr>
          <p:cNvSpPr>
            <a:spLocks noGrp="1"/>
          </p:cNvSpPr>
          <p:nvPr>
            <p:ph type="pic" sz="quarter" idx="16"/>
          </p:nvPr>
        </p:nvSpPr>
        <p:spPr>
          <a:xfrm>
            <a:off x="5103405" y="3537009"/>
            <a:ext cx="2012950" cy="2012946"/>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80" name="Title 1">
            <a:extLst>
              <a:ext uri="{FF2B5EF4-FFF2-40B4-BE49-F238E27FC236}">
                <a16:creationId xmlns:a16="http://schemas.microsoft.com/office/drawing/2014/main" id="{FEE9D826-2462-4D57-A5DD-57BFA6D51B66}"/>
              </a:ext>
            </a:extLst>
          </p:cNvPr>
          <p:cNvSpPr>
            <a:spLocks noGrp="1"/>
          </p:cNvSpPr>
          <p:nvPr>
            <p:ph type="title"/>
          </p:nvPr>
        </p:nvSpPr>
        <p:spPr>
          <a:xfrm>
            <a:off x="609441" y="274639"/>
            <a:ext cx="10969943" cy="711081"/>
          </a:xfrm>
        </p:spPr>
        <p:txBody>
          <a:bodyPr>
            <a:noAutofit/>
          </a:bodyPr>
          <a:lstStyle>
            <a:lvl1pPr algn="ctr">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92498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esktop Mockup">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81" name="Freeform: Shape 380">
            <a:extLst>
              <a:ext uri="{FF2B5EF4-FFF2-40B4-BE49-F238E27FC236}">
                <a16:creationId xmlns:a16="http://schemas.microsoft.com/office/drawing/2014/main" id="{AE984D29-61FE-4C99-9687-A51CC7822CA6}"/>
              </a:ext>
            </a:extLst>
          </p:cNvPr>
          <p:cNvSpPr/>
          <p:nvPr userDrawn="1"/>
        </p:nvSpPr>
        <p:spPr>
          <a:xfrm>
            <a:off x="5662364" y="1569860"/>
            <a:ext cx="6526461" cy="5288141"/>
          </a:xfrm>
          <a:custGeom>
            <a:avLst/>
            <a:gdLst>
              <a:gd name="connsiteX0" fmla="*/ 393743 w 6526461"/>
              <a:gd name="connsiteY0" fmla="*/ 0 h 5288141"/>
              <a:gd name="connsiteX1" fmla="*/ 6526461 w 6526461"/>
              <a:gd name="connsiteY1" fmla="*/ 0 h 5288141"/>
              <a:gd name="connsiteX2" fmla="*/ 6526461 w 6526461"/>
              <a:gd name="connsiteY2" fmla="*/ 5288141 h 5288141"/>
              <a:gd name="connsiteX3" fmla="*/ 0 w 6526461"/>
              <a:gd name="connsiteY3" fmla="*/ 5288141 h 5288141"/>
              <a:gd name="connsiteX4" fmla="*/ 0 w 6526461"/>
              <a:gd name="connsiteY4" fmla="*/ 393743 h 5288141"/>
              <a:gd name="connsiteX5" fmla="*/ 393743 w 6526461"/>
              <a:gd name="connsiteY5" fmla="*/ 0 h 528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26461" h="5288141">
                <a:moveTo>
                  <a:pt x="393743" y="0"/>
                </a:moveTo>
                <a:lnTo>
                  <a:pt x="6526461" y="0"/>
                </a:lnTo>
                <a:lnTo>
                  <a:pt x="6526461" y="5288141"/>
                </a:lnTo>
                <a:lnTo>
                  <a:pt x="0" y="5288141"/>
                </a:lnTo>
                <a:lnTo>
                  <a:pt x="0" y="393743"/>
                </a:lnTo>
                <a:cubicBezTo>
                  <a:pt x="0" y="176285"/>
                  <a:pt x="176285" y="0"/>
                  <a:pt x="393743" y="0"/>
                </a:cubicBezTo>
                <a:close/>
              </a:path>
            </a:pathLst>
          </a:cu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2" name="Picture Placeholder 381">
            <a:extLst>
              <a:ext uri="{FF2B5EF4-FFF2-40B4-BE49-F238E27FC236}">
                <a16:creationId xmlns:a16="http://schemas.microsoft.com/office/drawing/2014/main" id="{8F59953D-8D34-4876-B098-4D1DAD1918E4}"/>
              </a:ext>
            </a:extLst>
          </p:cNvPr>
          <p:cNvSpPr>
            <a:spLocks noGrp="1"/>
          </p:cNvSpPr>
          <p:nvPr>
            <p:ph type="pic" sz="quarter" idx="13"/>
          </p:nvPr>
        </p:nvSpPr>
        <p:spPr>
          <a:xfrm>
            <a:off x="6266549" y="2111829"/>
            <a:ext cx="5922276" cy="4746172"/>
          </a:xfrm>
          <a:custGeom>
            <a:avLst/>
            <a:gdLst>
              <a:gd name="connsiteX0" fmla="*/ 0 w 5922276"/>
              <a:gd name="connsiteY0" fmla="*/ 0 h 4746172"/>
              <a:gd name="connsiteX1" fmla="*/ 5922276 w 5922276"/>
              <a:gd name="connsiteY1" fmla="*/ 0 h 4746172"/>
              <a:gd name="connsiteX2" fmla="*/ 5922276 w 5922276"/>
              <a:gd name="connsiteY2" fmla="*/ 4746172 h 4746172"/>
              <a:gd name="connsiteX3" fmla="*/ 0 w 5922276"/>
              <a:gd name="connsiteY3" fmla="*/ 4746172 h 4746172"/>
            </a:gdLst>
            <a:ahLst/>
            <a:cxnLst>
              <a:cxn ang="0">
                <a:pos x="connsiteX0" y="connsiteY0"/>
              </a:cxn>
              <a:cxn ang="0">
                <a:pos x="connsiteX1" y="connsiteY1"/>
              </a:cxn>
              <a:cxn ang="0">
                <a:pos x="connsiteX2" y="connsiteY2"/>
              </a:cxn>
              <a:cxn ang="0">
                <a:pos x="connsiteX3" y="connsiteY3"/>
              </a:cxn>
            </a:cxnLst>
            <a:rect l="l" t="t" r="r" b="b"/>
            <a:pathLst>
              <a:path w="5922276" h="4746172">
                <a:moveTo>
                  <a:pt x="0" y="0"/>
                </a:moveTo>
                <a:lnTo>
                  <a:pt x="5922276" y="0"/>
                </a:lnTo>
                <a:lnTo>
                  <a:pt x="5922276" y="4746172"/>
                </a:lnTo>
                <a:lnTo>
                  <a:pt x="0" y="4746172"/>
                </a:lnTo>
                <a:close/>
              </a:path>
            </a:pathLst>
          </a:custGeom>
          <a:solidFill>
            <a:schemeClr val="accent3"/>
          </a:solidFill>
        </p:spPr>
        <p:txBody>
          <a:bodyPr wrap="square" anchor="ctr">
            <a:noAutofit/>
          </a:bodyPr>
          <a:lstStyle>
            <a:lvl1pPr marL="0" indent="0" algn="ctr">
              <a:buNone/>
              <a:defRPr>
                <a:solidFill>
                  <a:schemeClr val="bg1"/>
                </a:solidFill>
              </a:defRPr>
            </a:lvl1pPr>
          </a:lstStyle>
          <a:p>
            <a:endParaRPr lang="en-IN"/>
          </a:p>
        </p:txBody>
      </p:sp>
    </p:spTree>
    <p:extLst>
      <p:ext uri="{BB962C8B-B14F-4D97-AF65-F5344CB8AC3E}">
        <p14:creationId xmlns:p14="http://schemas.microsoft.com/office/powerpoint/2010/main" val="1714369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Tree>
    <p:extLst>
      <p:ext uri="{BB962C8B-B14F-4D97-AF65-F5344CB8AC3E}">
        <p14:creationId xmlns:p14="http://schemas.microsoft.com/office/powerpoint/2010/main" val="1042361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What we do?">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2/24/2025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64" name="Rectangle 5">
            <a:extLst>
              <a:ext uri="{FF2B5EF4-FFF2-40B4-BE49-F238E27FC236}">
                <a16:creationId xmlns:a16="http://schemas.microsoft.com/office/drawing/2014/main" id="{1D5D3984-7DC7-4194-AD39-51045112ACA1}"/>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5" name="Rectangle 6">
            <a:extLst>
              <a:ext uri="{FF2B5EF4-FFF2-40B4-BE49-F238E27FC236}">
                <a16:creationId xmlns:a16="http://schemas.microsoft.com/office/drawing/2014/main" id="{C4A1AA13-BC36-4E79-B4E8-CBD99F7B0D87}"/>
              </a:ext>
            </a:extLst>
          </p:cNvPr>
          <p:cNvSpPr>
            <a:spLocks noChangeArrowheads="1"/>
          </p:cNvSpPr>
          <p:nvPr/>
        </p:nvSpPr>
        <p:spPr bwMode="auto">
          <a:xfrm>
            <a:off x="80954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6" name="Rectangle 7">
            <a:extLst>
              <a:ext uri="{FF2B5EF4-FFF2-40B4-BE49-F238E27FC236}">
                <a16:creationId xmlns:a16="http://schemas.microsoft.com/office/drawing/2014/main" id="{064FA383-421A-4408-B960-0EEA4EA6D887}"/>
              </a:ext>
            </a:extLst>
          </p:cNvPr>
          <p:cNvSpPr>
            <a:spLocks noChangeArrowheads="1"/>
          </p:cNvSpPr>
          <p:nvPr/>
        </p:nvSpPr>
        <p:spPr bwMode="auto">
          <a:xfrm>
            <a:off x="126380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7" name="Rectangle 8">
            <a:extLst>
              <a:ext uri="{FF2B5EF4-FFF2-40B4-BE49-F238E27FC236}">
                <a16:creationId xmlns:a16="http://schemas.microsoft.com/office/drawing/2014/main" id="{A749CDFB-EE99-4334-8923-0D518C5B2B12}"/>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8" name="Rectangle 9">
            <a:extLst>
              <a:ext uri="{FF2B5EF4-FFF2-40B4-BE49-F238E27FC236}">
                <a16:creationId xmlns:a16="http://schemas.microsoft.com/office/drawing/2014/main" id="{6E9A5901-7AB9-4355-8A8C-EDEDF74E0D29}"/>
              </a:ext>
            </a:extLst>
          </p:cNvPr>
          <p:cNvSpPr>
            <a:spLocks noChangeArrowheads="1"/>
          </p:cNvSpPr>
          <p:nvPr/>
        </p:nvSpPr>
        <p:spPr bwMode="auto">
          <a:xfrm>
            <a:off x="217350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9" name="Rectangle 10">
            <a:extLst>
              <a:ext uri="{FF2B5EF4-FFF2-40B4-BE49-F238E27FC236}">
                <a16:creationId xmlns:a16="http://schemas.microsoft.com/office/drawing/2014/main" id="{719A89F7-F1DD-434B-B30D-4B32BEFEBDCF}"/>
              </a:ext>
            </a:extLst>
          </p:cNvPr>
          <p:cNvSpPr>
            <a:spLocks noChangeArrowheads="1"/>
          </p:cNvSpPr>
          <p:nvPr/>
        </p:nvSpPr>
        <p:spPr bwMode="auto">
          <a:xfrm>
            <a:off x="262893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0" name="Rectangle 11">
            <a:extLst>
              <a:ext uri="{FF2B5EF4-FFF2-40B4-BE49-F238E27FC236}">
                <a16:creationId xmlns:a16="http://schemas.microsoft.com/office/drawing/2014/main" id="{E2F34566-8F29-46BF-862B-492CFB9F0B97}"/>
              </a:ext>
            </a:extLst>
          </p:cNvPr>
          <p:cNvSpPr>
            <a:spLocks noChangeArrowheads="1"/>
          </p:cNvSpPr>
          <p:nvPr/>
        </p:nvSpPr>
        <p:spPr bwMode="auto">
          <a:xfrm>
            <a:off x="3083197"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1" name="Rectangle 12">
            <a:extLst>
              <a:ext uri="{FF2B5EF4-FFF2-40B4-BE49-F238E27FC236}">
                <a16:creationId xmlns:a16="http://schemas.microsoft.com/office/drawing/2014/main" id="{13B17D5B-B8E7-479A-9557-1DE1F3355D01}"/>
              </a:ext>
            </a:extLst>
          </p:cNvPr>
          <p:cNvSpPr>
            <a:spLocks noChangeArrowheads="1"/>
          </p:cNvSpPr>
          <p:nvPr/>
        </p:nvSpPr>
        <p:spPr bwMode="auto">
          <a:xfrm>
            <a:off x="3538630"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2" name="Rectangle 13">
            <a:extLst>
              <a:ext uri="{FF2B5EF4-FFF2-40B4-BE49-F238E27FC236}">
                <a16:creationId xmlns:a16="http://schemas.microsoft.com/office/drawing/2014/main" id="{648B9A6E-E46B-4E77-8AFC-175F26F71815}"/>
              </a:ext>
            </a:extLst>
          </p:cNvPr>
          <p:cNvSpPr>
            <a:spLocks noChangeArrowheads="1"/>
          </p:cNvSpPr>
          <p:nvPr/>
        </p:nvSpPr>
        <p:spPr bwMode="auto">
          <a:xfrm>
            <a:off x="399289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3" name="Rectangle 14">
            <a:extLst>
              <a:ext uri="{FF2B5EF4-FFF2-40B4-BE49-F238E27FC236}">
                <a16:creationId xmlns:a16="http://schemas.microsoft.com/office/drawing/2014/main" id="{66ED677A-B450-444C-8C05-6164CEFBB230}"/>
              </a:ext>
            </a:extLst>
          </p:cNvPr>
          <p:cNvSpPr>
            <a:spLocks noChangeArrowheads="1"/>
          </p:cNvSpPr>
          <p:nvPr/>
        </p:nvSpPr>
        <p:spPr bwMode="auto">
          <a:xfrm>
            <a:off x="4448326"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4" name="Rectangle 15">
            <a:extLst>
              <a:ext uri="{FF2B5EF4-FFF2-40B4-BE49-F238E27FC236}">
                <a16:creationId xmlns:a16="http://schemas.microsoft.com/office/drawing/2014/main" id="{6B37F876-20AD-4B0B-B794-D98057E31CD1}"/>
              </a:ext>
            </a:extLst>
          </p:cNvPr>
          <p:cNvSpPr>
            <a:spLocks noChangeArrowheads="1"/>
          </p:cNvSpPr>
          <p:nvPr/>
        </p:nvSpPr>
        <p:spPr bwMode="auto">
          <a:xfrm>
            <a:off x="4902589"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5" name="Rectangle 16">
            <a:extLst>
              <a:ext uri="{FF2B5EF4-FFF2-40B4-BE49-F238E27FC236}">
                <a16:creationId xmlns:a16="http://schemas.microsoft.com/office/drawing/2014/main" id="{9EED317B-A291-4834-AF57-5CB5972CF527}"/>
              </a:ext>
            </a:extLst>
          </p:cNvPr>
          <p:cNvSpPr>
            <a:spLocks noChangeArrowheads="1"/>
          </p:cNvSpPr>
          <p:nvPr/>
        </p:nvSpPr>
        <p:spPr bwMode="auto">
          <a:xfrm>
            <a:off x="535802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6" name="Rectangle 17">
            <a:extLst>
              <a:ext uri="{FF2B5EF4-FFF2-40B4-BE49-F238E27FC236}">
                <a16:creationId xmlns:a16="http://schemas.microsoft.com/office/drawing/2014/main" id="{6F10DAB5-CF53-4900-8A89-3398C2031047}"/>
              </a:ext>
            </a:extLst>
          </p:cNvPr>
          <p:cNvSpPr>
            <a:spLocks noChangeArrowheads="1"/>
          </p:cNvSpPr>
          <p:nvPr/>
        </p:nvSpPr>
        <p:spPr bwMode="auto">
          <a:xfrm>
            <a:off x="581228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7" name="Rectangle 18">
            <a:extLst>
              <a:ext uri="{FF2B5EF4-FFF2-40B4-BE49-F238E27FC236}">
                <a16:creationId xmlns:a16="http://schemas.microsoft.com/office/drawing/2014/main" id="{F5888EEF-E323-44C5-9096-B1D8A26B31A0}"/>
              </a:ext>
            </a:extLst>
          </p:cNvPr>
          <p:cNvSpPr>
            <a:spLocks noChangeArrowheads="1"/>
          </p:cNvSpPr>
          <p:nvPr/>
        </p:nvSpPr>
        <p:spPr bwMode="auto">
          <a:xfrm>
            <a:off x="626771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8" name="Rectangle 19">
            <a:extLst>
              <a:ext uri="{FF2B5EF4-FFF2-40B4-BE49-F238E27FC236}">
                <a16:creationId xmlns:a16="http://schemas.microsoft.com/office/drawing/2014/main" id="{9825D3DA-CFCD-4B62-AA3E-6B6A3F6A4D32}"/>
              </a:ext>
            </a:extLst>
          </p:cNvPr>
          <p:cNvSpPr>
            <a:spLocks noChangeArrowheads="1"/>
          </p:cNvSpPr>
          <p:nvPr/>
        </p:nvSpPr>
        <p:spPr bwMode="auto">
          <a:xfrm>
            <a:off x="672198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9" name="Rectangle 20">
            <a:extLst>
              <a:ext uri="{FF2B5EF4-FFF2-40B4-BE49-F238E27FC236}">
                <a16:creationId xmlns:a16="http://schemas.microsoft.com/office/drawing/2014/main" id="{485F1DFD-B6E0-4E81-9E5D-A16F629BFD95}"/>
              </a:ext>
            </a:extLst>
          </p:cNvPr>
          <p:cNvSpPr>
            <a:spLocks noChangeArrowheads="1"/>
          </p:cNvSpPr>
          <p:nvPr/>
        </p:nvSpPr>
        <p:spPr bwMode="auto">
          <a:xfrm>
            <a:off x="717741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0" name="Rectangle 21">
            <a:extLst>
              <a:ext uri="{FF2B5EF4-FFF2-40B4-BE49-F238E27FC236}">
                <a16:creationId xmlns:a16="http://schemas.microsoft.com/office/drawing/2014/main" id="{22C892AF-FE66-492B-8360-9F3902E2D27A}"/>
              </a:ext>
            </a:extLst>
          </p:cNvPr>
          <p:cNvSpPr>
            <a:spLocks noChangeArrowheads="1"/>
          </p:cNvSpPr>
          <p:nvPr/>
        </p:nvSpPr>
        <p:spPr bwMode="auto">
          <a:xfrm>
            <a:off x="7631676"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1" name="Rectangle 22">
            <a:extLst>
              <a:ext uri="{FF2B5EF4-FFF2-40B4-BE49-F238E27FC236}">
                <a16:creationId xmlns:a16="http://schemas.microsoft.com/office/drawing/2014/main" id="{BF8787BC-8DED-4E08-BA9C-0F363C018FE6}"/>
              </a:ext>
            </a:extLst>
          </p:cNvPr>
          <p:cNvSpPr>
            <a:spLocks noChangeArrowheads="1"/>
          </p:cNvSpPr>
          <p:nvPr/>
        </p:nvSpPr>
        <p:spPr bwMode="auto">
          <a:xfrm>
            <a:off x="8087109"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2" name="Rectangle 23">
            <a:extLst>
              <a:ext uri="{FF2B5EF4-FFF2-40B4-BE49-F238E27FC236}">
                <a16:creationId xmlns:a16="http://schemas.microsoft.com/office/drawing/2014/main" id="{ECC6E2E7-5D4C-494A-9957-C74873D73B5C}"/>
              </a:ext>
            </a:extLst>
          </p:cNvPr>
          <p:cNvSpPr>
            <a:spLocks noChangeArrowheads="1"/>
          </p:cNvSpPr>
          <p:nvPr/>
        </p:nvSpPr>
        <p:spPr bwMode="auto">
          <a:xfrm>
            <a:off x="854137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3" name="Rectangle 24">
            <a:extLst>
              <a:ext uri="{FF2B5EF4-FFF2-40B4-BE49-F238E27FC236}">
                <a16:creationId xmlns:a16="http://schemas.microsoft.com/office/drawing/2014/main" id="{619B2CB8-4BD4-49C4-99C7-1EDC4DE98D0E}"/>
              </a:ext>
            </a:extLst>
          </p:cNvPr>
          <p:cNvSpPr>
            <a:spLocks noChangeArrowheads="1"/>
          </p:cNvSpPr>
          <p:nvPr/>
        </p:nvSpPr>
        <p:spPr bwMode="auto">
          <a:xfrm>
            <a:off x="8996805"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4" name="Rectangle 25">
            <a:extLst>
              <a:ext uri="{FF2B5EF4-FFF2-40B4-BE49-F238E27FC236}">
                <a16:creationId xmlns:a16="http://schemas.microsoft.com/office/drawing/2014/main" id="{2BD052E5-B9B7-4DDC-921A-0BA5DC53AFE7}"/>
              </a:ext>
            </a:extLst>
          </p:cNvPr>
          <p:cNvSpPr>
            <a:spLocks noChangeArrowheads="1"/>
          </p:cNvSpPr>
          <p:nvPr/>
        </p:nvSpPr>
        <p:spPr bwMode="auto">
          <a:xfrm>
            <a:off x="9451068"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5" name="Rectangle 26">
            <a:extLst>
              <a:ext uri="{FF2B5EF4-FFF2-40B4-BE49-F238E27FC236}">
                <a16:creationId xmlns:a16="http://schemas.microsoft.com/office/drawing/2014/main" id="{854CCDB5-6DB3-4877-AAD4-2D60BD9045BA}"/>
              </a:ext>
            </a:extLst>
          </p:cNvPr>
          <p:cNvSpPr>
            <a:spLocks noChangeArrowheads="1"/>
          </p:cNvSpPr>
          <p:nvPr/>
        </p:nvSpPr>
        <p:spPr bwMode="auto">
          <a:xfrm>
            <a:off x="9906501"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6" name="Rectangle 27">
            <a:extLst>
              <a:ext uri="{FF2B5EF4-FFF2-40B4-BE49-F238E27FC236}">
                <a16:creationId xmlns:a16="http://schemas.microsoft.com/office/drawing/2014/main" id="{E3701413-7CE4-4A3C-88EA-C6C0B42E4A34}"/>
              </a:ext>
            </a:extLst>
          </p:cNvPr>
          <p:cNvSpPr>
            <a:spLocks noChangeArrowheads="1"/>
          </p:cNvSpPr>
          <p:nvPr/>
        </p:nvSpPr>
        <p:spPr bwMode="auto">
          <a:xfrm>
            <a:off x="1036076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7" name="Rectangle 28">
            <a:extLst>
              <a:ext uri="{FF2B5EF4-FFF2-40B4-BE49-F238E27FC236}">
                <a16:creationId xmlns:a16="http://schemas.microsoft.com/office/drawing/2014/main" id="{BA36D018-6320-417B-8F9E-55683DDC96D5}"/>
              </a:ext>
            </a:extLst>
          </p:cNvPr>
          <p:cNvSpPr>
            <a:spLocks noChangeArrowheads="1"/>
          </p:cNvSpPr>
          <p:nvPr/>
        </p:nvSpPr>
        <p:spPr bwMode="auto">
          <a:xfrm>
            <a:off x="1081619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8" name="Rectangle 29">
            <a:extLst>
              <a:ext uri="{FF2B5EF4-FFF2-40B4-BE49-F238E27FC236}">
                <a16:creationId xmlns:a16="http://schemas.microsoft.com/office/drawing/2014/main" id="{2B1F5663-A83E-4D95-BDF4-EBB44F3CCC3B}"/>
              </a:ext>
            </a:extLst>
          </p:cNvPr>
          <p:cNvSpPr>
            <a:spLocks noChangeArrowheads="1"/>
          </p:cNvSpPr>
          <p:nvPr/>
        </p:nvSpPr>
        <p:spPr bwMode="auto">
          <a:xfrm>
            <a:off x="1127046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9" name="Rectangle 30">
            <a:extLst>
              <a:ext uri="{FF2B5EF4-FFF2-40B4-BE49-F238E27FC236}">
                <a16:creationId xmlns:a16="http://schemas.microsoft.com/office/drawing/2014/main" id="{462D901F-2505-492E-B20E-7B4077FF6D3B}"/>
              </a:ext>
            </a:extLst>
          </p:cNvPr>
          <p:cNvSpPr>
            <a:spLocks noChangeArrowheads="1"/>
          </p:cNvSpPr>
          <p:nvPr/>
        </p:nvSpPr>
        <p:spPr bwMode="auto">
          <a:xfrm>
            <a:off x="1172589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0" name="Rectangle 32">
            <a:extLst>
              <a:ext uri="{FF2B5EF4-FFF2-40B4-BE49-F238E27FC236}">
                <a16:creationId xmlns:a16="http://schemas.microsoft.com/office/drawing/2014/main" id="{FDEA931C-C5A4-4A39-893A-F9D600DAA120}"/>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1" name="Rectangle 33">
            <a:extLst>
              <a:ext uri="{FF2B5EF4-FFF2-40B4-BE49-F238E27FC236}">
                <a16:creationId xmlns:a16="http://schemas.microsoft.com/office/drawing/2014/main" id="{53FAB04F-C814-4903-887C-6B8749BF4873}"/>
              </a:ext>
            </a:extLst>
          </p:cNvPr>
          <p:cNvSpPr>
            <a:spLocks noChangeArrowheads="1"/>
          </p:cNvSpPr>
          <p:nvPr/>
        </p:nvSpPr>
        <p:spPr bwMode="auto">
          <a:xfrm>
            <a:off x="80954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2" name="Rectangle 34">
            <a:extLst>
              <a:ext uri="{FF2B5EF4-FFF2-40B4-BE49-F238E27FC236}">
                <a16:creationId xmlns:a16="http://schemas.microsoft.com/office/drawing/2014/main" id="{E80BB6CA-5007-43DC-9106-9AC1FD8F5F42}"/>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3" name="Rectangle 35">
            <a:extLst>
              <a:ext uri="{FF2B5EF4-FFF2-40B4-BE49-F238E27FC236}">
                <a16:creationId xmlns:a16="http://schemas.microsoft.com/office/drawing/2014/main" id="{3E18C2F1-101D-4393-9918-DE77B3379868}"/>
              </a:ext>
            </a:extLst>
          </p:cNvPr>
          <p:cNvSpPr>
            <a:spLocks noChangeArrowheads="1"/>
          </p:cNvSpPr>
          <p:nvPr/>
        </p:nvSpPr>
        <p:spPr bwMode="auto">
          <a:xfrm>
            <a:off x="171923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4" name="Rectangle 36">
            <a:extLst>
              <a:ext uri="{FF2B5EF4-FFF2-40B4-BE49-F238E27FC236}">
                <a16:creationId xmlns:a16="http://schemas.microsoft.com/office/drawing/2014/main" id="{2EA02F2D-5F5D-4284-953F-D92F8BA89C8B}"/>
              </a:ext>
            </a:extLst>
          </p:cNvPr>
          <p:cNvSpPr>
            <a:spLocks noChangeArrowheads="1"/>
          </p:cNvSpPr>
          <p:nvPr/>
        </p:nvSpPr>
        <p:spPr bwMode="auto">
          <a:xfrm>
            <a:off x="217350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5" name="Rectangle 37">
            <a:extLst>
              <a:ext uri="{FF2B5EF4-FFF2-40B4-BE49-F238E27FC236}">
                <a16:creationId xmlns:a16="http://schemas.microsoft.com/office/drawing/2014/main" id="{B5280DAC-9E73-48E4-A0C0-043ACF981C6E}"/>
              </a:ext>
            </a:extLst>
          </p:cNvPr>
          <p:cNvSpPr>
            <a:spLocks noChangeArrowheads="1"/>
          </p:cNvSpPr>
          <p:nvPr/>
        </p:nvSpPr>
        <p:spPr bwMode="auto">
          <a:xfrm>
            <a:off x="262893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6" name="Rectangle 38">
            <a:extLst>
              <a:ext uri="{FF2B5EF4-FFF2-40B4-BE49-F238E27FC236}">
                <a16:creationId xmlns:a16="http://schemas.microsoft.com/office/drawing/2014/main" id="{60B1EDB9-9DC9-475A-BEBF-49644F4E1F95}"/>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7" name="Rectangle 39">
            <a:extLst>
              <a:ext uri="{FF2B5EF4-FFF2-40B4-BE49-F238E27FC236}">
                <a16:creationId xmlns:a16="http://schemas.microsoft.com/office/drawing/2014/main" id="{820A7A5C-FCE4-4A98-ABAF-F0127EC77F14}"/>
              </a:ext>
            </a:extLst>
          </p:cNvPr>
          <p:cNvSpPr>
            <a:spLocks noChangeArrowheads="1"/>
          </p:cNvSpPr>
          <p:nvPr/>
        </p:nvSpPr>
        <p:spPr bwMode="auto">
          <a:xfrm>
            <a:off x="3538630"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8" name="Rectangle 40">
            <a:extLst>
              <a:ext uri="{FF2B5EF4-FFF2-40B4-BE49-F238E27FC236}">
                <a16:creationId xmlns:a16="http://schemas.microsoft.com/office/drawing/2014/main" id="{7A431B81-7C7C-42A1-8E97-0E59A743EAFF}"/>
              </a:ext>
            </a:extLst>
          </p:cNvPr>
          <p:cNvSpPr>
            <a:spLocks noChangeArrowheads="1"/>
          </p:cNvSpPr>
          <p:nvPr/>
        </p:nvSpPr>
        <p:spPr bwMode="auto">
          <a:xfrm>
            <a:off x="399289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9" name="Rectangle 41">
            <a:extLst>
              <a:ext uri="{FF2B5EF4-FFF2-40B4-BE49-F238E27FC236}">
                <a16:creationId xmlns:a16="http://schemas.microsoft.com/office/drawing/2014/main" id="{F7C18536-4714-447C-B2CD-5CCE34FE6304}"/>
              </a:ext>
            </a:extLst>
          </p:cNvPr>
          <p:cNvSpPr>
            <a:spLocks noChangeArrowheads="1"/>
          </p:cNvSpPr>
          <p:nvPr/>
        </p:nvSpPr>
        <p:spPr bwMode="auto">
          <a:xfrm>
            <a:off x="4448326"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0" name="Rectangle 42">
            <a:extLst>
              <a:ext uri="{FF2B5EF4-FFF2-40B4-BE49-F238E27FC236}">
                <a16:creationId xmlns:a16="http://schemas.microsoft.com/office/drawing/2014/main" id="{A5220EB9-CFCA-4E11-B625-CBA6910EDB8D}"/>
              </a:ext>
            </a:extLst>
          </p:cNvPr>
          <p:cNvSpPr>
            <a:spLocks noChangeArrowheads="1"/>
          </p:cNvSpPr>
          <p:nvPr/>
        </p:nvSpPr>
        <p:spPr bwMode="auto">
          <a:xfrm>
            <a:off x="4902589"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1" name="Rectangle 43">
            <a:extLst>
              <a:ext uri="{FF2B5EF4-FFF2-40B4-BE49-F238E27FC236}">
                <a16:creationId xmlns:a16="http://schemas.microsoft.com/office/drawing/2014/main" id="{C9AB4232-42B9-4172-8F6B-0CCF9E84F564}"/>
              </a:ext>
            </a:extLst>
          </p:cNvPr>
          <p:cNvSpPr>
            <a:spLocks noChangeArrowheads="1"/>
          </p:cNvSpPr>
          <p:nvPr/>
        </p:nvSpPr>
        <p:spPr bwMode="auto">
          <a:xfrm>
            <a:off x="535802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2" name="Rectangle 44">
            <a:extLst>
              <a:ext uri="{FF2B5EF4-FFF2-40B4-BE49-F238E27FC236}">
                <a16:creationId xmlns:a16="http://schemas.microsoft.com/office/drawing/2014/main" id="{77D0A2B3-F2AF-45C0-BC1A-629B0AF4C017}"/>
              </a:ext>
            </a:extLst>
          </p:cNvPr>
          <p:cNvSpPr>
            <a:spLocks noChangeArrowheads="1"/>
          </p:cNvSpPr>
          <p:nvPr/>
        </p:nvSpPr>
        <p:spPr bwMode="auto">
          <a:xfrm>
            <a:off x="5812285"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3" name="Rectangle 45">
            <a:extLst>
              <a:ext uri="{FF2B5EF4-FFF2-40B4-BE49-F238E27FC236}">
                <a16:creationId xmlns:a16="http://schemas.microsoft.com/office/drawing/2014/main" id="{C2A2BCF5-ACB6-4194-9DE7-BE45865F0651}"/>
              </a:ext>
            </a:extLst>
          </p:cNvPr>
          <p:cNvSpPr>
            <a:spLocks noChangeArrowheads="1"/>
          </p:cNvSpPr>
          <p:nvPr/>
        </p:nvSpPr>
        <p:spPr bwMode="auto">
          <a:xfrm>
            <a:off x="626771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4" name="Rectangle 46">
            <a:extLst>
              <a:ext uri="{FF2B5EF4-FFF2-40B4-BE49-F238E27FC236}">
                <a16:creationId xmlns:a16="http://schemas.microsoft.com/office/drawing/2014/main" id="{E5AE97FB-206B-4E16-BB3C-161246A67640}"/>
              </a:ext>
            </a:extLst>
          </p:cNvPr>
          <p:cNvSpPr>
            <a:spLocks noChangeArrowheads="1"/>
          </p:cNvSpPr>
          <p:nvPr/>
        </p:nvSpPr>
        <p:spPr bwMode="auto">
          <a:xfrm>
            <a:off x="672198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5" name="Rectangle 47">
            <a:extLst>
              <a:ext uri="{FF2B5EF4-FFF2-40B4-BE49-F238E27FC236}">
                <a16:creationId xmlns:a16="http://schemas.microsoft.com/office/drawing/2014/main" id="{E2148554-6A62-41A8-B70A-3265589BB172}"/>
              </a:ext>
            </a:extLst>
          </p:cNvPr>
          <p:cNvSpPr>
            <a:spLocks noChangeArrowheads="1"/>
          </p:cNvSpPr>
          <p:nvPr/>
        </p:nvSpPr>
        <p:spPr bwMode="auto">
          <a:xfrm>
            <a:off x="717741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6" name="Rectangle 48">
            <a:extLst>
              <a:ext uri="{FF2B5EF4-FFF2-40B4-BE49-F238E27FC236}">
                <a16:creationId xmlns:a16="http://schemas.microsoft.com/office/drawing/2014/main" id="{1F2DBB84-56F7-4574-B1C3-59A49824B840}"/>
              </a:ext>
            </a:extLst>
          </p:cNvPr>
          <p:cNvSpPr>
            <a:spLocks noChangeArrowheads="1"/>
          </p:cNvSpPr>
          <p:nvPr/>
        </p:nvSpPr>
        <p:spPr bwMode="auto">
          <a:xfrm>
            <a:off x="7631676"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7" name="Rectangle 49">
            <a:extLst>
              <a:ext uri="{FF2B5EF4-FFF2-40B4-BE49-F238E27FC236}">
                <a16:creationId xmlns:a16="http://schemas.microsoft.com/office/drawing/2014/main" id="{3803743A-8621-4AD5-9BEE-D1FBC8D62207}"/>
              </a:ext>
            </a:extLst>
          </p:cNvPr>
          <p:cNvSpPr>
            <a:spLocks noChangeArrowheads="1"/>
          </p:cNvSpPr>
          <p:nvPr/>
        </p:nvSpPr>
        <p:spPr bwMode="auto">
          <a:xfrm>
            <a:off x="808710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8" name="Rectangle 50">
            <a:extLst>
              <a:ext uri="{FF2B5EF4-FFF2-40B4-BE49-F238E27FC236}">
                <a16:creationId xmlns:a16="http://schemas.microsoft.com/office/drawing/2014/main" id="{2940D20D-CE5D-4F7F-87D5-4081213E1F25}"/>
              </a:ext>
            </a:extLst>
          </p:cNvPr>
          <p:cNvSpPr>
            <a:spLocks noChangeArrowheads="1"/>
          </p:cNvSpPr>
          <p:nvPr/>
        </p:nvSpPr>
        <p:spPr bwMode="auto">
          <a:xfrm>
            <a:off x="854137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9" name="Rectangle 51">
            <a:extLst>
              <a:ext uri="{FF2B5EF4-FFF2-40B4-BE49-F238E27FC236}">
                <a16:creationId xmlns:a16="http://schemas.microsoft.com/office/drawing/2014/main" id="{F24365F1-8EF6-4443-AB20-203041B14D4A}"/>
              </a:ext>
            </a:extLst>
          </p:cNvPr>
          <p:cNvSpPr>
            <a:spLocks noChangeArrowheads="1"/>
          </p:cNvSpPr>
          <p:nvPr/>
        </p:nvSpPr>
        <p:spPr bwMode="auto">
          <a:xfrm>
            <a:off x="8996805"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0" name="Rectangle 52">
            <a:extLst>
              <a:ext uri="{FF2B5EF4-FFF2-40B4-BE49-F238E27FC236}">
                <a16:creationId xmlns:a16="http://schemas.microsoft.com/office/drawing/2014/main" id="{43BD6223-42F5-4EA4-BED3-40CDDED810F2}"/>
              </a:ext>
            </a:extLst>
          </p:cNvPr>
          <p:cNvSpPr>
            <a:spLocks noChangeArrowheads="1"/>
          </p:cNvSpPr>
          <p:nvPr/>
        </p:nvSpPr>
        <p:spPr bwMode="auto">
          <a:xfrm>
            <a:off x="9451068"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1" name="Rectangle 53">
            <a:extLst>
              <a:ext uri="{FF2B5EF4-FFF2-40B4-BE49-F238E27FC236}">
                <a16:creationId xmlns:a16="http://schemas.microsoft.com/office/drawing/2014/main" id="{C44C46DF-3231-4732-836F-60E5D9F31465}"/>
              </a:ext>
            </a:extLst>
          </p:cNvPr>
          <p:cNvSpPr>
            <a:spLocks noChangeArrowheads="1"/>
          </p:cNvSpPr>
          <p:nvPr/>
        </p:nvSpPr>
        <p:spPr bwMode="auto">
          <a:xfrm>
            <a:off x="9906501"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2" name="Rectangle 54">
            <a:extLst>
              <a:ext uri="{FF2B5EF4-FFF2-40B4-BE49-F238E27FC236}">
                <a16:creationId xmlns:a16="http://schemas.microsoft.com/office/drawing/2014/main" id="{19478349-0B6B-45A3-A8D0-F9FFADAB4607}"/>
              </a:ext>
            </a:extLst>
          </p:cNvPr>
          <p:cNvSpPr>
            <a:spLocks noChangeArrowheads="1"/>
          </p:cNvSpPr>
          <p:nvPr/>
        </p:nvSpPr>
        <p:spPr bwMode="auto">
          <a:xfrm>
            <a:off x="1036076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3" name="Rectangle 55">
            <a:extLst>
              <a:ext uri="{FF2B5EF4-FFF2-40B4-BE49-F238E27FC236}">
                <a16:creationId xmlns:a16="http://schemas.microsoft.com/office/drawing/2014/main" id="{AECC5927-A5DD-4BD3-91EB-7B58FC036A0F}"/>
              </a:ext>
            </a:extLst>
          </p:cNvPr>
          <p:cNvSpPr>
            <a:spLocks noChangeArrowheads="1"/>
          </p:cNvSpPr>
          <p:nvPr/>
        </p:nvSpPr>
        <p:spPr bwMode="auto">
          <a:xfrm>
            <a:off x="1081619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4" name="Rectangle 56">
            <a:extLst>
              <a:ext uri="{FF2B5EF4-FFF2-40B4-BE49-F238E27FC236}">
                <a16:creationId xmlns:a16="http://schemas.microsoft.com/office/drawing/2014/main" id="{2592B56B-0EE5-44E3-8D4E-C331547A46D6}"/>
              </a:ext>
            </a:extLst>
          </p:cNvPr>
          <p:cNvSpPr>
            <a:spLocks noChangeArrowheads="1"/>
          </p:cNvSpPr>
          <p:nvPr/>
        </p:nvSpPr>
        <p:spPr bwMode="auto">
          <a:xfrm>
            <a:off x="1127046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5" name="Rectangle 57">
            <a:extLst>
              <a:ext uri="{FF2B5EF4-FFF2-40B4-BE49-F238E27FC236}">
                <a16:creationId xmlns:a16="http://schemas.microsoft.com/office/drawing/2014/main" id="{E5B2E8AF-A971-4061-B059-E39A6A85852A}"/>
              </a:ext>
            </a:extLst>
          </p:cNvPr>
          <p:cNvSpPr>
            <a:spLocks noChangeArrowheads="1"/>
          </p:cNvSpPr>
          <p:nvPr/>
        </p:nvSpPr>
        <p:spPr bwMode="auto">
          <a:xfrm>
            <a:off x="1172589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6" name="Rectangle 59">
            <a:extLst>
              <a:ext uri="{FF2B5EF4-FFF2-40B4-BE49-F238E27FC236}">
                <a16:creationId xmlns:a16="http://schemas.microsoft.com/office/drawing/2014/main" id="{63258960-6D1D-4D67-AFE7-6C7417FA7977}"/>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7" name="Rectangle 60">
            <a:extLst>
              <a:ext uri="{FF2B5EF4-FFF2-40B4-BE49-F238E27FC236}">
                <a16:creationId xmlns:a16="http://schemas.microsoft.com/office/drawing/2014/main" id="{CF3B53C2-CA07-4D06-8438-0D7F9828ABAE}"/>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8" name="Rectangle 61">
            <a:extLst>
              <a:ext uri="{FF2B5EF4-FFF2-40B4-BE49-F238E27FC236}">
                <a16:creationId xmlns:a16="http://schemas.microsoft.com/office/drawing/2014/main" id="{D0868746-D1A0-47AC-9F34-0192B3B37043}"/>
              </a:ext>
            </a:extLst>
          </p:cNvPr>
          <p:cNvSpPr>
            <a:spLocks noChangeArrowheads="1"/>
          </p:cNvSpPr>
          <p:nvPr/>
        </p:nvSpPr>
        <p:spPr bwMode="auto">
          <a:xfrm>
            <a:off x="126380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9" name="Rectangle 62">
            <a:extLst>
              <a:ext uri="{FF2B5EF4-FFF2-40B4-BE49-F238E27FC236}">
                <a16:creationId xmlns:a16="http://schemas.microsoft.com/office/drawing/2014/main" id="{009DD5A6-ADDF-48C9-BC16-9426AEC40A6B}"/>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0" name="Rectangle 63">
            <a:extLst>
              <a:ext uri="{FF2B5EF4-FFF2-40B4-BE49-F238E27FC236}">
                <a16:creationId xmlns:a16="http://schemas.microsoft.com/office/drawing/2014/main" id="{2285F7C8-078E-440F-95B4-A367E03BE7E4}"/>
              </a:ext>
            </a:extLst>
          </p:cNvPr>
          <p:cNvSpPr>
            <a:spLocks noChangeArrowheads="1"/>
          </p:cNvSpPr>
          <p:nvPr/>
        </p:nvSpPr>
        <p:spPr bwMode="auto">
          <a:xfrm>
            <a:off x="217350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1" name="Rectangle 64">
            <a:extLst>
              <a:ext uri="{FF2B5EF4-FFF2-40B4-BE49-F238E27FC236}">
                <a16:creationId xmlns:a16="http://schemas.microsoft.com/office/drawing/2014/main" id="{26CCF678-B825-4A9D-AF59-68723A33343A}"/>
              </a:ext>
            </a:extLst>
          </p:cNvPr>
          <p:cNvSpPr>
            <a:spLocks noChangeArrowheads="1"/>
          </p:cNvSpPr>
          <p:nvPr/>
        </p:nvSpPr>
        <p:spPr bwMode="auto">
          <a:xfrm>
            <a:off x="262893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2" name="Rectangle 65">
            <a:extLst>
              <a:ext uri="{FF2B5EF4-FFF2-40B4-BE49-F238E27FC236}">
                <a16:creationId xmlns:a16="http://schemas.microsoft.com/office/drawing/2014/main" id="{ECE3A29D-36C2-447D-BAC8-F721C873D213}"/>
              </a:ext>
            </a:extLst>
          </p:cNvPr>
          <p:cNvSpPr>
            <a:spLocks noChangeArrowheads="1"/>
          </p:cNvSpPr>
          <p:nvPr/>
        </p:nvSpPr>
        <p:spPr bwMode="auto">
          <a:xfrm>
            <a:off x="3083197"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3" name="Rectangle 66">
            <a:extLst>
              <a:ext uri="{FF2B5EF4-FFF2-40B4-BE49-F238E27FC236}">
                <a16:creationId xmlns:a16="http://schemas.microsoft.com/office/drawing/2014/main" id="{3EAFBB34-6EA0-4152-8AD7-5299E7456621}"/>
              </a:ext>
            </a:extLst>
          </p:cNvPr>
          <p:cNvSpPr>
            <a:spLocks noChangeArrowheads="1"/>
          </p:cNvSpPr>
          <p:nvPr/>
        </p:nvSpPr>
        <p:spPr bwMode="auto">
          <a:xfrm>
            <a:off x="3538630"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4" name="Rectangle 67">
            <a:extLst>
              <a:ext uri="{FF2B5EF4-FFF2-40B4-BE49-F238E27FC236}">
                <a16:creationId xmlns:a16="http://schemas.microsoft.com/office/drawing/2014/main" id="{2F86D70C-2640-4E78-9AC8-499F31B082EF}"/>
              </a:ext>
            </a:extLst>
          </p:cNvPr>
          <p:cNvSpPr>
            <a:spLocks noChangeArrowheads="1"/>
          </p:cNvSpPr>
          <p:nvPr/>
        </p:nvSpPr>
        <p:spPr bwMode="auto">
          <a:xfrm>
            <a:off x="399289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5" name="Rectangle 68">
            <a:extLst>
              <a:ext uri="{FF2B5EF4-FFF2-40B4-BE49-F238E27FC236}">
                <a16:creationId xmlns:a16="http://schemas.microsoft.com/office/drawing/2014/main" id="{A275C0EA-73CC-4699-B3C9-4A3708797370}"/>
              </a:ext>
            </a:extLst>
          </p:cNvPr>
          <p:cNvSpPr>
            <a:spLocks noChangeArrowheads="1"/>
          </p:cNvSpPr>
          <p:nvPr/>
        </p:nvSpPr>
        <p:spPr bwMode="auto">
          <a:xfrm>
            <a:off x="4448326"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6" name="Rectangle 69">
            <a:extLst>
              <a:ext uri="{FF2B5EF4-FFF2-40B4-BE49-F238E27FC236}">
                <a16:creationId xmlns:a16="http://schemas.microsoft.com/office/drawing/2014/main" id="{F86BBF02-3C76-4314-A0E0-F7356FA340F1}"/>
              </a:ext>
            </a:extLst>
          </p:cNvPr>
          <p:cNvSpPr>
            <a:spLocks noChangeArrowheads="1"/>
          </p:cNvSpPr>
          <p:nvPr/>
        </p:nvSpPr>
        <p:spPr bwMode="auto">
          <a:xfrm>
            <a:off x="4902589"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7" name="Rectangle 70">
            <a:extLst>
              <a:ext uri="{FF2B5EF4-FFF2-40B4-BE49-F238E27FC236}">
                <a16:creationId xmlns:a16="http://schemas.microsoft.com/office/drawing/2014/main" id="{F2323DB0-CBBB-4827-9FCF-88B352492E24}"/>
              </a:ext>
            </a:extLst>
          </p:cNvPr>
          <p:cNvSpPr>
            <a:spLocks noChangeArrowheads="1"/>
          </p:cNvSpPr>
          <p:nvPr/>
        </p:nvSpPr>
        <p:spPr bwMode="auto">
          <a:xfrm>
            <a:off x="535802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8" name="Rectangle 71">
            <a:extLst>
              <a:ext uri="{FF2B5EF4-FFF2-40B4-BE49-F238E27FC236}">
                <a16:creationId xmlns:a16="http://schemas.microsoft.com/office/drawing/2014/main" id="{6C55D080-856F-44CE-A0EC-C7625E2A2D45}"/>
              </a:ext>
            </a:extLst>
          </p:cNvPr>
          <p:cNvSpPr>
            <a:spLocks noChangeArrowheads="1"/>
          </p:cNvSpPr>
          <p:nvPr/>
        </p:nvSpPr>
        <p:spPr bwMode="auto">
          <a:xfrm>
            <a:off x="581228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9" name="Rectangle 72">
            <a:extLst>
              <a:ext uri="{FF2B5EF4-FFF2-40B4-BE49-F238E27FC236}">
                <a16:creationId xmlns:a16="http://schemas.microsoft.com/office/drawing/2014/main" id="{8BF6FDB3-DFE2-48BE-8E96-9C26D4FD9092}"/>
              </a:ext>
            </a:extLst>
          </p:cNvPr>
          <p:cNvSpPr>
            <a:spLocks noChangeArrowheads="1"/>
          </p:cNvSpPr>
          <p:nvPr/>
        </p:nvSpPr>
        <p:spPr bwMode="auto">
          <a:xfrm>
            <a:off x="626771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0" name="Rectangle 73">
            <a:extLst>
              <a:ext uri="{FF2B5EF4-FFF2-40B4-BE49-F238E27FC236}">
                <a16:creationId xmlns:a16="http://schemas.microsoft.com/office/drawing/2014/main" id="{D430B815-9711-421A-B4EE-DC1E51BD09E7}"/>
              </a:ext>
            </a:extLst>
          </p:cNvPr>
          <p:cNvSpPr>
            <a:spLocks noChangeArrowheads="1"/>
          </p:cNvSpPr>
          <p:nvPr/>
        </p:nvSpPr>
        <p:spPr bwMode="auto">
          <a:xfrm>
            <a:off x="672198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1" name="Rectangle 74">
            <a:extLst>
              <a:ext uri="{FF2B5EF4-FFF2-40B4-BE49-F238E27FC236}">
                <a16:creationId xmlns:a16="http://schemas.microsoft.com/office/drawing/2014/main" id="{B8A5CB15-B1A9-4CE5-AD04-579255B67651}"/>
              </a:ext>
            </a:extLst>
          </p:cNvPr>
          <p:cNvSpPr>
            <a:spLocks noChangeArrowheads="1"/>
          </p:cNvSpPr>
          <p:nvPr/>
        </p:nvSpPr>
        <p:spPr bwMode="auto">
          <a:xfrm>
            <a:off x="717741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2" name="Rectangle 75">
            <a:extLst>
              <a:ext uri="{FF2B5EF4-FFF2-40B4-BE49-F238E27FC236}">
                <a16:creationId xmlns:a16="http://schemas.microsoft.com/office/drawing/2014/main" id="{6F6AC38A-D3A1-44B2-8398-DA177502859A}"/>
              </a:ext>
            </a:extLst>
          </p:cNvPr>
          <p:cNvSpPr>
            <a:spLocks noChangeArrowheads="1"/>
          </p:cNvSpPr>
          <p:nvPr/>
        </p:nvSpPr>
        <p:spPr bwMode="auto">
          <a:xfrm>
            <a:off x="7631676"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3" name="Rectangle 76">
            <a:extLst>
              <a:ext uri="{FF2B5EF4-FFF2-40B4-BE49-F238E27FC236}">
                <a16:creationId xmlns:a16="http://schemas.microsoft.com/office/drawing/2014/main" id="{6A4C12CD-07BF-46EB-AC44-6B119866CF4B}"/>
              </a:ext>
            </a:extLst>
          </p:cNvPr>
          <p:cNvSpPr>
            <a:spLocks noChangeArrowheads="1"/>
          </p:cNvSpPr>
          <p:nvPr/>
        </p:nvSpPr>
        <p:spPr bwMode="auto">
          <a:xfrm>
            <a:off x="8087109"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4" name="Rectangle 77">
            <a:extLst>
              <a:ext uri="{FF2B5EF4-FFF2-40B4-BE49-F238E27FC236}">
                <a16:creationId xmlns:a16="http://schemas.microsoft.com/office/drawing/2014/main" id="{5C4A1230-B968-451A-B024-8739FD0C1F93}"/>
              </a:ext>
            </a:extLst>
          </p:cNvPr>
          <p:cNvSpPr>
            <a:spLocks noChangeArrowheads="1"/>
          </p:cNvSpPr>
          <p:nvPr/>
        </p:nvSpPr>
        <p:spPr bwMode="auto">
          <a:xfrm>
            <a:off x="854137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5" name="Rectangle 78">
            <a:extLst>
              <a:ext uri="{FF2B5EF4-FFF2-40B4-BE49-F238E27FC236}">
                <a16:creationId xmlns:a16="http://schemas.microsoft.com/office/drawing/2014/main" id="{D75AC3CE-9734-481C-9D3F-2AF13116EE55}"/>
              </a:ext>
            </a:extLst>
          </p:cNvPr>
          <p:cNvSpPr>
            <a:spLocks noChangeArrowheads="1"/>
          </p:cNvSpPr>
          <p:nvPr/>
        </p:nvSpPr>
        <p:spPr bwMode="auto">
          <a:xfrm>
            <a:off x="8996805"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6" name="Rectangle 79">
            <a:extLst>
              <a:ext uri="{FF2B5EF4-FFF2-40B4-BE49-F238E27FC236}">
                <a16:creationId xmlns:a16="http://schemas.microsoft.com/office/drawing/2014/main" id="{69A12AE9-4D1E-4F86-ABCC-DC9AA3068AA9}"/>
              </a:ext>
            </a:extLst>
          </p:cNvPr>
          <p:cNvSpPr>
            <a:spLocks noChangeArrowheads="1"/>
          </p:cNvSpPr>
          <p:nvPr/>
        </p:nvSpPr>
        <p:spPr bwMode="auto">
          <a:xfrm>
            <a:off x="9451068"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7" name="Rectangle 80">
            <a:extLst>
              <a:ext uri="{FF2B5EF4-FFF2-40B4-BE49-F238E27FC236}">
                <a16:creationId xmlns:a16="http://schemas.microsoft.com/office/drawing/2014/main" id="{30C6E2D2-A01B-4BF9-9EAF-4F62A9AF7214}"/>
              </a:ext>
            </a:extLst>
          </p:cNvPr>
          <p:cNvSpPr>
            <a:spLocks noChangeArrowheads="1"/>
          </p:cNvSpPr>
          <p:nvPr/>
        </p:nvSpPr>
        <p:spPr bwMode="auto">
          <a:xfrm>
            <a:off x="9906501"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8" name="Rectangle 81">
            <a:extLst>
              <a:ext uri="{FF2B5EF4-FFF2-40B4-BE49-F238E27FC236}">
                <a16:creationId xmlns:a16="http://schemas.microsoft.com/office/drawing/2014/main" id="{C9F10DE1-A75B-4DA6-AACE-23581D8E642C}"/>
              </a:ext>
            </a:extLst>
          </p:cNvPr>
          <p:cNvSpPr>
            <a:spLocks noChangeArrowheads="1"/>
          </p:cNvSpPr>
          <p:nvPr/>
        </p:nvSpPr>
        <p:spPr bwMode="auto">
          <a:xfrm>
            <a:off x="1036076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9" name="Rectangle 82">
            <a:extLst>
              <a:ext uri="{FF2B5EF4-FFF2-40B4-BE49-F238E27FC236}">
                <a16:creationId xmlns:a16="http://schemas.microsoft.com/office/drawing/2014/main" id="{0A775802-DD96-46A9-9F60-3C0D0736E331}"/>
              </a:ext>
            </a:extLst>
          </p:cNvPr>
          <p:cNvSpPr>
            <a:spLocks noChangeArrowheads="1"/>
          </p:cNvSpPr>
          <p:nvPr/>
        </p:nvSpPr>
        <p:spPr bwMode="auto">
          <a:xfrm>
            <a:off x="1081619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0" name="Rectangle 83">
            <a:extLst>
              <a:ext uri="{FF2B5EF4-FFF2-40B4-BE49-F238E27FC236}">
                <a16:creationId xmlns:a16="http://schemas.microsoft.com/office/drawing/2014/main" id="{D665EA6F-14AA-4648-AB60-F7117F986461}"/>
              </a:ext>
            </a:extLst>
          </p:cNvPr>
          <p:cNvSpPr>
            <a:spLocks noChangeArrowheads="1"/>
          </p:cNvSpPr>
          <p:nvPr/>
        </p:nvSpPr>
        <p:spPr bwMode="auto">
          <a:xfrm>
            <a:off x="1127046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1" name="Rectangle 84">
            <a:extLst>
              <a:ext uri="{FF2B5EF4-FFF2-40B4-BE49-F238E27FC236}">
                <a16:creationId xmlns:a16="http://schemas.microsoft.com/office/drawing/2014/main" id="{ACB843B8-638E-4047-9D91-8223083C0D1C}"/>
              </a:ext>
            </a:extLst>
          </p:cNvPr>
          <p:cNvSpPr>
            <a:spLocks noChangeArrowheads="1"/>
          </p:cNvSpPr>
          <p:nvPr/>
        </p:nvSpPr>
        <p:spPr bwMode="auto">
          <a:xfrm>
            <a:off x="1172589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2" name="Rectangle 86">
            <a:extLst>
              <a:ext uri="{FF2B5EF4-FFF2-40B4-BE49-F238E27FC236}">
                <a16:creationId xmlns:a16="http://schemas.microsoft.com/office/drawing/2014/main" id="{B7163B2C-02BA-42E9-BFC1-6A12FD59E5B3}"/>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3" name="Rectangle 87">
            <a:extLst>
              <a:ext uri="{FF2B5EF4-FFF2-40B4-BE49-F238E27FC236}">
                <a16:creationId xmlns:a16="http://schemas.microsoft.com/office/drawing/2014/main" id="{0B2288ED-33E4-4DE9-A750-24B68416FDD7}"/>
              </a:ext>
            </a:extLst>
          </p:cNvPr>
          <p:cNvSpPr>
            <a:spLocks noChangeArrowheads="1"/>
          </p:cNvSpPr>
          <p:nvPr/>
        </p:nvSpPr>
        <p:spPr bwMode="auto">
          <a:xfrm>
            <a:off x="80954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4" name="Rectangle 88">
            <a:extLst>
              <a:ext uri="{FF2B5EF4-FFF2-40B4-BE49-F238E27FC236}">
                <a16:creationId xmlns:a16="http://schemas.microsoft.com/office/drawing/2014/main" id="{69096790-3EDA-447C-B893-B58EB23115A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5" name="Rectangle 89">
            <a:extLst>
              <a:ext uri="{FF2B5EF4-FFF2-40B4-BE49-F238E27FC236}">
                <a16:creationId xmlns:a16="http://schemas.microsoft.com/office/drawing/2014/main" id="{CE854A02-0132-4C04-ADC5-9E062CF231BE}"/>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6" name="Rectangle 90">
            <a:extLst>
              <a:ext uri="{FF2B5EF4-FFF2-40B4-BE49-F238E27FC236}">
                <a16:creationId xmlns:a16="http://schemas.microsoft.com/office/drawing/2014/main" id="{E95D99AF-99D5-475B-AE63-90F7E8CC67AF}"/>
              </a:ext>
            </a:extLst>
          </p:cNvPr>
          <p:cNvSpPr>
            <a:spLocks noChangeArrowheads="1"/>
          </p:cNvSpPr>
          <p:nvPr/>
        </p:nvSpPr>
        <p:spPr bwMode="auto">
          <a:xfrm>
            <a:off x="2173502"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7" name="Rectangle 91">
            <a:extLst>
              <a:ext uri="{FF2B5EF4-FFF2-40B4-BE49-F238E27FC236}">
                <a16:creationId xmlns:a16="http://schemas.microsoft.com/office/drawing/2014/main" id="{A34BE509-D4BA-40A3-A4CD-3DF07B9E19D0}"/>
              </a:ext>
            </a:extLst>
          </p:cNvPr>
          <p:cNvSpPr>
            <a:spLocks noChangeArrowheads="1"/>
          </p:cNvSpPr>
          <p:nvPr/>
        </p:nvSpPr>
        <p:spPr bwMode="auto">
          <a:xfrm>
            <a:off x="2628934"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8" name="Rectangle 92">
            <a:extLst>
              <a:ext uri="{FF2B5EF4-FFF2-40B4-BE49-F238E27FC236}">
                <a16:creationId xmlns:a16="http://schemas.microsoft.com/office/drawing/2014/main" id="{A37FB970-0E25-4676-BC34-1A82728AF1D7}"/>
              </a:ext>
            </a:extLst>
          </p:cNvPr>
          <p:cNvSpPr>
            <a:spLocks noChangeArrowheads="1"/>
          </p:cNvSpPr>
          <p:nvPr/>
        </p:nvSpPr>
        <p:spPr bwMode="auto">
          <a:xfrm>
            <a:off x="3083197"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9" name="Rectangle 105">
            <a:extLst>
              <a:ext uri="{FF2B5EF4-FFF2-40B4-BE49-F238E27FC236}">
                <a16:creationId xmlns:a16="http://schemas.microsoft.com/office/drawing/2014/main" id="{970F9FCF-AA68-4E8F-8EA5-AAC4C5810EAB}"/>
              </a:ext>
            </a:extLst>
          </p:cNvPr>
          <p:cNvSpPr>
            <a:spLocks noChangeArrowheads="1"/>
          </p:cNvSpPr>
          <p:nvPr/>
        </p:nvSpPr>
        <p:spPr bwMode="auto">
          <a:xfrm>
            <a:off x="8996805"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0" name="Rectangle 106">
            <a:extLst>
              <a:ext uri="{FF2B5EF4-FFF2-40B4-BE49-F238E27FC236}">
                <a16:creationId xmlns:a16="http://schemas.microsoft.com/office/drawing/2014/main" id="{9D296959-779A-4776-ABF7-2FF2A73C81D2}"/>
              </a:ext>
            </a:extLst>
          </p:cNvPr>
          <p:cNvSpPr>
            <a:spLocks noChangeArrowheads="1"/>
          </p:cNvSpPr>
          <p:nvPr/>
        </p:nvSpPr>
        <p:spPr bwMode="auto">
          <a:xfrm>
            <a:off x="9451068"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1" name="Rectangle 107">
            <a:extLst>
              <a:ext uri="{FF2B5EF4-FFF2-40B4-BE49-F238E27FC236}">
                <a16:creationId xmlns:a16="http://schemas.microsoft.com/office/drawing/2014/main" id="{59855A4C-2548-423F-B57F-42922BC9B572}"/>
              </a:ext>
            </a:extLst>
          </p:cNvPr>
          <p:cNvSpPr>
            <a:spLocks noChangeArrowheads="1"/>
          </p:cNvSpPr>
          <p:nvPr/>
        </p:nvSpPr>
        <p:spPr bwMode="auto">
          <a:xfrm>
            <a:off x="9906501"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2" name="Rectangle 108">
            <a:extLst>
              <a:ext uri="{FF2B5EF4-FFF2-40B4-BE49-F238E27FC236}">
                <a16:creationId xmlns:a16="http://schemas.microsoft.com/office/drawing/2014/main" id="{54509127-BDD5-48E1-BE65-947CAC6B0439}"/>
              </a:ext>
            </a:extLst>
          </p:cNvPr>
          <p:cNvSpPr>
            <a:spLocks noChangeArrowheads="1"/>
          </p:cNvSpPr>
          <p:nvPr/>
        </p:nvSpPr>
        <p:spPr bwMode="auto">
          <a:xfrm>
            <a:off x="10360763"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3" name="Rectangle 109">
            <a:extLst>
              <a:ext uri="{FF2B5EF4-FFF2-40B4-BE49-F238E27FC236}">
                <a16:creationId xmlns:a16="http://schemas.microsoft.com/office/drawing/2014/main" id="{58C13B87-F971-4720-889B-EE6DE93E6B49}"/>
              </a:ext>
            </a:extLst>
          </p:cNvPr>
          <p:cNvSpPr>
            <a:spLocks noChangeArrowheads="1"/>
          </p:cNvSpPr>
          <p:nvPr/>
        </p:nvSpPr>
        <p:spPr bwMode="auto">
          <a:xfrm>
            <a:off x="10816197"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4" name="Rectangle 110">
            <a:extLst>
              <a:ext uri="{FF2B5EF4-FFF2-40B4-BE49-F238E27FC236}">
                <a16:creationId xmlns:a16="http://schemas.microsoft.com/office/drawing/2014/main" id="{681AD0E1-0BA7-4208-8DF7-EAB9E75AECF0}"/>
              </a:ext>
            </a:extLst>
          </p:cNvPr>
          <p:cNvSpPr>
            <a:spLocks noChangeArrowheads="1"/>
          </p:cNvSpPr>
          <p:nvPr/>
        </p:nvSpPr>
        <p:spPr bwMode="auto">
          <a:xfrm>
            <a:off x="11270460"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5" name="Rectangle 111">
            <a:extLst>
              <a:ext uri="{FF2B5EF4-FFF2-40B4-BE49-F238E27FC236}">
                <a16:creationId xmlns:a16="http://schemas.microsoft.com/office/drawing/2014/main" id="{FCBB3D30-B78E-44FC-8174-C95F9A1641DF}"/>
              </a:ext>
            </a:extLst>
          </p:cNvPr>
          <p:cNvSpPr>
            <a:spLocks noChangeArrowheads="1"/>
          </p:cNvSpPr>
          <p:nvPr/>
        </p:nvSpPr>
        <p:spPr bwMode="auto">
          <a:xfrm>
            <a:off x="1172589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6" name="Rectangle 113">
            <a:extLst>
              <a:ext uri="{FF2B5EF4-FFF2-40B4-BE49-F238E27FC236}">
                <a16:creationId xmlns:a16="http://schemas.microsoft.com/office/drawing/2014/main" id="{699FABD8-D290-42AB-87FC-C9A58ADC7A0F}"/>
              </a:ext>
            </a:extLst>
          </p:cNvPr>
          <p:cNvSpPr>
            <a:spLocks noChangeArrowheads="1"/>
          </p:cNvSpPr>
          <p:nvPr/>
        </p:nvSpPr>
        <p:spPr bwMode="auto">
          <a:xfrm>
            <a:off x="35411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7" name="Rectangle 114">
            <a:extLst>
              <a:ext uri="{FF2B5EF4-FFF2-40B4-BE49-F238E27FC236}">
                <a16:creationId xmlns:a16="http://schemas.microsoft.com/office/drawing/2014/main" id="{0B4D148D-F129-4DB7-88C2-471CB37E2DFF}"/>
              </a:ext>
            </a:extLst>
          </p:cNvPr>
          <p:cNvSpPr>
            <a:spLocks noChangeArrowheads="1"/>
          </p:cNvSpPr>
          <p:nvPr/>
        </p:nvSpPr>
        <p:spPr bwMode="auto">
          <a:xfrm>
            <a:off x="80954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8" name="Rectangle 115">
            <a:extLst>
              <a:ext uri="{FF2B5EF4-FFF2-40B4-BE49-F238E27FC236}">
                <a16:creationId xmlns:a16="http://schemas.microsoft.com/office/drawing/2014/main" id="{6DF2FDEE-C085-4999-B8E9-1B5D1D8FDA58}"/>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9" name="Rectangle 116">
            <a:extLst>
              <a:ext uri="{FF2B5EF4-FFF2-40B4-BE49-F238E27FC236}">
                <a16:creationId xmlns:a16="http://schemas.microsoft.com/office/drawing/2014/main" id="{2F001154-22EC-4762-9895-75CD714E3181}"/>
              </a:ext>
            </a:extLst>
          </p:cNvPr>
          <p:cNvSpPr>
            <a:spLocks noChangeArrowheads="1"/>
          </p:cNvSpPr>
          <p:nvPr/>
        </p:nvSpPr>
        <p:spPr bwMode="auto">
          <a:xfrm>
            <a:off x="1719239"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0" name="Rectangle 117">
            <a:extLst>
              <a:ext uri="{FF2B5EF4-FFF2-40B4-BE49-F238E27FC236}">
                <a16:creationId xmlns:a16="http://schemas.microsoft.com/office/drawing/2014/main" id="{8CB1148A-8A8E-4217-B7AD-E1D5D2B0D9EB}"/>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1" name="Rectangle 118">
            <a:extLst>
              <a:ext uri="{FF2B5EF4-FFF2-40B4-BE49-F238E27FC236}">
                <a16:creationId xmlns:a16="http://schemas.microsoft.com/office/drawing/2014/main" id="{20FE1950-CE5A-4D2F-96A0-94186638CA98}"/>
              </a:ext>
            </a:extLst>
          </p:cNvPr>
          <p:cNvSpPr>
            <a:spLocks noChangeArrowheads="1"/>
          </p:cNvSpPr>
          <p:nvPr/>
        </p:nvSpPr>
        <p:spPr bwMode="auto">
          <a:xfrm>
            <a:off x="2628934"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2" name="Rectangle 119">
            <a:extLst>
              <a:ext uri="{FF2B5EF4-FFF2-40B4-BE49-F238E27FC236}">
                <a16:creationId xmlns:a16="http://schemas.microsoft.com/office/drawing/2014/main" id="{83A14354-B3F5-4073-AA5C-F099A82F6A08}"/>
              </a:ext>
            </a:extLst>
          </p:cNvPr>
          <p:cNvSpPr>
            <a:spLocks noChangeArrowheads="1"/>
          </p:cNvSpPr>
          <p:nvPr/>
        </p:nvSpPr>
        <p:spPr bwMode="auto">
          <a:xfrm>
            <a:off x="3083197"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3" name="Rectangle 132">
            <a:extLst>
              <a:ext uri="{FF2B5EF4-FFF2-40B4-BE49-F238E27FC236}">
                <a16:creationId xmlns:a16="http://schemas.microsoft.com/office/drawing/2014/main" id="{76AA0892-AC62-4F6F-833D-458C99E021BD}"/>
              </a:ext>
            </a:extLst>
          </p:cNvPr>
          <p:cNvSpPr>
            <a:spLocks noChangeArrowheads="1"/>
          </p:cNvSpPr>
          <p:nvPr/>
        </p:nvSpPr>
        <p:spPr bwMode="auto">
          <a:xfrm>
            <a:off x="8996805"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4" name="Rectangle 133">
            <a:extLst>
              <a:ext uri="{FF2B5EF4-FFF2-40B4-BE49-F238E27FC236}">
                <a16:creationId xmlns:a16="http://schemas.microsoft.com/office/drawing/2014/main" id="{A9C2DB91-40AA-4597-9B38-C5864CB8F9BE}"/>
              </a:ext>
            </a:extLst>
          </p:cNvPr>
          <p:cNvSpPr>
            <a:spLocks noChangeArrowheads="1"/>
          </p:cNvSpPr>
          <p:nvPr/>
        </p:nvSpPr>
        <p:spPr bwMode="auto">
          <a:xfrm>
            <a:off x="9451068"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5" name="Rectangle 134">
            <a:extLst>
              <a:ext uri="{FF2B5EF4-FFF2-40B4-BE49-F238E27FC236}">
                <a16:creationId xmlns:a16="http://schemas.microsoft.com/office/drawing/2014/main" id="{4C7BF4BD-0F20-4B33-94A1-72CA3EDF2983}"/>
              </a:ext>
            </a:extLst>
          </p:cNvPr>
          <p:cNvSpPr>
            <a:spLocks noChangeArrowheads="1"/>
          </p:cNvSpPr>
          <p:nvPr/>
        </p:nvSpPr>
        <p:spPr bwMode="auto">
          <a:xfrm>
            <a:off x="9906501"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6" name="Rectangle 135">
            <a:extLst>
              <a:ext uri="{FF2B5EF4-FFF2-40B4-BE49-F238E27FC236}">
                <a16:creationId xmlns:a16="http://schemas.microsoft.com/office/drawing/2014/main" id="{06A886E0-5EF6-4EF7-A054-B2E0B10BC970}"/>
              </a:ext>
            </a:extLst>
          </p:cNvPr>
          <p:cNvSpPr>
            <a:spLocks noChangeArrowheads="1"/>
          </p:cNvSpPr>
          <p:nvPr/>
        </p:nvSpPr>
        <p:spPr bwMode="auto">
          <a:xfrm>
            <a:off x="10360763"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7" name="Rectangle 136">
            <a:extLst>
              <a:ext uri="{FF2B5EF4-FFF2-40B4-BE49-F238E27FC236}">
                <a16:creationId xmlns:a16="http://schemas.microsoft.com/office/drawing/2014/main" id="{15585719-9169-4D98-80F3-2CB8A58F3F5E}"/>
              </a:ext>
            </a:extLst>
          </p:cNvPr>
          <p:cNvSpPr>
            <a:spLocks noChangeArrowheads="1"/>
          </p:cNvSpPr>
          <p:nvPr/>
        </p:nvSpPr>
        <p:spPr bwMode="auto">
          <a:xfrm>
            <a:off x="10816197"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8" name="Rectangle 137">
            <a:extLst>
              <a:ext uri="{FF2B5EF4-FFF2-40B4-BE49-F238E27FC236}">
                <a16:creationId xmlns:a16="http://schemas.microsoft.com/office/drawing/2014/main" id="{1528ECA1-B6B5-4F12-B518-F98298404AD8}"/>
              </a:ext>
            </a:extLst>
          </p:cNvPr>
          <p:cNvSpPr>
            <a:spLocks noChangeArrowheads="1"/>
          </p:cNvSpPr>
          <p:nvPr/>
        </p:nvSpPr>
        <p:spPr bwMode="auto">
          <a:xfrm>
            <a:off x="1127046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9" name="Rectangle 138">
            <a:extLst>
              <a:ext uri="{FF2B5EF4-FFF2-40B4-BE49-F238E27FC236}">
                <a16:creationId xmlns:a16="http://schemas.microsoft.com/office/drawing/2014/main" id="{A5E04FCD-9144-4125-B905-01BA90E876FE}"/>
              </a:ext>
            </a:extLst>
          </p:cNvPr>
          <p:cNvSpPr>
            <a:spLocks noChangeArrowheads="1"/>
          </p:cNvSpPr>
          <p:nvPr/>
        </p:nvSpPr>
        <p:spPr bwMode="auto">
          <a:xfrm>
            <a:off x="1172589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0" name="Rectangle 140">
            <a:extLst>
              <a:ext uri="{FF2B5EF4-FFF2-40B4-BE49-F238E27FC236}">
                <a16:creationId xmlns:a16="http://schemas.microsoft.com/office/drawing/2014/main" id="{A3A97D31-5EE8-448D-8A5F-2BFCFB9E7036}"/>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1" name="Rectangle 141">
            <a:extLst>
              <a:ext uri="{FF2B5EF4-FFF2-40B4-BE49-F238E27FC236}">
                <a16:creationId xmlns:a16="http://schemas.microsoft.com/office/drawing/2014/main" id="{D5A6A0D9-0DCB-4C02-B821-ECBB42E71769}"/>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2" name="Rectangle 142">
            <a:extLst>
              <a:ext uri="{FF2B5EF4-FFF2-40B4-BE49-F238E27FC236}">
                <a16:creationId xmlns:a16="http://schemas.microsoft.com/office/drawing/2014/main" id="{E4CFE5B5-7797-4C7B-B3D9-787A3D923EFF}"/>
              </a:ext>
            </a:extLst>
          </p:cNvPr>
          <p:cNvSpPr>
            <a:spLocks noChangeArrowheads="1"/>
          </p:cNvSpPr>
          <p:nvPr/>
        </p:nvSpPr>
        <p:spPr bwMode="auto">
          <a:xfrm>
            <a:off x="1263805"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3" name="Rectangle 143">
            <a:extLst>
              <a:ext uri="{FF2B5EF4-FFF2-40B4-BE49-F238E27FC236}">
                <a16:creationId xmlns:a16="http://schemas.microsoft.com/office/drawing/2014/main" id="{16868543-F08E-4EF2-A138-A5D60AD4C433}"/>
              </a:ext>
            </a:extLst>
          </p:cNvPr>
          <p:cNvSpPr>
            <a:spLocks noChangeArrowheads="1"/>
          </p:cNvSpPr>
          <p:nvPr/>
        </p:nvSpPr>
        <p:spPr bwMode="auto">
          <a:xfrm>
            <a:off x="1719239"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4" name="Rectangle 144">
            <a:extLst>
              <a:ext uri="{FF2B5EF4-FFF2-40B4-BE49-F238E27FC236}">
                <a16:creationId xmlns:a16="http://schemas.microsoft.com/office/drawing/2014/main" id="{7AA615AC-F660-426D-A925-78A832B1F87C}"/>
              </a:ext>
            </a:extLst>
          </p:cNvPr>
          <p:cNvSpPr>
            <a:spLocks noChangeArrowheads="1"/>
          </p:cNvSpPr>
          <p:nvPr/>
        </p:nvSpPr>
        <p:spPr bwMode="auto">
          <a:xfrm>
            <a:off x="2173502"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5" name="Rectangle 145">
            <a:extLst>
              <a:ext uri="{FF2B5EF4-FFF2-40B4-BE49-F238E27FC236}">
                <a16:creationId xmlns:a16="http://schemas.microsoft.com/office/drawing/2014/main" id="{DA02DEE7-518D-4550-A98E-419A429F2830}"/>
              </a:ext>
            </a:extLst>
          </p:cNvPr>
          <p:cNvSpPr>
            <a:spLocks noChangeArrowheads="1"/>
          </p:cNvSpPr>
          <p:nvPr/>
        </p:nvSpPr>
        <p:spPr bwMode="auto">
          <a:xfrm>
            <a:off x="2628934"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6" name="Rectangle 146">
            <a:extLst>
              <a:ext uri="{FF2B5EF4-FFF2-40B4-BE49-F238E27FC236}">
                <a16:creationId xmlns:a16="http://schemas.microsoft.com/office/drawing/2014/main" id="{CF13D66E-ABF4-4967-B8B3-F517D9B3C45C}"/>
              </a:ext>
            </a:extLst>
          </p:cNvPr>
          <p:cNvSpPr>
            <a:spLocks noChangeArrowheads="1"/>
          </p:cNvSpPr>
          <p:nvPr/>
        </p:nvSpPr>
        <p:spPr bwMode="auto">
          <a:xfrm>
            <a:off x="3083197"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7" name="Rectangle 159">
            <a:extLst>
              <a:ext uri="{FF2B5EF4-FFF2-40B4-BE49-F238E27FC236}">
                <a16:creationId xmlns:a16="http://schemas.microsoft.com/office/drawing/2014/main" id="{7B7E4AC4-5592-4DE6-AD9F-62E8E5E7C391}"/>
              </a:ext>
            </a:extLst>
          </p:cNvPr>
          <p:cNvSpPr>
            <a:spLocks noChangeArrowheads="1"/>
          </p:cNvSpPr>
          <p:nvPr/>
        </p:nvSpPr>
        <p:spPr bwMode="auto">
          <a:xfrm>
            <a:off x="8996805"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8" name="Rectangle 160">
            <a:extLst>
              <a:ext uri="{FF2B5EF4-FFF2-40B4-BE49-F238E27FC236}">
                <a16:creationId xmlns:a16="http://schemas.microsoft.com/office/drawing/2014/main" id="{64C2F106-22BF-42DB-B523-838D7919E609}"/>
              </a:ext>
            </a:extLst>
          </p:cNvPr>
          <p:cNvSpPr>
            <a:spLocks noChangeArrowheads="1"/>
          </p:cNvSpPr>
          <p:nvPr/>
        </p:nvSpPr>
        <p:spPr bwMode="auto">
          <a:xfrm>
            <a:off x="9451068"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9" name="Rectangle 161">
            <a:extLst>
              <a:ext uri="{FF2B5EF4-FFF2-40B4-BE49-F238E27FC236}">
                <a16:creationId xmlns:a16="http://schemas.microsoft.com/office/drawing/2014/main" id="{476760DC-3414-46D3-8ED3-E57574242DE7}"/>
              </a:ext>
            </a:extLst>
          </p:cNvPr>
          <p:cNvSpPr>
            <a:spLocks noChangeArrowheads="1"/>
          </p:cNvSpPr>
          <p:nvPr/>
        </p:nvSpPr>
        <p:spPr bwMode="auto">
          <a:xfrm>
            <a:off x="9906501"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0" name="Rectangle 162">
            <a:extLst>
              <a:ext uri="{FF2B5EF4-FFF2-40B4-BE49-F238E27FC236}">
                <a16:creationId xmlns:a16="http://schemas.microsoft.com/office/drawing/2014/main" id="{35BC5B5E-6559-46F0-8351-DB26B20688E7}"/>
              </a:ext>
            </a:extLst>
          </p:cNvPr>
          <p:cNvSpPr>
            <a:spLocks noChangeArrowheads="1"/>
          </p:cNvSpPr>
          <p:nvPr/>
        </p:nvSpPr>
        <p:spPr bwMode="auto">
          <a:xfrm>
            <a:off x="10360763"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1" name="Rectangle 163">
            <a:extLst>
              <a:ext uri="{FF2B5EF4-FFF2-40B4-BE49-F238E27FC236}">
                <a16:creationId xmlns:a16="http://schemas.microsoft.com/office/drawing/2014/main" id="{524E5712-0FF8-47E1-B2AE-812F34F65ED9}"/>
              </a:ext>
            </a:extLst>
          </p:cNvPr>
          <p:cNvSpPr>
            <a:spLocks noChangeArrowheads="1"/>
          </p:cNvSpPr>
          <p:nvPr/>
        </p:nvSpPr>
        <p:spPr bwMode="auto">
          <a:xfrm>
            <a:off x="10816197"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2" name="Rectangle 164">
            <a:extLst>
              <a:ext uri="{FF2B5EF4-FFF2-40B4-BE49-F238E27FC236}">
                <a16:creationId xmlns:a16="http://schemas.microsoft.com/office/drawing/2014/main" id="{617C8CE6-515E-494D-A867-E140F467B681}"/>
              </a:ext>
            </a:extLst>
          </p:cNvPr>
          <p:cNvSpPr>
            <a:spLocks noChangeArrowheads="1"/>
          </p:cNvSpPr>
          <p:nvPr/>
        </p:nvSpPr>
        <p:spPr bwMode="auto">
          <a:xfrm>
            <a:off x="11270460"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3" name="Rectangle 165">
            <a:extLst>
              <a:ext uri="{FF2B5EF4-FFF2-40B4-BE49-F238E27FC236}">
                <a16:creationId xmlns:a16="http://schemas.microsoft.com/office/drawing/2014/main" id="{D8599EDD-A959-45FB-8FD2-64277464E977}"/>
              </a:ext>
            </a:extLst>
          </p:cNvPr>
          <p:cNvSpPr>
            <a:spLocks noChangeArrowheads="1"/>
          </p:cNvSpPr>
          <p:nvPr/>
        </p:nvSpPr>
        <p:spPr bwMode="auto">
          <a:xfrm>
            <a:off x="11725892"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4" name="Rectangle 167">
            <a:extLst>
              <a:ext uri="{FF2B5EF4-FFF2-40B4-BE49-F238E27FC236}">
                <a16:creationId xmlns:a16="http://schemas.microsoft.com/office/drawing/2014/main" id="{0603D8C1-859C-43D4-B068-9EB9FBCE206C}"/>
              </a:ext>
            </a:extLst>
          </p:cNvPr>
          <p:cNvSpPr>
            <a:spLocks noChangeArrowheads="1"/>
          </p:cNvSpPr>
          <p:nvPr/>
        </p:nvSpPr>
        <p:spPr bwMode="auto">
          <a:xfrm>
            <a:off x="35411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5" name="Rectangle 168">
            <a:extLst>
              <a:ext uri="{FF2B5EF4-FFF2-40B4-BE49-F238E27FC236}">
                <a16:creationId xmlns:a16="http://schemas.microsoft.com/office/drawing/2014/main" id="{B93977AF-46E4-45C2-8A01-209FA245E2C2}"/>
              </a:ext>
            </a:extLst>
          </p:cNvPr>
          <p:cNvSpPr>
            <a:spLocks noChangeArrowheads="1"/>
          </p:cNvSpPr>
          <p:nvPr/>
        </p:nvSpPr>
        <p:spPr bwMode="auto">
          <a:xfrm>
            <a:off x="809542"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6" name="Rectangle 169">
            <a:extLst>
              <a:ext uri="{FF2B5EF4-FFF2-40B4-BE49-F238E27FC236}">
                <a16:creationId xmlns:a16="http://schemas.microsoft.com/office/drawing/2014/main" id="{50A4256E-5C7A-4A2F-AB2B-C8EFA85293EA}"/>
              </a:ext>
            </a:extLst>
          </p:cNvPr>
          <p:cNvSpPr>
            <a:spLocks noChangeArrowheads="1"/>
          </p:cNvSpPr>
          <p:nvPr/>
        </p:nvSpPr>
        <p:spPr bwMode="auto">
          <a:xfrm>
            <a:off x="1263805"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7" name="Rectangle 170">
            <a:extLst>
              <a:ext uri="{FF2B5EF4-FFF2-40B4-BE49-F238E27FC236}">
                <a16:creationId xmlns:a16="http://schemas.microsoft.com/office/drawing/2014/main" id="{59DD1AC1-2925-4164-9326-E23F394AFACB}"/>
              </a:ext>
            </a:extLst>
          </p:cNvPr>
          <p:cNvSpPr>
            <a:spLocks noChangeArrowheads="1"/>
          </p:cNvSpPr>
          <p:nvPr/>
        </p:nvSpPr>
        <p:spPr bwMode="auto">
          <a:xfrm>
            <a:off x="1719239"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8" name="Rectangle 171">
            <a:extLst>
              <a:ext uri="{FF2B5EF4-FFF2-40B4-BE49-F238E27FC236}">
                <a16:creationId xmlns:a16="http://schemas.microsoft.com/office/drawing/2014/main" id="{D9BD2BBC-9899-4590-8E1D-9C58972E57A8}"/>
              </a:ext>
            </a:extLst>
          </p:cNvPr>
          <p:cNvSpPr>
            <a:spLocks noChangeArrowheads="1"/>
          </p:cNvSpPr>
          <p:nvPr/>
        </p:nvSpPr>
        <p:spPr bwMode="auto">
          <a:xfrm>
            <a:off x="2173502"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9" name="Rectangle 172">
            <a:extLst>
              <a:ext uri="{FF2B5EF4-FFF2-40B4-BE49-F238E27FC236}">
                <a16:creationId xmlns:a16="http://schemas.microsoft.com/office/drawing/2014/main" id="{A93CAC56-6630-4410-BA23-589CFEF93313}"/>
              </a:ext>
            </a:extLst>
          </p:cNvPr>
          <p:cNvSpPr>
            <a:spLocks noChangeArrowheads="1"/>
          </p:cNvSpPr>
          <p:nvPr/>
        </p:nvSpPr>
        <p:spPr bwMode="auto">
          <a:xfrm>
            <a:off x="2628934"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0" name="Rectangle 173">
            <a:extLst>
              <a:ext uri="{FF2B5EF4-FFF2-40B4-BE49-F238E27FC236}">
                <a16:creationId xmlns:a16="http://schemas.microsoft.com/office/drawing/2014/main" id="{721D7B09-2669-42D7-A71A-2581A0113F13}"/>
              </a:ext>
            </a:extLst>
          </p:cNvPr>
          <p:cNvSpPr>
            <a:spLocks noChangeArrowheads="1"/>
          </p:cNvSpPr>
          <p:nvPr/>
        </p:nvSpPr>
        <p:spPr bwMode="auto">
          <a:xfrm>
            <a:off x="3083197"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1" name="Rectangle 186">
            <a:extLst>
              <a:ext uri="{FF2B5EF4-FFF2-40B4-BE49-F238E27FC236}">
                <a16:creationId xmlns:a16="http://schemas.microsoft.com/office/drawing/2014/main" id="{A024ED31-769A-4A0C-A18B-E09709B473F7}"/>
              </a:ext>
            </a:extLst>
          </p:cNvPr>
          <p:cNvSpPr>
            <a:spLocks noChangeArrowheads="1"/>
          </p:cNvSpPr>
          <p:nvPr/>
        </p:nvSpPr>
        <p:spPr bwMode="auto">
          <a:xfrm>
            <a:off x="8996805"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2" name="Rectangle 187">
            <a:extLst>
              <a:ext uri="{FF2B5EF4-FFF2-40B4-BE49-F238E27FC236}">
                <a16:creationId xmlns:a16="http://schemas.microsoft.com/office/drawing/2014/main" id="{5D25C9B2-51EB-439E-B42C-8439DBE38630}"/>
              </a:ext>
            </a:extLst>
          </p:cNvPr>
          <p:cNvSpPr>
            <a:spLocks noChangeArrowheads="1"/>
          </p:cNvSpPr>
          <p:nvPr/>
        </p:nvSpPr>
        <p:spPr bwMode="auto">
          <a:xfrm>
            <a:off x="9451068"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3" name="Rectangle 188">
            <a:extLst>
              <a:ext uri="{FF2B5EF4-FFF2-40B4-BE49-F238E27FC236}">
                <a16:creationId xmlns:a16="http://schemas.microsoft.com/office/drawing/2014/main" id="{CB51A720-AF45-41F9-BAA4-2D2D9B1A8F06}"/>
              </a:ext>
            </a:extLst>
          </p:cNvPr>
          <p:cNvSpPr>
            <a:spLocks noChangeArrowheads="1"/>
          </p:cNvSpPr>
          <p:nvPr/>
        </p:nvSpPr>
        <p:spPr bwMode="auto">
          <a:xfrm>
            <a:off x="9906501"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4" name="Rectangle 189">
            <a:extLst>
              <a:ext uri="{FF2B5EF4-FFF2-40B4-BE49-F238E27FC236}">
                <a16:creationId xmlns:a16="http://schemas.microsoft.com/office/drawing/2014/main" id="{C79495A3-835C-4974-A319-4B7063E8D511}"/>
              </a:ext>
            </a:extLst>
          </p:cNvPr>
          <p:cNvSpPr>
            <a:spLocks noChangeArrowheads="1"/>
          </p:cNvSpPr>
          <p:nvPr/>
        </p:nvSpPr>
        <p:spPr bwMode="auto">
          <a:xfrm>
            <a:off x="10360763"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5" name="Rectangle 190">
            <a:extLst>
              <a:ext uri="{FF2B5EF4-FFF2-40B4-BE49-F238E27FC236}">
                <a16:creationId xmlns:a16="http://schemas.microsoft.com/office/drawing/2014/main" id="{A635A506-51C2-4991-9EE9-6D4F58B2A78B}"/>
              </a:ext>
            </a:extLst>
          </p:cNvPr>
          <p:cNvSpPr>
            <a:spLocks noChangeArrowheads="1"/>
          </p:cNvSpPr>
          <p:nvPr/>
        </p:nvSpPr>
        <p:spPr bwMode="auto">
          <a:xfrm>
            <a:off x="10816197"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6" name="Rectangle 191">
            <a:extLst>
              <a:ext uri="{FF2B5EF4-FFF2-40B4-BE49-F238E27FC236}">
                <a16:creationId xmlns:a16="http://schemas.microsoft.com/office/drawing/2014/main" id="{08D7A92B-AB5F-4B0A-887C-7D9EBE4B1B93}"/>
              </a:ext>
            </a:extLst>
          </p:cNvPr>
          <p:cNvSpPr>
            <a:spLocks noChangeArrowheads="1"/>
          </p:cNvSpPr>
          <p:nvPr/>
        </p:nvSpPr>
        <p:spPr bwMode="auto">
          <a:xfrm>
            <a:off x="1127046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7" name="Rectangle 192">
            <a:extLst>
              <a:ext uri="{FF2B5EF4-FFF2-40B4-BE49-F238E27FC236}">
                <a16:creationId xmlns:a16="http://schemas.microsoft.com/office/drawing/2014/main" id="{35958760-CFAF-4281-9A3D-2676F1188443}"/>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8" name="Rectangle 194">
            <a:extLst>
              <a:ext uri="{FF2B5EF4-FFF2-40B4-BE49-F238E27FC236}">
                <a16:creationId xmlns:a16="http://schemas.microsoft.com/office/drawing/2014/main" id="{92029F51-881A-43F7-9AA5-93A2ED11CBE1}"/>
              </a:ext>
            </a:extLst>
          </p:cNvPr>
          <p:cNvSpPr>
            <a:spLocks noChangeArrowheads="1"/>
          </p:cNvSpPr>
          <p:nvPr/>
        </p:nvSpPr>
        <p:spPr bwMode="auto">
          <a:xfrm>
            <a:off x="354110"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9" name="Rectangle 195">
            <a:extLst>
              <a:ext uri="{FF2B5EF4-FFF2-40B4-BE49-F238E27FC236}">
                <a16:creationId xmlns:a16="http://schemas.microsoft.com/office/drawing/2014/main" id="{42A3ED3D-6F9D-4F03-B4CA-936ED0F204F2}"/>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0" name="Rectangle 196">
            <a:extLst>
              <a:ext uri="{FF2B5EF4-FFF2-40B4-BE49-F238E27FC236}">
                <a16:creationId xmlns:a16="http://schemas.microsoft.com/office/drawing/2014/main" id="{AC2A2B9C-988E-4A8C-8FAE-5034533F2906}"/>
              </a:ext>
            </a:extLst>
          </p:cNvPr>
          <p:cNvSpPr>
            <a:spLocks noChangeArrowheads="1"/>
          </p:cNvSpPr>
          <p:nvPr/>
        </p:nvSpPr>
        <p:spPr bwMode="auto">
          <a:xfrm>
            <a:off x="1263805"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1" name="Rectangle 197">
            <a:extLst>
              <a:ext uri="{FF2B5EF4-FFF2-40B4-BE49-F238E27FC236}">
                <a16:creationId xmlns:a16="http://schemas.microsoft.com/office/drawing/2014/main" id="{E2C4B438-1F77-4FA1-8C82-F295DAA97AAD}"/>
              </a:ext>
            </a:extLst>
          </p:cNvPr>
          <p:cNvSpPr>
            <a:spLocks noChangeArrowheads="1"/>
          </p:cNvSpPr>
          <p:nvPr/>
        </p:nvSpPr>
        <p:spPr bwMode="auto">
          <a:xfrm>
            <a:off x="1719239"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2" name="Rectangle 198">
            <a:extLst>
              <a:ext uri="{FF2B5EF4-FFF2-40B4-BE49-F238E27FC236}">
                <a16:creationId xmlns:a16="http://schemas.microsoft.com/office/drawing/2014/main" id="{79DC185F-3902-41A7-806F-A84ACBB11EA3}"/>
              </a:ext>
            </a:extLst>
          </p:cNvPr>
          <p:cNvSpPr>
            <a:spLocks noChangeArrowheads="1"/>
          </p:cNvSpPr>
          <p:nvPr/>
        </p:nvSpPr>
        <p:spPr bwMode="auto">
          <a:xfrm>
            <a:off x="2173502"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3" name="Rectangle 199">
            <a:extLst>
              <a:ext uri="{FF2B5EF4-FFF2-40B4-BE49-F238E27FC236}">
                <a16:creationId xmlns:a16="http://schemas.microsoft.com/office/drawing/2014/main" id="{C6E21298-E9AA-4E0A-BD16-901A320D5070}"/>
              </a:ext>
            </a:extLst>
          </p:cNvPr>
          <p:cNvSpPr>
            <a:spLocks noChangeArrowheads="1"/>
          </p:cNvSpPr>
          <p:nvPr/>
        </p:nvSpPr>
        <p:spPr bwMode="auto">
          <a:xfrm>
            <a:off x="2628934"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4" name="Rectangle 200">
            <a:extLst>
              <a:ext uri="{FF2B5EF4-FFF2-40B4-BE49-F238E27FC236}">
                <a16:creationId xmlns:a16="http://schemas.microsoft.com/office/drawing/2014/main" id="{71546F84-807D-4F8E-A64C-9BFECFED6303}"/>
              </a:ext>
            </a:extLst>
          </p:cNvPr>
          <p:cNvSpPr>
            <a:spLocks noChangeArrowheads="1"/>
          </p:cNvSpPr>
          <p:nvPr/>
        </p:nvSpPr>
        <p:spPr bwMode="auto">
          <a:xfrm>
            <a:off x="3083197"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5" name="Rectangle 214">
            <a:extLst>
              <a:ext uri="{FF2B5EF4-FFF2-40B4-BE49-F238E27FC236}">
                <a16:creationId xmlns:a16="http://schemas.microsoft.com/office/drawing/2014/main" id="{CFB4EA3C-FFA6-432E-9174-8C7700EBF454}"/>
              </a:ext>
            </a:extLst>
          </p:cNvPr>
          <p:cNvSpPr>
            <a:spLocks noChangeArrowheads="1"/>
          </p:cNvSpPr>
          <p:nvPr/>
        </p:nvSpPr>
        <p:spPr bwMode="auto">
          <a:xfrm>
            <a:off x="8996805"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6" name="Rectangle 215">
            <a:extLst>
              <a:ext uri="{FF2B5EF4-FFF2-40B4-BE49-F238E27FC236}">
                <a16:creationId xmlns:a16="http://schemas.microsoft.com/office/drawing/2014/main" id="{F8864E38-6F87-4A94-998C-DA1B4D050F30}"/>
              </a:ext>
            </a:extLst>
          </p:cNvPr>
          <p:cNvSpPr>
            <a:spLocks noChangeArrowheads="1"/>
          </p:cNvSpPr>
          <p:nvPr/>
        </p:nvSpPr>
        <p:spPr bwMode="auto">
          <a:xfrm>
            <a:off x="9451068"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7" name="Rectangle 216">
            <a:extLst>
              <a:ext uri="{FF2B5EF4-FFF2-40B4-BE49-F238E27FC236}">
                <a16:creationId xmlns:a16="http://schemas.microsoft.com/office/drawing/2014/main" id="{CE27A9F8-9958-4033-AB44-66F20B12EB24}"/>
              </a:ext>
            </a:extLst>
          </p:cNvPr>
          <p:cNvSpPr>
            <a:spLocks noChangeArrowheads="1"/>
          </p:cNvSpPr>
          <p:nvPr/>
        </p:nvSpPr>
        <p:spPr bwMode="auto">
          <a:xfrm>
            <a:off x="9906502"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8" name="Rectangle 217">
            <a:extLst>
              <a:ext uri="{FF2B5EF4-FFF2-40B4-BE49-F238E27FC236}">
                <a16:creationId xmlns:a16="http://schemas.microsoft.com/office/drawing/2014/main" id="{4B9DD88C-AAF5-42E9-B1D0-E407BBE2562D}"/>
              </a:ext>
            </a:extLst>
          </p:cNvPr>
          <p:cNvSpPr>
            <a:spLocks noChangeArrowheads="1"/>
          </p:cNvSpPr>
          <p:nvPr/>
        </p:nvSpPr>
        <p:spPr bwMode="auto">
          <a:xfrm>
            <a:off x="10360764"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9" name="Rectangle 218">
            <a:extLst>
              <a:ext uri="{FF2B5EF4-FFF2-40B4-BE49-F238E27FC236}">
                <a16:creationId xmlns:a16="http://schemas.microsoft.com/office/drawing/2014/main" id="{19811468-3F50-46A5-9FCC-E142EB047E28}"/>
              </a:ext>
            </a:extLst>
          </p:cNvPr>
          <p:cNvSpPr>
            <a:spLocks noChangeArrowheads="1"/>
          </p:cNvSpPr>
          <p:nvPr/>
        </p:nvSpPr>
        <p:spPr bwMode="auto">
          <a:xfrm>
            <a:off x="10816197"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0" name="Rectangle 219">
            <a:extLst>
              <a:ext uri="{FF2B5EF4-FFF2-40B4-BE49-F238E27FC236}">
                <a16:creationId xmlns:a16="http://schemas.microsoft.com/office/drawing/2014/main" id="{8B7D78B3-2097-4A23-9C3F-1125A291261D}"/>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1" name="Rectangle 220">
            <a:extLst>
              <a:ext uri="{FF2B5EF4-FFF2-40B4-BE49-F238E27FC236}">
                <a16:creationId xmlns:a16="http://schemas.microsoft.com/office/drawing/2014/main" id="{DBB4AA29-F514-41F3-B6B4-9610813E1395}"/>
              </a:ext>
            </a:extLst>
          </p:cNvPr>
          <p:cNvSpPr>
            <a:spLocks noChangeArrowheads="1"/>
          </p:cNvSpPr>
          <p:nvPr/>
        </p:nvSpPr>
        <p:spPr bwMode="auto">
          <a:xfrm>
            <a:off x="11725893"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2" name="Rectangle 222">
            <a:extLst>
              <a:ext uri="{FF2B5EF4-FFF2-40B4-BE49-F238E27FC236}">
                <a16:creationId xmlns:a16="http://schemas.microsoft.com/office/drawing/2014/main" id="{287D0D65-4B00-4631-B5FC-94D7E43E842D}"/>
              </a:ext>
            </a:extLst>
          </p:cNvPr>
          <p:cNvSpPr>
            <a:spLocks noChangeArrowheads="1"/>
          </p:cNvSpPr>
          <p:nvPr/>
        </p:nvSpPr>
        <p:spPr bwMode="auto">
          <a:xfrm>
            <a:off x="35411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3" name="Rectangle 223">
            <a:extLst>
              <a:ext uri="{FF2B5EF4-FFF2-40B4-BE49-F238E27FC236}">
                <a16:creationId xmlns:a16="http://schemas.microsoft.com/office/drawing/2014/main" id="{FBB8768D-6FD5-4CB0-A06E-CF3727089158}"/>
              </a:ext>
            </a:extLst>
          </p:cNvPr>
          <p:cNvSpPr>
            <a:spLocks noChangeArrowheads="1"/>
          </p:cNvSpPr>
          <p:nvPr/>
        </p:nvSpPr>
        <p:spPr bwMode="auto">
          <a:xfrm>
            <a:off x="80954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4" name="Rectangle 224">
            <a:extLst>
              <a:ext uri="{FF2B5EF4-FFF2-40B4-BE49-F238E27FC236}">
                <a16:creationId xmlns:a16="http://schemas.microsoft.com/office/drawing/2014/main" id="{281CA9FD-C68E-46EE-A725-A9F8AA1B82A2}"/>
              </a:ext>
            </a:extLst>
          </p:cNvPr>
          <p:cNvSpPr>
            <a:spLocks noChangeArrowheads="1"/>
          </p:cNvSpPr>
          <p:nvPr/>
        </p:nvSpPr>
        <p:spPr bwMode="auto">
          <a:xfrm>
            <a:off x="1263806"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5" name="Rectangle 225">
            <a:extLst>
              <a:ext uri="{FF2B5EF4-FFF2-40B4-BE49-F238E27FC236}">
                <a16:creationId xmlns:a16="http://schemas.microsoft.com/office/drawing/2014/main" id="{2C929F36-95D0-44EF-A29A-4917FCAA9DC8}"/>
              </a:ext>
            </a:extLst>
          </p:cNvPr>
          <p:cNvSpPr>
            <a:spLocks noChangeArrowheads="1"/>
          </p:cNvSpPr>
          <p:nvPr/>
        </p:nvSpPr>
        <p:spPr bwMode="auto">
          <a:xfrm>
            <a:off x="1719239"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6" name="Rectangle 226">
            <a:extLst>
              <a:ext uri="{FF2B5EF4-FFF2-40B4-BE49-F238E27FC236}">
                <a16:creationId xmlns:a16="http://schemas.microsoft.com/office/drawing/2014/main" id="{358BC528-6DA1-42F6-96D0-4B4BA226AB53}"/>
              </a:ext>
            </a:extLst>
          </p:cNvPr>
          <p:cNvSpPr>
            <a:spLocks noChangeArrowheads="1"/>
          </p:cNvSpPr>
          <p:nvPr/>
        </p:nvSpPr>
        <p:spPr bwMode="auto">
          <a:xfrm>
            <a:off x="2173502"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7" name="Rectangle 227">
            <a:extLst>
              <a:ext uri="{FF2B5EF4-FFF2-40B4-BE49-F238E27FC236}">
                <a16:creationId xmlns:a16="http://schemas.microsoft.com/office/drawing/2014/main" id="{70AA7180-339A-4FFD-AF13-4DDD53BCB65F}"/>
              </a:ext>
            </a:extLst>
          </p:cNvPr>
          <p:cNvSpPr>
            <a:spLocks noChangeArrowheads="1"/>
          </p:cNvSpPr>
          <p:nvPr/>
        </p:nvSpPr>
        <p:spPr bwMode="auto">
          <a:xfrm>
            <a:off x="262893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8" name="Rectangle 228">
            <a:extLst>
              <a:ext uri="{FF2B5EF4-FFF2-40B4-BE49-F238E27FC236}">
                <a16:creationId xmlns:a16="http://schemas.microsoft.com/office/drawing/2014/main" id="{29F2CEBB-46BC-4448-9E54-C7750D8C8F54}"/>
              </a:ext>
            </a:extLst>
          </p:cNvPr>
          <p:cNvSpPr>
            <a:spLocks noChangeArrowheads="1"/>
          </p:cNvSpPr>
          <p:nvPr/>
        </p:nvSpPr>
        <p:spPr bwMode="auto">
          <a:xfrm>
            <a:off x="308319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9" name="Rectangle 241">
            <a:extLst>
              <a:ext uri="{FF2B5EF4-FFF2-40B4-BE49-F238E27FC236}">
                <a16:creationId xmlns:a16="http://schemas.microsoft.com/office/drawing/2014/main" id="{728033F9-6F38-4655-93DC-83583534C14D}"/>
              </a:ext>
            </a:extLst>
          </p:cNvPr>
          <p:cNvSpPr>
            <a:spLocks noChangeArrowheads="1"/>
          </p:cNvSpPr>
          <p:nvPr/>
        </p:nvSpPr>
        <p:spPr bwMode="auto">
          <a:xfrm>
            <a:off x="899680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0" name="Rectangle 242">
            <a:extLst>
              <a:ext uri="{FF2B5EF4-FFF2-40B4-BE49-F238E27FC236}">
                <a16:creationId xmlns:a16="http://schemas.microsoft.com/office/drawing/2014/main" id="{31C757BD-CB68-4FDF-94B8-7CD58F1FB71C}"/>
              </a:ext>
            </a:extLst>
          </p:cNvPr>
          <p:cNvSpPr>
            <a:spLocks noChangeArrowheads="1"/>
          </p:cNvSpPr>
          <p:nvPr/>
        </p:nvSpPr>
        <p:spPr bwMode="auto">
          <a:xfrm>
            <a:off x="945106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1" name="Rectangle 243">
            <a:extLst>
              <a:ext uri="{FF2B5EF4-FFF2-40B4-BE49-F238E27FC236}">
                <a16:creationId xmlns:a16="http://schemas.microsoft.com/office/drawing/2014/main" id="{9B0E4C87-6738-405B-883B-AAE740C4C799}"/>
              </a:ext>
            </a:extLst>
          </p:cNvPr>
          <p:cNvSpPr>
            <a:spLocks noChangeArrowheads="1"/>
          </p:cNvSpPr>
          <p:nvPr/>
        </p:nvSpPr>
        <p:spPr bwMode="auto">
          <a:xfrm>
            <a:off x="9906502"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2" name="Rectangle 244">
            <a:extLst>
              <a:ext uri="{FF2B5EF4-FFF2-40B4-BE49-F238E27FC236}">
                <a16:creationId xmlns:a16="http://schemas.microsoft.com/office/drawing/2014/main" id="{DA32B563-8524-4670-AB69-252BDC266634}"/>
              </a:ext>
            </a:extLst>
          </p:cNvPr>
          <p:cNvSpPr>
            <a:spLocks noChangeArrowheads="1"/>
          </p:cNvSpPr>
          <p:nvPr/>
        </p:nvSpPr>
        <p:spPr bwMode="auto">
          <a:xfrm>
            <a:off x="10360764"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3" name="Rectangle 245">
            <a:extLst>
              <a:ext uri="{FF2B5EF4-FFF2-40B4-BE49-F238E27FC236}">
                <a16:creationId xmlns:a16="http://schemas.microsoft.com/office/drawing/2014/main" id="{6EC4888D-ACC8-4037-B218-9E9421F8C155}"/>
              </a:ext>
            </a:extLst>
          </p:cNvPr>
          <p:cNvSpPr>
            <a:spLocks noChangeArrowheads="1"/>
          </p:cNvSpPr>
          <p:nvPr/>
        </p:nvSpPr>
        <p:spPr bwMode="auto">
          <a:xfrm>
            <a:off x="10816197"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4" name="Rectangle 246">
            <a:extLst>
              <a:ext uri="{FF2B5EF4-FFF2-40B4-BE49-F238E27FC236}">
                <a16:creationId xmlns:a16="http://schemas.microsoft.com/office/drawing/2014/main" id="{E79B4470-BBFB-4BE1-89AB-C7574F8C4983}"/>
              </a:ext>
            </a:extLst>
          </p:cNvPr>
          <p:cNvSpPr>
            <a:spLocks noChangeArrowheads="1"/>
          </p:cNvSpPr>
          <p:nvPr/>
        </p:nvSpPr>
        <p:spPr bwMode="auto">
          <a:xfrm>
            <a:off x="1127046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247">
            <a:extLst>
              <a:ext uri="{FF2B5EF4-FFF2-40B4-BE49-F238E27FC236}">
                <a16:creationId xmlns:a16="http://schemas.microsoft.com/office/drawing/2014/main" id="{2E2BFF5D-548A-437A-838D-19C1F071EED0}"/>
              </a:ext>
            </a:extLst>
          </p:cNvPr>
          <p:cNvSpPr>
            <a:spLocks noChangeArrowheads="1"/>
          </p:cNvSpPr>
          <p:nvPr/>
        </p:nvSpPr>
        <p:spPr bwMode="auto">
          <a:xfrm>
            <a:off x="1172589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249">
            <a:extLst>
              <a:ext uri="{FF2B5EF4-FFF2-40B4-BE49-F238E27FC236}">
                <a16:creationId xmlns:a16="http://schemas.microsoft.com/office/drawing/2014/main" id="{FFCA5316-A321-453C-8CE2-53AF9364363F}"/>
              </a:ext>
            </a:extLst>
          </p:cNvPr>
          <p:cNvSpPr>
            <a:spLocks noChangeArrowheads="1"/>
          </p:cNvSpPr>
          <p:nvPr/>
        </p:nvSpPr>
        <p:spPr bwMode="auto">
          <a:xfrm>
            <a:off x="354110"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250">
            <a:extLst>
              <a:ext uri="{FF2B5EF4-FFF2-40B4-BE49-F238E27FC236}">
                <a16:creationId xmlns:a16="http://schemas.microsoft.com/office/drawing/2014/main" id="{AA681E6A-C814-482F-A76C-24B20AD9D03F}"/>
              </a:ext>
            </a:extLst>
          </p:cNvPr>
          <p:cNvSpPr>
            <a:spLocks noChangeArrowheads="1"/>
          </p:cNvSpPr>
          <p:nvPr/>
        </p:nvSpPr>
        <p:spPr bwMode="auto">
          <a:xfrm>
            <a:off x="809543"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251">
            <a:extLst>
              <a:ext uri="{FF2B5EF4-FFF2-40B4-BE49-F238E27FC236}">
                <a16:creationId xmlns:a16="http://schemas.microsoft.com/office/drawing/2014/main" id="{301C7270-7CAD-49F2-B66B-B28D94E0EF77}"/>
              </a:ext>
            </a:extLst>
          </p:cNvPr>
          <p:cNvSpPr>
            <a:spLocks noChangeArrowheads="1"/>
          </p:cNvSpPr>
          <p:nvPr/>
        </p:nvSpPr>
        <p:spPr bwMode="auto">
          <a:xfrm>
            <a:off x="1263806"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252">
            <a:extLst>
              <a:ext uri="{FF2B5EF4-FFF2-40B4-BE49-F238E27FC236}">
                <a16:creationId xmlns:a16="http://schemas.microsoft.com/office/drawing/2014/main" id="{979CEB10-3E83-4407-BEDC-D49144AA153C}"/>
              </a:ext>
            </a:extLst>
          </p:cNvPr>
          <p:cNvSpPr>
            <a:spLocks noChangeArrowheads="1"/>
          </p:cNvSpPr>
          <p:nvPr/>
        </p:nvSpPr>
        <p:spPr bwMode="auto">
          <a:xfrm>
            <a:off x="1719239"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253">
            <a:extLst>
              <a:ext uri="{FF2B5EF4-FFF2-40B4-BE49-F238E27FC236}">
                <a16:creationId xmlns:a16="http://schemas.microsoft.com/office/drawing/2014/main" id="{2F6B505E-6719-4385-8C9E-80108E1D7F7B}"/>
              </a:ext>
            </a:extLst>
          </p:cNvPr>
          <p:cNvSpPr>
            <a:spLocks noChangeArrowheads="1"/>
          </p:cNvSpPr>
          <p:nvPr/>
        </p:nvSpPr>
        <p:spPr bwMode="auto">
          <a:xfrm>
            <a:off x="2173502"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254">
            <a:extLst>
              <a:ext uri="{FF2B5EF4-FFF2-40B4-BE49-F238E27FC236}">
                <a16:creationId xmlns:a16="http://schemas.microsoft.com/office/drawing/2014/main" id="{032E3D58-EF2F-47C1-84FC-FFC2C3C663F7}"/>
              </a:ext>
            </a:extLst>
          </p:cNvPr>
          <p:cNvSpPr>
            <a:spLocks noChangeArrowheads="1"/>
          </p:cNvSpPr>
          <p:nvPr/>
        </p:nvSpPr>
        <p:spPr bwMode="auto">
          <a:xfrm>
            <a:off x="262893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255">
            <a:extLst>
              <a:ext uri="{FF2B5EF4-FFF2-40B4-BE49-F238E27FC236}">
                <a16:creationId xmlns:a16="http://schemas.microsoft.com/office/drawing/2014/main" id="{AE4B524B-159B-4639-80B1-B1298E934946}"/>
              </a:ext>
            </a:extLst>
          </p:cNvPr>
          <p:cNvSpPr>
            <a:spLocks noChangeArrowheads="1"/>
          </p:cNvSpPr>
          <p:nvPr/>
        </p:nvSpPr>
        <p:spPr bwMode="auto">
          <a:xfrm>
            <a:off x="308319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268">
            <a:extLst>
              <a:ext uri="{FF2B5EF4-FFF2-40B4-BE49-F238E27FC236}">
                <a16:creationId xmlns:a16="http://schemas.microsoft.com/office/drawing/2014/main" id="{F44A1C49-7120-46FC-ADFE-3126D15DCC8B}"/>
              </a:ext>
            </a:extLst>
          </p:cNvPr>
          <p:cNvSpPr>
            <a:spLocks noChangeArrowheads="1"/>
          </p:cNvSpPr>
          <p:nvPr/>
        </p:nvSpPr>
        <p:spPr bwMode="auto">
          <a:xfrm>
            <a:off x="899680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269">
            <a:extLst>
              <a:ext uri="{FF2B5EF4-FFF2-40B4-BE49-F238E27FC236}">
                <a16:creationId xmlns:a16="http://schemas.microsoft.com/office/drawing/2014/main" id="{E81048C2-AD36-49EE-9F83-DE219A886273}"/>
              </a:ext>
            </a:extLst>
          </p:cNvPr>
          <p:cNvSpPr>
            <a:spLocks noChangeArrowheads="1"/>
          </p:cNvSpPr>
          <p:nvPr/>
        </p:nvSpPr>
        <p:spPr bwMode="auto">
          <a:xfrm>
            <a:off x="945106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270">
            <a:extLst>
              <a:ext uri="{FF2B5EF4-FFF2-40B4-BE49-F238E27FC236}">
                <a16:creationId xmlns:a16="http://schemas.microsoft.com/office/drawing/2014/main" id="{1C51B872-4D89-44AD-BEC3-889DD85942BD}"/>
              </a:ext>
            </a:extLst>
          </p:cNvPr>
          <p:cNvSpPr>
            <a:spLocks noChangeArrowheads="1"/>
          </p:cNvSpPr>
          <p:nvPr/>
        </p:nvSpPr>
        <p:spPr bwMode="auto">
          <a:xfrm>
            <a:off x="9906502"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271">
            <a:extLst>
              <a:ext uri="{FF2B5EF4-FFF2-40B4-BE49-F238E27FC236}">
                <a16:creationId xmlns:a16="http://schemas.microsoft.com/office/drawing/2014/main" id="{9DA5806A-0222-4504-B311-47FFFE9AE4A6}"/>
              </a:ext>
            </a:extLst>
          </p:cNvPr>
          <p:cNvSpPr>
            <a:spLocks noChangeArrowheads="1"/>
          </p:cNvSpPr>
          <p:nvPr/>
        </p:nvSpPr>
        <p:spPr bwMode="auto">
          <a:xfrm>
            <a:off x="10360764"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272">
            <a:extLst>
              <a:ext uri="{FF2B5EF4-FFF2-40B4-BE49-F238E27FC236}">
                <a16:creationId xmlns:a16="http://schemas.microsoft.com/office/drawing/2014/main" id="{6B98E2B9-61AD-4E8B-8BCB-EB7830DF08DC}"/>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273">
            <a:extLst>
              <a:ext uri="{FF2B5EF4-FFF2-40B4-BE49-F238E27FC236}">
                <a16:creationId xmlns:a16="http://schemas.microsoft.com/office/drawing/2014/main" id="{4B0DA759-2C7B-4700-8A97-72281E91C804}"/>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74">
            <a:extLst>
              <a:ext uri="{FF2B5EF4-FFF2-40B4-BE49-F238E27FC236}">
                <a16:creationId xmlns:a16="http://schemas.microsoft.com/office/drawing/2014/main" id="{908809DC-2628-4896-B87F-004226030EBC}"/>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76">
            <a:extLst>
              <a:ext uri="{FF2B5EF4-FFF2-40B4-BE49-F238E27FC236}">
                <a16:creationId xmlns:a16="http://schemas.microsoft.com/office/drawing/2014/main" id="{623F1777-4E55-4093-B250-548D46D62488}"/>
              </a:ext>
            </a:extLst>
          </p:cNvPr>
          <p:cNvSpPr>
            <a:spLocks noChangeArrowheads="1"/>
          </p:cNvSpPr>
          <p:nvPr/>
        </p:nvSpPr>
        <p:spPr bwMode="auto">
          <a:xfrm>
            <a:off x="35411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77">
            <a:extLst>
              <a:ext uri="{FF2B5EF4-FFF2-40B4-BE49-F238E27FC236}">
                <a16:creationId xmlns:a16="http://schemas.microsoft.com/office/drawing/2014/main" id="{2515C3B5-603D-401D-A531-447BA1E7FDD7}"/>
              </a:ext>
            </a:extLst>
          </p:cNvPr>
          <p:cNvSpPr>
            <a:spLocks noChangeArrowheads="1"/>
          </p:cNvSpPr>
          <p:nvPr/>
        </p:nvSpPr>
        <p:spPr bwMode="auto">
          <a:xfrm>
            <a:off x="80954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78">
            <a:extLst>
              <a:ext uri="{FF2B5EF4-FFF2-40B4-BE49-F238E27FC236}">
                <a16:creationId xmlns:a16="http://schemas.microsoft.com/office/drawing/2014/main" id="{DE5E7D55-A437-437C-A5CD-CE16F8BDC721}"/>
              </a:ext>
            </a:extLst>
          </p:cNvPr>
          <p:cNvSpPr>
            <a:spLocks noChangeArrowheads="1"/>
          </p:cNvSpPr>
          <p:nvPr/>
        </p:nvSpPr>
        <p:spPr bwMode="auto">
          <a:xfrm>
            <a:off x="126380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79">
            <a:extLst>
              <a:ext uri="{FF2B5EF4-FFF2-40B4-BE49-F238E27FC236}">
                <a16:creationId xmlns:a16="http://schemas.microsoft.com/office/drawing/2014/main" id="{6867695A-35E0-4E03-955E-5542EBF0247E}"/>
              </a:ext>
            </a:extLst>
          </p:cNvPr>
          <p:cNvSpPr>
            <a:spLocks noChangeArrowheads="1"/>
          </p:cNvSpPr>
          <p:nvPr/>
        </p:nvSpPr>
        <p:spPr bwMode="auto">
          <a:xfrm>
            <a:off x="1719239"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80">
            <a:extLst>
              <a:ext uri="{FF2B5EF4-FFF2-40B4-BE49-F238E27FC236}">
                <a16:creationId xmlns:a16="http://schemas.microsoft.com/office/drawing/2014/main" id="{4E871617-5158-41C5-BB14-EBADA1396FA2}"/>
              </a:ext>
            </a:extLst>
          </p:cNvPr>
          <p:cNvSpPr>
            <a:spLocks noChangeArrowheads="1"/>
          </p:cNvSpPr>
          <p:nvPr/>
        </p:nvSpPr>
        <p:spPr bwMode="auto">
          <a:xfrm>
            <a:off x="2173502"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81">
            <a:extLst>
              <a:ext uri="{FF2B5EF4-FFF2-40B4-BE49-F238E27FC236}">
                <a16:creationId xmlns:a16="http://schemas.microsoft.com/office/drawing/2014/main" id="{4E2D5191-ECDB-4D1B-A3F5-436A79475BF7}"/>
              </a:ext>
            </a:extLst>
          </p:cNvPr>
          <p:cNvSpPr>
            <a:spLocks noChangeArrowheads="1"/>
          </p:cNvSpPr>
          <p:nvPr/>
        </p:nvSpPr>
        <p:spPr bwMode="auto">
          <a:xfrm>
            <a:off x="262893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82">
            <a:extLst>
              <a:ext uri="{FF2B5EF4-FFF2-40B4-BE49-F238E27FC236}">
                <a16:creationId xmlns:a16="http://schemas.microsoft.com/office/drawing/2014/main" id="{71BE142B-C02B-4FD1-A332-6902B7131A16}"/>
              </a:ext>
            </a:extLst>
          </p:cNvPr>
          <p:cNvSpPr>
            <a:spLocks noChangeArrowheads="1"/>
          </p:cNvSpPr>
          <p:nvPr/>
        </p:nvSpPr>
        <p:spPr bwMode="auto">
          <a:xfrm>
            <a:off x="308319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3">
            <a:extLst>
              <a:ext uri="{FF2B5EF4-FFF2-40B4-BE49-F238E27FC236}">
                <a16:creationId xmlns:a16="http://schemas.microsoft.com/office/drawing/2014/main" id="{1C1A90F5-08ED-4AB6-9F35-63A8866025D0}"/>
              </a:ext>
            </a:extLst>
          </p:cNvPr>
          <p:cNvSpPr>
            <a:spLocks noChangeArrowheads="1"/>
          </p:cNvSpPr>
          <p:nvPr/>
        </p:nvSpPr>
        <p:spPr bwMode="auto">
          <a:xfrm>
            <a:off x="353863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84">
            <a:extLst>
              <a:ext uri="{FF2B5EF4-FFF2-40B4-BE49-F238E27FC236}">
                <a16:creationId xmlns:a16="http://schemas.microsoft.com/office/drawing/2014/main" id="{163D79BB-8C1C-4D0D-AFDD-A8EEE07F4DC4}"/>
              </a:ext>
            </a:extLst>
          </p:cNvPr>
          <p:cNvSpPr>
            <a:spLocks noChangeArrowheads="1"/>
          </p:cNvSpPr>
          <p:nvPr/>
        </p:nvSpPr>
        <p:spPr bwMode="auto">
          <a:xfrm>
            <a:off x="399289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285">
            <a:extLst>
              <a:ext uri="{FF2B5EF4-FFF2-40B4-BE49-F238E27FC236}">
                <a16:creationId xmlns:a16="http://schemas.microsoft.com/office/drawing/2014/main" id="{1B2DF357-EFD3-403D-A136-E53ACA518239}"/>
              </a:ext>
            </a:extLst>
          </p:cNvPr>
          <p:cNvSpPr>
            <a:spLocks noChangeArrowheads="1"/>
          </p:cNvSpPr>
          <p:nvPr/>
        </p:nvSpPr>
        <p:spPr bwMode="auto">
          <a:xfrm>
            <a:off x="4448327"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286">
            <a:extLst>
              <a:ext uri="{FF2B5EF4-FFF2-40B4-BE49-F238E27FC236}">
                <a16:creationId xmlns:a16="http://schemas.microsoft.com/office/drawing/2014/main" id="{99BE0D0E-EECE-441B-9B0B-10138A8DC6DD}"/>
              </a:ext>
            </a:extLst>
          </p:cNvPr>
          <p:cNvSpPr>
            <a:spLocks noChangeArrowheads="1"/>
          </p:cNvSpPr>
          <p:nvPr/>
        </p:nvSpPr>
        <p:spPr bwMode="auto">
          <a:xfrm>
            <a:off x="490259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287">
            <a:extLst>
              <a:ext uri="{FF2B5EF4-FFF2-40B4-BE49-F238E27FC236}">
                <a16:creationId xmlns:a16="http://schemas.microsoft.com/office/drawing/2014/main" id="{5F8922A9-01DD-4E8E-A435-E9368C30AC56}"/>
              </a:ext>
            </a:extLst>
          </p:cNvPr>
          <p:cNvSpPr>
            <a:spLocks noChangeArrowheads="1"/>
          </p:cNvSpPr>
          <p:nvPr/>
        </p:nvSpPr>
        <p:spPr bwMode="auto">
          <a:xfrm>
            <a:off x="5358022"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288">
            <a:extLst>
              <a:ext uri="{FF2B5EF4-FFF2-40B4-BE49-F238E27FC236}">
                <a16:creationId xmlns:a16="http://schemas.microsoft.com/office/drawing/2014/main" id="{BE148054-6735-4808-92F8-53F3E0FF27FD}"/>
              </a:ext>
            </a:extLst>
          </p:cNvPr>
          <p:cNvSpPr>
            <a:spLocks noChangeArrowheads="1"/>
          </p:cNvSpPr>
          <p:nvPr/>
        </p:nvSpPr>
        <p:spPr bwMode="auto">
          <a:xfrm>
            <a:off x="5812285"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289">
            <a:extLst>
              <a:ext uri="{FF2B5EF4-FFF2-40B4-BE49-F238E27FC236}">
                <a16:creationId xmlns:a16="http://schemas.microsoft.com/office/drawing/2014/main" id="{83EF7D19-EE81-4C8B-BB74-1EBFE79A10D4}"/>
              </a:ext>
            </a:extLst>
          </p:cNvPr>
          <p:cNvSpPr>
            <a:spLocks noChangeArrowheads="1"/>
          </p:cNvSpPr>
          <p:nvPr/>
        </p:nvSpPr>
        <p:spPr bwMode="auto">
          <a:xfrm>
            <a:off x="6267718"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290">
            <a:extLst>
              <a:ext uri="{FF2B5EF4-FFF2-40B4-BE49-F238E27FC236}">
                <a16:creationId xmlns:a16="http://schemas.microsoft.com/office/drawing/2014/main" id="{4F511F31-AAA8-4436-8486-592CB8944FC3}"/>
              </a:ext>
            </a:extLst>
          </p:cNvPr>
          <p:cNvSpPr>
            <a:spLocks noChangeArrowheads="1"/>
          </p:cNvSpPr>
          <p:nvPr/>
        </p:nvSpPr>
        <p:spPr bwMode="auto">
          <a:xfrm>
            <a:off x="6721981"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291">
            <a:extLst>
              <a:ext uri="{FF2B5EF4-FFF2-40B4-BE49-F238E27FC236}">
                <a16:creationId xmlns:a16="http://schemas.microsoft.com/office/drawing/2014/main" id="{369EBF34-9826-4B91-A306-5839D20C49EC}"/>
              </a:ext>
            </a:extLst>
          </p:cNvPr>
          <p:cNvSpPr>
            <a:spLocks noChangeArrowheads="1"/>
          </p:cNvSpPr>
          <p:nvPr/>
        </p:nvSpPr>
        <p:spPr bwMode="auto">
          <a:xfrm>
            <a:off x="7177414"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292">
            <a:extLst>
              <a:ext uri="{FF2B5EF4-FFF2-40B4-BE49-F238E27FC236}">
                <a16:creationId xmlns:a16="http://schemas.microsoft.com/office/drawing/2014/main" id="{859A171A-D946-4682-BEB2-E7822CAF95FD}"/>
              </a:ext>
            </a:extLst>
          </p:cNvPr>
          <p:cNvSpPr>
            <a:spLocks noChangeArrowheads="1"/>
          </p:cNvSpPr>
          <p:nvPr/>
        </p:nvSpPr>
        <p:spPr bwMode="auto">
          <a:xfrm>
            <a:off x="763167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293">
            <a:extLst>
              <a:ext uri="{FF2B5EF4-FFF2-40B4-BE49-F238E27FC236}">
                <a16:creationId xmlns:a16="http://schemas.microsoft.com/office/drawing/2014/main" id="{AF93A40B-14CA-4CA7-9133-C7B48DAC4152}"/>
              </a:ext>
            </a:extLst>
          </p:cNvPr>
          <p:cNvSpPr>
            <a:spLocks noChangeArrowheads="1"/>
          </p:cNvSpPr>
          <p:nvPr/>
        </p:nvSpPr>
        <p:spPr bwMode="auto">
          <a:xfrm>
            <a:off x="808711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294">
            <a:extLst>
              <a:ext uri="{FF2B5EF4-FFF2-40B4-BE49-F238E27FC236}">
                <a16:creationId xmlns:a16="http://schemas.microsoft.com/office/drawing/2014/main" id="{30BB7367-2D64-40A9-8FC2-6664A0872F69}"/>
              </a:ext>
            </a:extLst>
          </p:cNvPr>
          <p:cNvSpPr>
            <a:spLocks noChangeArrowheads="1"/>
          </p:cNvSpPr>
          <p:nvPr/>
        </p:nvSpPr>
        <p:spPr bwMode="auto">
          <a:xfrm>
            <a:off x="854137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295">
            <a:extLst>
              <a:ext uri="{FF2B5EF4-FFF2-40B4-BE49-F238E27FC236}">
                <a16:creationId xmlns:a16="http://schemas.microsoft.com/office/drawing/2014/main" id="{14A42AB5-CCB0-416F-85D7-152BACA427FC}"/>
              </a:ext>
            </a:extLst>
          </p:cNvPr>
          <p:cNvSpPr>
            <a:spLocks noChangeArrowheads="1"/>
          </p:cNvSpPr>
          <p:nvPr/>
        </p:nvSpPr>
        <p:spPr bwMode="auto">
          <a:xfrm>
            <a:off x="899680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296">
            <a:extLst>
              <a:ext uri="{FF2B5EF4-FFF2-40B4-BE49-F238E27FC236}">
                <a16:creationId xmlns:a16="http://schemas.microsoft.com/office/drawing/2014/main" id="{31700671-BD7D-40A1-81C9-CF9CE4C2A725}"/>
              </a:ext>
            </a:extLst>
          </p:cNvPr>
          <p:cNvSpPr>
            <a:spLocks noChangeArrowheads="1"/>
          </p:cNvSpPr>
          <p:nvPr/>
        </p:nvSpPr>
        <p:spPr bwMode="auto">
          <a:xfrm>
            <a:off x="945106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297">
            <a:extLst>
              <a:ext uri="{FF2B5EF4-FFF2-40B4-BE49-F238E27FC236}">
                <a16:creationId xmlns:a16="http://schemas.microsoft.com/office/drawing/2014/main" id="{1C490051-C4F6-4F21-9CBD-DFB84514AD2B}"/>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298">
            <a:extLst>
              <a:ext uri="{FF2B5EF4-FFF2-40B4-BE49-F238E27FC236}">
                <a16:creationId xmlns:a16="http://schemas.microsoft.com/office/drawing/2014/main" id="{14B47FB0-304B-408C-AA3F-0F5BB6A5AA3F}"/>
              </a:ext>
            </a:extLst>
          </p:cNvPr>
          <p:cNvSpPr>
            <a:spLocks noChangeArrowheads="1"/>
          </p:cNvSpPr>
          <p:nvPr/>
        </p:nvSpPr>
        <p:spPr bwMode="auto">
          <a:xfrm>
            <a:off x="10360764"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299">
            <a:extLst>
              <a:ext uri="{FF2B5EF4-FFF2-40B4-BE49-F238E27FC236}">
                <a16:creationId xmlns:a16="http://schemas.microsoft.com/office/drawing/2014/main" id="{9AE02871-B6BC-490F-A388-280843B2B1F3}"/>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300">
            <a:extLst>
              <a:ext uri="{FF2B5EF4-FFF2-40B4-BE49-F238E27FC236}">
                <a16:creationId xmlns:a16="http://schemas.microsoft.com/office/drawing/2014/main" id="{BCA5BD2F-9032-4907-8901-2774F8E56D47}"/>
              </a:ext>
            </a:extLst>
          </p:cNvPr>
          <p:cNvSpPr>
            <a:spLocks noChangeArrowheads="1"/>
          </p:cNvSpPr>
          <p:nvPr/>
        </p:nvSpPr>
        <p:spPr bwMode="auto">
          <a:xfrm>
            <a:off x="1127046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301">
            <a:extLst>
              <a:ext uri="{FF2B5EF4-FFF2-40B4-BE49-F238E27FC236}">
                <a16:creationId xmlns:a16="http://schemas.microsoft.com/office/drawing/2014/main" id="{36189607-33CC-47D6-88FA-F4CD1D7D1954}"/>
              </a:ext>
            </a:extLst>
          </p:cNvPr>
          <p:cNvSpPr>
            <a:spLocks noChangeArrowheads="1"/>
          </p:cNvSpPr>
          <p:nvPr/>
        </p:nvSpPr>
        <p:spPr bwMode="auto">
          <a:xfrm>
            <a:off x="1172589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303">
            <a:extLst>
              <a:ext uri="{FF2B5EF4-FFF2-40B4-BE49-F238E27FC236}">
                <a16:creationId xmlns:a16="http://schemas.microsoft.com/office/drawing/2014/main" id="{7926FB0B-1EC7-42B6-A9AF-4F352A02DE93}"/>
              </a:ext>
            </a:extLst>
          </p:cNvPr>
          <p:cNvSpPr>
            <a:spLocks noChangeArrowheads="1"/>
          </p:cNvSpPr>
          <p:nvPr/>
        </p:nvSpPr>
        <p:spPr bwMode="auto">
          <a:xfrm>
            <a:off x="35411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304">
            <a:extLst>
              <a:ext uri="{FF2B5EF4-FFF2-40B4-BE49-F238E27FC236}">
                <a16:creationId xmlns:a16="http://schemas.microsoft.com/office/drawing/2014/main" id="{C6CE7582-1C15-40D6-A04B-3AB4A11174B4}"/>
              </a:ext>
            </a:extLst>
          </p:cNvPr>
          <p:cNvSpPr>
            <a:spLocks noChangeArrowheads="1"/>
          </p:cNvSpPr>
          <p:nvPr/>
        </p:nvSpPr>
        <p:spPr bwMode="auto">
          <a:xfrm>
            <a:off x="809543"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305">
            <a:extLst>
              <a:ext uri="{FF2B5EF4-FFF2-40B4-BE49-F238E27FC236}">
                <a16:creationId xmlns:a16="http://schemas.microsoft.com/office/drawing/2014/main" id="{1A4C7EDE-CAE5-4A0E-A085-D115521EE112}"/>
              </a:ext>
            </a:extLst>
          </p:cNvPr>
          <p:cNvSpPr>
            <a:spLocks noChangeArrowheads="1"/>
          </p:cNvSpPr>
          <p:nvPr/>
        </p:nvSpPr>
        <p:spPr bwMode="auto">
          <a:xfrm>
            <a:off x="126380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306">
            <a:extLst>
              <a:ext uri="{FF2B5EF4-FFF2-40B4-BE49-F238E27FC236}">
                <a16:creationId xmlns:a16="http://schemas.microsoft.com/office/drawing/2014/main" id="{A45537C6-B529-4B21-AD2D-EF53D7A3A687}"/>
              </a:ext>
            </a:extLst>
          </p:cNvPr>
          <p:cNvSpPr>
            <a:spLocks noChangeArrowheads="1"/>
          </p:cNvSpPr>
          <p:nvPr/>
        </p:nvSpPr>
        <p:spPr bwMode="auto">
          <a:xfrm>
            <a:off x="1719239"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307">
            <a:extLst>
              <a:ext uri="{FF2B5EF4-FFF2-40B4-BE49-F238E27FC236}">
                <a16:creationId xmlns:a16="http://schemas.microsoft.com/office/drawing/2014/main" id="{BD7156AF-407F-4067-A722-2F7D5A6CBD41}"/>
              </a:ext>
            </a:extLst>
          </p:cNvPr>
          <p:cNvSpPr>
            <a:spLocks noChangeArrowheads="1"/>
          </p:cNvSpPr>
          <p:nvPr/>
        </p:nvSpPr>
        <p:spPr bwMode="auto">
          <a:xfrm>
            <a:off x="2173502"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308">
            <a:extLst>
              <a:ext uri="{FF2B5EF4-FFF2-40B4-BE49-F238E27FC236}">
                <a16:creationId xmlns:a16="http://schemas.microsoft.com/office/drawing/2014/main" id="{DB5E4949-C1A1-462A-A907-81360D68C1D5}"/>
              </a:ext>
            </a:extLst>
          </p:cNvPr>
          <p:cNvSpPr>
            <a:spLocks noChangeArrowheads="1"/>
          </p:cNvSpPr>
          <p:nvPr/>
        </p:nvSpPr>
        <p:spPr bwMode="auto">
          <a:xfrm>
            <a:off x="262893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309">
            <a:extLst>
              <a:ext uri="{FF2B5EF4-FFF2-40B4-BE49-F238E27FC236}">
                <a16:creationId xmlns:a16="http://schemas.microsoft.com/office/drawing/2014/main" id="{FAD5200A-AC76-4A0D-9277-A1C8E4D69729}"/>
              </a:ext>
            </a:extLst>
          </p:cNvPr>
          <p:cNvSpPr>
            <a:spLocks noChangeArrowheads="1"/>
          </p:cNvSpPr>
          <p:nvPr/>
        </p:nvSpPr>
        <p:spPr bwMode="auto">
          <a:xfrm>
            <a:off x="308319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310">
            <a:extLst>
              <a:ext uri="{FF2B5EF4-FFF2-40B4-BE49-F238E27FC236}">
                <a16:creationId xmlns:a16="http://schemas.microsoft.com/office/drawing/2014/main" id="{B10E8F52-7FCD-4B17-964A-1A97E2CB0669}"/>
              </a:ext>
            </a:extLst>
          </p:cNvPr>
          <p:cNvSpPr>
            <a:spLocks noChangeArrowheads="1"/>
          </p:cNvSpPr>
          <p:nvPr/>
        </p:nvSpPr>
        <p:spPr bwMode="auto">
          <a:xfrm>
            <a:off x="353863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311">
            <a:extLst>
              <a:ext uri="{FF2B5EF4-FFF2-40B4-BE49-F238E27FC236}">
                <a16:creationId xmlns:a16="http://schemas.microsoft.com/office/drawing/2014/main" id="{199F53BC-5327-4C34-A560-B7D93F5F951E}"/>
              </a:ext>
            </a:extLst>
          </p:cNvPr>
          <p:cNvSpPr>
            <a:spLocks noChangeArrowheads="1"/>
          </p:cNvSpPr>
          <p:nvPr/>
        </p:nvSpPr>
        <p:spPr bwMode="auto">
          <a:xfrm>
            <a:off x="399289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312">
            <a:extLst>
              <a:ext uri="{FF2B5EF4-FFF2-40B4-BE49-F238E27FC236}">
                <a16:creationId xmlns:a16="http://schemas.microsoft.com/office/drawing/2014/main" id="{2FC7F96E-2AA5-4430-8933-303E0E254435}"/>
              </a:ext>
            </a:extLst>
          </p:cNvPr>
          <p:cNvSpPr>
            <a:spLocks noChangeArrowheads="1"/>
          </p:cNvSpPr>
          <p:nvPr/>
        </p:nvSpPr>
        <p:spPr bwMode="auto">
          <a:xfrm>
            <a:off x="444832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313">
            <a:extLst>
              <a:ext uri="{FF2B5EF4-FFF2-40B4-BE49-F238E27FC236}">
                <a16:creationId xmlns:a16="http://schemas.microsoft.com/office/drawing/2014/main" id="{6F48430D-4266-4379-B0B9-939C11A824B5}"/>
              </a:ext>
            </a:extLst>
          </p:cNvPr>
          <p:cNvSpPr>
            <a:spLocks noChangeArrowheads="1"/>
          </p:cNvSpPr>
          <p:nvPr/>
        </p:nvSpPr>
        <p:spPr bwMode="auto">
          <a:xfrm>
            <a:off x="490259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314">
            <a:extLst>
              <a:ext uri="{FF2B5EF4-FFF2-40B4-BE49-F238E27FC236}">
                <a16:creationId xmlns:a16="http://schemas.microsoft.com/office/drawing/2014/main" id="{E96290E6-15F2-4B8D-BD72-D47344F70D55}"/>
              </a:ext>
            </a:extLst>
          </p:cNvPr>
          <p:cNvSpPr>
            <a:spLocks noChangeArrowheads="1"/>
          </p:cNvSpPr>
          <p:nvPr/>
        </p:nvSpPr>
        <p:spPr bwMode="auto">
          <a:xfrm>
            <a:off x="535802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315">
            <a:extLst>
              <a:ext uri="{FF2B5EF4-FFF2-40B4-BE49-F238E27FC236}">
                <a16:creationId xmlns:a16="http://schemas.microsoft.com/office/drawing/2014/main" id="{FBC8EBAB-9D6C-48D6-BE00-C2F53C03F66A}"/>
              </a:ext>
            </a:extLst>
          </p:cNvPr>
          <p:cNvSpPr>
            <a:spLocks noChangeArrowheads="1"/>
          </p:cNvSpPr>
          <p:nvPr/>
        </p:nvSpPr>
        <p:spPr bwMode="auto">
          <a:xfrm>
            <a:off x="5812285"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316">
            <a:extLst>
              <a:ext uri="{FF2B5EF4-FFF2-40B4-BE49-F238E27FC236}">
                <a16:creationId xmlns:a16="http://schemas.microsoft.com/office/drawing/2014/main" id="{2E89C0F2-BC8E-4CA4-A11F-96B5B0E77AA2}"/>
              </a:ext>
            </a:extLst>
          </p:cNvPr>
          <p:cNvSpPr>
            <a:spLocks noChangeArrowheads="1"/>
          </p:cNvSpPr>
          <p:nvPr/>
        </p:nvSpPr>
        <p:spPr bwMode="auto">
          <a:xfrm>
            <a:off x="6267718"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317">
            <a:extLst>
              <a:ext uri="{FF2B5EF4-FFF2-40B4-BE49-F238E27FC236}">
                <a16:creationId xmlns:a16="http://schemas.microsoft.com/office/drawing/2014/main" id="{ABB2F2E5-0B78-4924-8C02-91133456E04E}"/>
              </a:ext>
            </a:extLst>
          </p:cNvPr>
          <p:cNvSpPr>
            <a:spLocks noChangeArrowheads="1"/>
          </p:cNvSpPr>
          <p:nvPr/>
        </p:nvSpPr>
        <p:spPr bwMode="auto">
          <a:xfrm>
            <a:off x="6721981"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318">
            <a:extLst>
              <a:ext uri="{FF2B5EF4-FFF2-40B4-BE49-F238E27FC236}">
                <a16:creationId xmlns:a16="http://schemas.microsoft.com/office/drawing/2014/main" id="{8A77E39A-3439-42E5-864E-07050A9B949A}"/>
              </a:ext>
            </a:extLst>
          </p:cNvPr>
          <p:cNvSpPr>
            <a:spLocks noChangeArrowheads="1"/>
          </p:cNvSpPr>
          <p:nvPr/>
        </p:nvSpPr>
        <p:spPr bwMode="auto">
          <a:xfrm>
            <a:off x="7177414"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319">
            <a:extLst>
              <a:ext uri="{FF2B5EF4-FFF2-40B4-BE49-F238E27FC236}">
                <a16:creationId xmlns:a16="http://schemas.microsoft.com/office/drawing/2014/main" id="{25EAA1C5-3174-4F4B-BFF3-90C5CCB903EC}"/>
              </a:ext>
            </a:extLst>
          </p:cNvPr>
          <p:cNvSpPr>
            <a:spLocks noChangeArrowheads="1"/>
          </p:cNvSpPr>
          <p:nvPr/>
        </p:nvSpPr>
        <p:spPr bwMode="auto">
          <a:xfrm>
            <a:off x="763167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320">
            <a:extLst>
              <a:ext uri="{FF2B5EF4-FFF2-40B4-BE49-F238E27FC236}">
                <a16:creationId xmlns:a16="http://schemas.microsoft.com/office/drawing/2014/main" id="{1F2DB9F1-C65F-4052-A053-3F8F3AF0F08F}"/>
              </a:ext>
            </a:extLst>
          </p:cNvPr>
          <p:cNvSpPr>
            <a:spLocks noChangeArrowheads="1"/>
          </p:cNvSpPr>
          <p:nvPr/>
        </p:nvSpPr>
        <p:spPr bwMode="auto">
          <a:xfrm>
            <a:off x="808711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321">
            <a:extLst>
              <a:ext uri="{FF2B5EF4-FFF2-40B4-BE49-F238E27FC236}">
                <a16:creationId xmlns:a16="http://schemas.microsoft.com/office/drawing/2014/main" id="{AFFB727D-B40C-4F86-915F-7329F028339A}"/>
              </a:ext>
            </a:extLst>
          </p:cNvPr>
          <p:cNvSpPr>
            <a:spLocks noChangeArrowheads="1"/>
          </p:cNvSpPr>
          <p:nvPr/>
        </p:nvSpPr>
        <p:spPr bwMode="auto">
          <a:xfrm>
            <a:off x="854137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322">
            <a:extLst>
              <a:ext uri="{FF2B5EF4-FFF2-40B4-BE49-F238E27FC236}">
                <a16:creationId xmlns:a16="http://schemas.microsoft.com/office/drawing/2014/main" id="{584872F2-AD23-451B-B00B-D48843FDC2F0}"/>
              </a:ext>
            </a:extLst>
          </p:cNvPr>
          <p:cNvSpPr>
            <a:spLocks noChangeArrowheads="1"/>
          </p:cNvSpPr>
          <p:nvPr/>
        </p:nvSpPr>
        <p:spPr bwMode="auto">
          <a:xfrm>
            <a:off x="899680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323">
            <a:extLst>
              <a:ext uri="{FF2B5EF4-FFF2-40B4-BE49-F238E27FC236}">
                <a16:creationId xmlns:a16="http://schemas.microsoft.com/office/drawing/2014/main" id="{59E7ABF1-EA01-439C-89DC-4066F7684B5B}"/>
              </a:ext>
            </a:extLst>
          </p:cNvPr>
          <p:cNvSpPr>
            <a:spLocks noChangeArrowheads="1"/>
          </p:cNvSpPr>
          <p:nvPr/>
        </p:nvSpPr>
        <p:spPr bwMode="auto">
          <a:xfrm>
            <a:off x="945106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324">
            <a:extLst>
              <a:ext uri="{FF2B5EF4-FFF2-40B4-BE49-F238E27FC236}">
                <a16:creationId xmlns:a16="http://schemas.microsoft.com/office/drawing/2014/main" id="{F5673CC4-BA29-4135-9BA9-AED7EAA77A45}"/>
              </a:ext>
            </a:extLst>
          </p:cNvPr>
          <p:cNvSpPr>
            <a:spLocks noChangeArrowheads="1"/>
          </p:cNvSpPr>
          <p:nvPr/>
        </p:nvSpPr>
        <p:spPr bwMode="auto">
          <a:xfrm>
            <a:off x="990650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325">
            <a:extLst>
              <a:ext uri="{FF2B5EF4-FFF2-40B4-BE49-F238E27FC236}">
                <a16:creationId xmlns:a16="http://schemas.microsoft.com/office/drawing/2014/main" id="{06B3D335-F1DF-4E26-A5A1-31E9CD919EA6}"/>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326">
            <a:extLst>
              <a:ext uri="{FF2B5EF4-FFF2-40B4-BE49-F238E27FC236}">
                <a16:creationId xmlns:a16="http://schemas.microsoft.com/office/drawing/2014/main" id="{834239CB-0B66-488B-B963-CD4BC4A66C7E}"/>
              </a:ext>
            </a:extLst>
          </p:cNvPr>
          <p:cNvSpPr>
            <a:spLocks noChangeArrowheads="1"/>
          </p:cNvSpPr>
          <p:nvPr/>
        </p:nvSpPr>
        <p:spPr bwMode="auto">
          <a:xfrm>
            <a:off x="1081619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327">
            <a:extLst>
              <a:ext uri="{FF2B5EF4-FFF2-40B4-BE49-F238E27FC236}">
                <a16:creationId xmlns:a16="http://schemas.microsoft.com/office/drawing/2014/main" id="{5DF8D3AD-C701-45DA-A09C-0B72B8B4D06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328">
            <a:extLst>
              <a:ext uri="{FF2B5EF4-FFF2-40B4-BE49-F238E27FC236}">
                <a16:creationId xmlns:a16="http://schemas.microsoft.com/office/drawing/2014/main" id="{4A5BD061-AFE7-47F7-A037-4635A1719163}"/>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303">
            <a:extLst>
              <a:ext uri="{FF2B5EF4-FFF2-40B4-BE49-F238E27FC236}">
                <a16:creationId xmlns:a16="http://schemas.microsoft.com/office/drawing/2014/main" id="{72E47367-DB80-4AEF-B453-F2874E290804}"/>
              </a:ext>
            </a:extLst>
          </p:cNvPr>
          <p:cNvSpPr>
            <a:spLocks noChangeArrowheads="1"/>
          </p:cNvSpPr>
          <p:nvPr/>
        </p:nvSpPr>
        <p:spPr bwMode="auto">
          <a:xfrm>
            <a:off x="35411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304">
            <a:extLst>
              <a:ext uri="{FF2B5EF4-FFF2-40B4-BE49-F238E27FC236}">
                <a16:creationId xmlns:a16="http://schemas.microsoft.com/office/drawing/2014/main" id="{A5D11ACD-18C7-4BD8-97B9-7564D82EECED}"/>
              </a:ext>
            </a:extLst>
          </p:cNvPr>
          <p:cNvSpPr>
            <a:spLocks noChangeArrowheads="1"/>
          </p:cNvSpPr>
          <p:nvPr/>
        </p:nvSpPr>
        <p:spPr bwMode="auto">
          <a:xfrm>
            <a:off x="80954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305">
            <a:extLst>
              <a:ext uri="{FF2B5EF4-FFF2-40B4-BE49-F238E27FC236}">
                <a16:creationId xmlns:a16="http://schemas.microsoft.com/office/drawing/2014/main" id="{7304767C-0411-429C-B5FC-DE14E770D4E3}"/>
              </a:ext>
            </a:extLst>
          </p:cNvPr>
          <p:cNvSpPr>
            <a:spLocks noChangeArrowheads="1"/>
          </p:cNvSpPr>
          <p:nvPr/>
        </p:nvSpPr>
        <p:spPr bwMode="auto">
          <a:xfrm>
            <a:off x="126380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306">
            <a:extLst>
              <a:ext uri="{FF2B5EF4-FFF2-40B4-BE49-F238E27FC236}">
                <a16:creationId xmlns:a16="http://schemas.microsoft.com/office/drawing/2014/main" id="{D74BCE79-1C15-40ED-A6B2-30D89DC13305}"/>
              </a:ext>
            </a:extLst>
          </p:cNvPr>
          <p:cNvSpPr>
            <a:spLocks noChangeArrowheads="1"/>
          </p:cNvSpPr>
          <p:nvPr/>
        </p:nvSpPr>
        <p:spPr bwMode="auto">
          <a:xfrm>
            <a:off x="1719239"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307">
            <a:extLst>
              <a:ext uri="{FF2B5EF4-FFF2-40B4-BE49-F238E27FC236}">
                <a16:creationId xmlns:a16="http://schemas.microsoft.com/office/drawing/2014/main" id="{4966B602-0BC1-433A-A6DC-60644E5D1576}"/>
              </a:ext>
            </a:extLst>
          </p:cNvPr>
          <p:cNvSpPr>
            <a:spLocks noChangeArrowheads="1"/>
          </p:cNvSpPr>
          <p:nvPr/>
        </p:nvSpPr>
        <p:spPr bwMode="auto">
          <a:xfrm>
            <a:off x="2173502"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308">
            <a:extLst>
              <a:ext uri="{FF2B5EF4-FFF2-40B4-BE49-F238E27FC236}">
                <a16:creationId xmlns:a16="http://schemas.microsoft.com/office/drawing/2014/main" id="{5FA73E87-F9E1-4922-AB56-257040A0C260}"/>
              </a:ext>
            </a:extLst>
          </p:cNvPr>
          <p:cNvSpPr>
            <a:spLocks noChangeArrowheads="1"/>
          </p:cNvSpPr>
          <p:nvPr/>
        </p:nvSpPr>
        <p:spPr bwMode="auto">
          <a:xfrm>
            <a:off x="262893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309">
            <a:extLst>
              <a:ext uri="{FF2B5EF4-FFF2-40B4-BE49-F238E27FC236}">
                <a16:creationId xmlns:a16="http://schemas.microsoft.com/office/drawing/2014/main" id="{3523D0D6-BF5C-4992-89BC-D80F4B65DDA7}"/>
              </a:ext>
            </a:extLst>
          </p:cNvPr>
          <p:cNvSpPr>
            <a:spLocks noChangeArrowheads="1"/>
          </p:cNvSpPr>
          <p:nvPr/>
        </p:nvSpPr>
        <p:spPr bwMode="auto">
          <a:xfrm>
            <a:off x="3083198"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310">
            <a:extLst>
              <a:ext uri="{FF2B5EF4-FFF2-40B4-BE49-F238E27FC236}">
                <a16:creationId xmlns:a16="http://schemas.microsoft.com/office/drawing/2014/main" id="{5D76C7BC-28B0-4D32-B952-79C61B9622E0}"/>
              </a:ext>
            </a:extLst>
          </p:cNvPr>
          <p:cNvSpPr>
            <a:spLocks noChangeArrowheads="1"/>
          </p:cNvSpPr>
          <p:nvPr/>
        </p:nvSpPr>
        <p:spPr bwMode="auto">
          <a:xfrm>
            <a:off x="353863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311">
            <a:extLst>
              <a:ext uri="{FF2B5EF4-FFF2-40B4-BE49-F238E27FC236}">
                <a16:creationId xmlns:a16="http://schemas.microsoft.com/office/drawing/2014/main" id="{02B04400-D266-4DBE-913D-B08E3CF680B4}"/>
              </a:ext>
            </a:extLst>
          </p:cNvPr>
          <p:cNvSpPr>
            <a:spLocks noChangeArrowheads="1"/>
          </p:cNvSpPr>
          <p:nvPr/>
        </p:nvSpPr>
        <p:spPr bwMode="auto">
          <a:xfrm>
            <a:off x="399289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312">
            <a:extLst>
              <a:ext uri="{FF2B5EF4-FFF2-40B4-BE49-F238E27FC236}">
                <a16:creationId xmlns:a16="http://schemas.microsoft.com/office/drawing/2014/main" id="{7B93B4CC-C4D7-437E-A267-7391A7627D42}"/>
              </a:ext>
            </a:extLst>
          </p:cNvPr>
          <p:cNvSpPr>
            <a:spLocks noChangeArrowheads="1"/>
          </p:cNvSpPr>
          <p:nvPr/>
        </p:nvSpPr>
        <p:spPr bwMode="auto">
          <a:xfrm>
            <a:off x="4448327"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313">
            <a:extLst>
              <a:ext uri="{FF2B5EF4-FFF2-40B4-BE49-F238E27FC236}">
                <a16:creationId xmlns:a16="http://schemas.microsoft.com/office/drawing/2014/main" id="{4B2581D9-C04D-4A48-A51B-2934BA88C105}"/>
              </a:ext>
            </a:extLst>
          </p:cNvPr>
          <p:cNvSpPr>
            <a:spLocks noChangeArrowheads="1"/>
          </p:cNvSpPr>
          <p:nvPr/>
        </p:nvSpPr>
        <p:spPr bwMode="auto">
          <a:xfrm>
            <a:off x="490259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314">
            <a:extLst>
              <a:ext uri="{FF2B5EF4-FFF2-40B4-BE49-F238E27FC236}">
                <a16:creationId xmlns:a16="http://schemas.microsoft.com/office/drawing/2014/main" id="{6F9A094D-9E36-418E-BD81-0BED0CA37542}"/>
              </a:ext>
            </a:extLst>
          </p:cNvPr>
          <p:cNvSpPr>
            <a:spLocks noChangeArrowheads="1"/>
          </p:cNvSpPr>
          <p:nvPr/>
        </p:nvSpPr>
        <p:spPr bwMode="auto">
          <a:xfrm>
            <a:off x="535802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315">
            <a:extLst>
              <a:ext uri="{FF2B5EF4-FFF2-40B4-BE49-F238E27FC236}">
                <a16:creationId xmlns:a16="http://schemas.microsoft.com/office/drawing/2014/main" id="{99CE1A4E-E309-4173-B637-E7FA8780A5B0}"/>
              </a:ext>
            </a:extLst>
          </p:cNvPr>
          <p:cNvSpPr>
            <a:spLocks noChangeArrowheads="1"/>
          </p:cNvSpPr>
          <p:nvPr/>
        </p:nvSpPr>
        <p:spPr bwMode="auto">
          <a:xfrm>
            <a:off x="5812285"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316">
            <a:extLst>
              <a:ext uri="{FF2B5EF4-FFF2-40B4-BE49-F238E27FC236}">
                <a16:creationId xmlns:a16="http://schemas.microsoft.com/office/drawing/2014/main" id="{35908A89-8ABE-4EA6-AB07-7C6C075084C7}"/>
              </a:ext>
            </a:extLst>
          </p:cNvPr>
          <p:cNvSpPr>
            <a:spLocks noChangeArrowheads="1"/>
          </p:cNvSpPr>
          <p:nvPr/>
        </p:nvSpPr>
        <p:spPr bwMode="auto">
          <a:xfrm>
            <a:off x="6267718"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317">
            <a:extLst>
              <a:ext uri="{FF2B5EF4-FFF2-40B4-BE49-F238E27FC236}">
                <a16:creationId xmlns:a16="http://schemas.microsoft.com/office/drawing/2014/main" id="{52D7FC56-1108-4D22-9631-D0A08F954F2D}"/>
              </a:ext>
            </a:extLst>
          </p:cNvPr>
          <p:cNvSpPr>
            <a:spLocks noChangeArrowheads="1"/>
          </p:cNvSpPr>
          <p:nvPr/>
        </p:nvSpPr>
        <p:spPr bwMode="auto">
          <a:xfrm>
            <a:off x="6721981"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318">
            <a:extLst>
              <a:ext uri="{FF2B5EF4-FFF2-40B4-BE49-F238E27FC236}">
                <a16:creationId xmlns:a16="http://schemas.microsoft.com/office/drawing/2014/main" id="{E6B3457F-C39E-40F4-B8B4-741981759F9C}"/>
              </a:ext>
            </a:extLst>
          </p:cNvPr>
          <p:cNvSpPr>
            <a:spLocks noChangeArrowheads="1"/>
          </p:cNvSpPr>
          <p:nvPr/>
        </p:nvSpPr>
        <p:spPr bwMode="auto">
          <a:xfrm>
            <a:off x="7177414"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319">
            <a:extLst>
              <a:ext uri="{FF2B5EF4-FFF2-40B4-BE49-F238E27FC236}">
                <a16:creationId xmlns:a16="http://schemas.microsoft.com/office/drawing/2014/main" id="{08E774A7-E1DE-46A1-A6F9-D13721437291}"/>
              </a:ext>
            </a:extLst>
          </p:cNvPr>
          <p:cNvSpPr>
            <a:spLocks noChangeArrowheads="1"/>
          </p:cNvSpPr>
          <p:nvPr/>
        </p:nvSpPr>
        <p:spPr bwMode="auto">
          <a:xfrm>
            <a:off x="763167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320">
            <a:extLst>
              <a:ext uri="{FF2B5EF4-FFF2-40B4-BE49-F238E27FC236}">
                <a16:creationId xmlns:a16="http://schemas.microsoft.com/office/drawing/2014/main" id="{7B8BB479-CE5F-4C3D-9C65-414F6B72D38F}"/>
              </a:ext>
            </a:extLst>
          </p:cNvPr>
          <p:cNvSpPr>
            <a:spLocks noChangeArrowheads="1"/>
          </p:cNvSpPr>
          <p:nvPr/>
        </p:nvSpPr>
        <p:spPr bwMode="auto">
          <a:xfrm>
            <a:off x="808711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321">
            <a:extLst>
              <a:ext uri="{FF2B5EF4-FFF2-40B4-BE49-F238E27FC236}">
                <a16:creationId xmlns:a16="http://schemas.microsoft.com/office/drawing/2014/main" id="{2E97BD59-5139-4C10-8550-C855D2D1FEC1}"/>
              </a:ext>
            </a:extLst>
          </p:cNvPr>
          <p:cNvSpPr>
            <a:spLocks noChangeArrowheads="1"/>
          </p:cNvSpPr>
          <p:nvPr/>
        </p:nvSpPr>
        <p:spPr bwMode="auto">
          <a:xfrm>
            <a:off x="854137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322">
            <a:extLst>
              <a:ext uri="{FF2B5EF4-FFF2-40B4-BE49-F238E27FC236}">
                <a16:creationId xmlns:a16="http://schemas.microsoft.com/office/drawing/2014/main" id="{3AA2DF57-9830-4A49-9748-4ADE27F46F6D}"/>
              </a:ext>
            </a:extLst>
          </p:cNvPr>
          <p:cNvSpPr>
            <a:spLocks noChangeArrowheads="1"/>
          </p:cNvSpPr>
          <p:nvPr/>
        </p:nvSpPr>
        <p:spPr bwMode="auto">
          <a:xfrm>
            <a:off x="899680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323">
            <a:extLst>
              <a:ext uri="{FF2B5EF4-FFF2-40B4-BE49-F238E27FC236}">
                <a16:creationId xmlns:a16="http://schemas.microsoft.com/office/drawing/2014/main" id="{01A36D7F-15E1-44B8-9B0F-4F2DAABB6669}"/>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324">
            <a:extLst>
              <a:ext uri="{FF2B5EF4-FFF2-40B4-BE49-F238E27FC236}">
                <a16:creationId xmlns:a16="http://schemas.microsoft.com/office/drawing/2014/main" id="{716C32D4-81F1-4B63-9A1A-24136249381B}"/>
              </a:ext>
            </a:extLst>
          </p:cNvPr>
          <p:cNvSpPr>
            <a:spLocks noChangeArrowheads="1"/>
          </p:cNvSpPr>
          <p:nvPr/>
        </p:nvSpPr>
        <p:spPr bwMode="auto">
          <a:xfrm>
            <a:off x="990650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325">
            <a:extLst>
              <a:ext uri="{FF2B5EF4-FFF2-40B4-BE49-F238E27FC236}">
                <a16:creationId xmlns:a16="http://schemas.microsoft.com/office/drawing/2014/main" id="{6341F2A0-638B-4AEC-A1C2-759E1F2E1FE8}"/>
              </a:ext>
            </a:extLst>
          </p:cNvPr>
          <p:cNvSpPr>
            <a:spLocks noChangeArrowheads="1"/>
          </p:cNvSpPr>
          <p:nvPr/>
        </p:nvSpPr>
        <p:spPr bwMode="auto">
          <a:xfrm>
            <a:off x="10360764"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326">
            <a:extLst>
              <a:ext uri="{FF2B5EF4-FFF2-40B4-BE49-F238E27FC236}">
                <a16:creationId xmlns:a16="http://schemas.microsoft.com/office/drawing/2014/main" id="{AC3BBC0F-0B8D-458F-94A7-D77F591B6038}"/>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327">
            <a:extLst>
              <a:ext uri="{FF2B5EF4-FFF2-40B4-BE49-F238E27FC236}">
                <a16:creationId xmlns:a16="http://schemas.microsoft.com/office/drawing/2014/main" id="{2BCB09AE-15F7-4D67-9547-C60DDCB0CEA6}"/>
              </a:ext>
            </a:extLst>
          </p:cNvPr>
          <p:cNvSpPr>
            <a:spLocks noChangeArrowheads="1"/>
          </p:cNvSpPr>
          <p:nvPr/>
        </p:nvSpPr>
        <p:spPr bwMode="auto">
          <a:xfrm>
            <a:off x="1127046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328">
            <a:extLst>
              <a:ext uri="{FF2B5EF4-FFF2-40B4-BE49-F238E27FC236}">
                <a16:creationId xmlns:a16="http://schemas.microsoft.com/office/drawing/2014/main" id="{19811182-AAD5-444A-AEBF-DA4474795936}"/>
              </a:ext>
            </a:extLst>
          </p:cNvPr>
          <p:cNvSpPr>
            <a:spLocks noChangeArrowheads="1"/>
          </p:cNvSpPr>
          <p:nvPr/>
        </p:nvSpPr>
        <p:spPr bwMode="auto">
          <a:xfrm>
            <a:off x="1172589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91">
            <a:extLst>
              <a:ext uri="{FF2B5EF4-FFF2-40B4-BE49-F238E27FC236}">
                <a16:creationId xmlns:a16="http://schemas.microsoft.com/office/drawing/2014/main" id="{F5F1C36C-3F5F-453A-8021-577AF8102B7D}"/>
              </a:ext>
            </a:extLst>
          </p:cNvPr>
          <p:cNvSpPr>
            <a:spLocks noChangeArrowheads="1"/>
          </p:cNvSpPr>
          <p:nvPr userDrawn="1"/>
        </p:nvSpPr>
        <p:spPr bwMode="auto">
          <a:xfrm>
            <a:off x="3538630" y="18627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92">
            <a:extLst>
              <a:ext uri="{FF2B5EF4-FFF2-40B4-BE49-F238E27FC236}">
                <a16:creationId xmlns:a16="http://schemas.microsoft.com/office/drawing/2014/main" id="{B68E0835-F6A9-4C24-80BC-2C4982644A6B}"/>
              </a:ext>
            </a:extLst>
          </p:cNvPr>
          <p:cNvSpPr>
            <a:spLocks noChangeArrowheads="1"/>
          </p:cNvSpPr>
          <p:nvPr userDrawn="1"/>
        </p:nvSpPr>
        <p:spPr bwMode="auto">
          <a:xfrm>
            <a:off x="3992893" y="18627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8">
            <a:extLst>
              <a:ext uri="{FF2B5EF4-FFF2-40B4-BE49-F238E27FC236}">
                <a16:creationId xmlns:a16="http://schemas.microsoft.com/office/drawing/2014/main" id="{C7E8024E-9FFB-4AFF-946C-F32504357775}"/>
              </a:ext>
            </a:extLst>
          </p:cNvPr>
          <p:cNvSpPr>
            <a:spLocks noChangeArrowheads="1"/>
          </p:cNvSpPr>
          <p:nvPr userDrawn="1"/>
        </p:nvSpPr>
        <p:spPr bwMode="auto">
          <a:xfrm>
            <a:off x="3538630" y="23711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9">
            <a:extLst>
              <a:ext uri="{FF2B5EF4-FFF2-40B4-BE49-F238E27FC236}">
                <a16:creationId xmlns:a16="http://schemas.microsoft.com/office/drawing/2014/main" id="{542FA810-66E0-4E5C-A29B-2F35550C8B07}"/>
              </a:ext>
            </a:extLst>
          </p:cNvPr>
          <p:cNvSpPr>
            <a:spLocks noChangeArrowheads="1"/>
          </p:cNvSpPr>
          <p:nvPr userDrawn="1"/>
        </p:nvSpPr>
        <p:spPr bwMode="auto">
          <a:xfrm>
            <a:off x="3992893" y="23711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45">
            <a:extLst>
              <a:ext uri="{FF2B5EF4-FFF2-40B4-BE49-F238E27FC236}">
                <a16:creationId xmlns:a16="http://schemas.microsoft.com/office/drawing/2014/main" id="{E3ADD3A0-60F3-4CCF-A787-C83FEFD7452B}"/>
              </a:ext>
            </a:extLst>
          </p:cNvPr>
          <p:cNvSpPr>
            <a:spLocks noChangeArrowheads="1"/>
          </p:cNvSpPr>
          <p:nvPr userDrawn="1"/>
        </p:nvSpPr>
        <p:spPr bwMode="auto">
          <a:xfrm>
            <a:off x="3538630" y="28783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46">
            <a:extLst>
              <a:ext uri="{FF2B5EF4-FFF2-40B4-BE49-F238E27FC236}">
                <a16:creationId xmlns:a16="http://schemas.microsoft.com/office/drawing/2014/main" id="{03B5D2C0-D46F-4CA6-BB0C-7E966C3AB9DB}"/>
              </a:ext>
            </a:extLst>
          </p:cNvPr>
          <p:cNvSpPr>
            <a:spLocks noChangeArrowheads="1"/>
          </p:cNvSpPr>
          <p:nvPr userDrawn="1"/>
        </p:nvSpPr>
        <p:spPr bwMode="auto">
          <a:xfrm>
            <a:off x="3992893" y="28783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72">
            <a:extLst>
              <a:ext uri="{FF2B5EF4-FFF2-40B4-BE49-F238E27FC236}">
                <a16:creationId xmlns:a16="http://schemas.microsoft.com/office/drawing/2014/main" id="{A5A79340-EBE4-4E04-AF35-EAB781F1CA7F}"/>
              </a:ext>
            </a:extLst>
          </p:cNvPr>
          <p:cNvSpPr>
            <a:spLocks noChangeArrowheads="1"/>
          </p:cNvSpPr>
          <p:nvPr userDrawn="1"/>
        </p:nvSpPr>
        <p:spPr bwMode="auto">
          <a:xfrm>
            <a:off x="3538630" y="338679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73">
            <a:extLst>
              <a:ext uri="{FF2B5EF4-FFF2-40B4-BE49-F238E27FC236}">
                <a16:creationId xmlns:a16="http://schemas.microsoft.com/office/drawing/2014/main" id="{A3D2A4FF-3DD1-4D92-A192-6C0C4D36720E}"/>
              </a:ext>
            </a:extLst>
          </p:cNvPr>
          <p:cNvSpPr>
            <a:spLocks noChangeArrowheads="1"/>
          </p:cNvSpPr>
          <p:nvPr userDrawn="1"/>
        </p:nvSpPr>
        <p:spPr bwMode="auto">
          <a:xfrm>
            <a:off x="3992893" y="338679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99">
            <a:extLst>
              <a:ext uri="{FF2B5EF4-FFF2-40B4-BE49-F238E27FC236}">
                <a16:creationId xmlns:a16="http://schemas.microsoft.com/office/drawing/2014/main" id="{F8123DF8-9385-4180-994E-0FB3C83AB056}"/>
              </a:ext>
            </a:extLst>
          </p:cNvPr>
          <p:cNvSpPr>
            <a:spLocks noChangeArrowheads="1"/>
          </p:cNvSpPr>
          <p:nvPr userDrawn="1"/>
        </p:nvSpPr>
        <p:spPr bwMode="auto">
          <a:xfrm>
            <a:off x="3538630" y="38951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200">
            <a:extLst>
              <a:ext uri="{FF2B5EF4-FFF2-40B4-BE49-F238E27FC236}">
                <a16:creationId xmlns:a16="http://schemas.microsoft.com/office/drawing/2014/main" id="{35B83622-CCF4-4468-AC64-CB149002826E}"/>
              </a:ext>
            </a:extLst>
          </p:cNvPr>
          <p:cNvSpPr>
            <a:spLocks noChangeArrowheads="1"/>
          </p:cNvSpPr>
          <p:nvPr userDrawn="1"/>
        </p:nvSpPr>
        <p:spPr bwMode="auto">
          <a:xfrm>
            <a:off x="3992893" y="38951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227">
            <a:extLst>
              <a:ext uri="{FF2B5EF4-FFF2-40B4-BE49-F238E27FC236}">
                <a16:creationId xmlns:a16="http://schemas.microsoft.com/office/drawing/2014/main" id="{BFBE24A8-7F94-482E-85C3-410179531E60}"/>
              </a:ext>
            </a:extLst>
          </p:cNvPr>
          <p:cNvSpPr>
            <a:spLocks noChangeArrowheads="1"/>
          </p:cNvSpPr>
          <p:nvPr userDrawn="1"/>
        </p:nvSpPr>
        <p:spPr bwMode="auto">
          <a:xfrm>
            <a:off x="3538631" y="44035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228">
            <a:extLst>
              <a:ext uri="{FF2B5EF4-FFF2-40B4-BE49-F238E27FC236}">
                <a16:creationId xmlns:a16="http://schemas.microsoft.com/office/drawing/2014/main" id="{7BB41F2F-EDE1-4BB3-B582-2B31560A4BBC}"/>
              </a:ext>
            </a:extLst>
          </p:cNvPr>
          <p:cNvSpPr>
            <a:spLocks noChangeArrowheads="1"/>
          </p:cNvSpPr>
          <p:nvPr userDrawn="1"/>
        </p:nvSpPr>
        <p:spPr bwMode="auto">
          <a:xfrm>
            <a:off x="3992894" y="44035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254">
            <a:extLst>
              <a:ext uri="{FF2B5EF4-FFF2-40B4-BE49-F238E27FC236}">
                <a16:creationId xmlns:a16="http://schemas.microsoft.com/office/drawing/2014/main" id="{B7B10579-D69C-4FCC-AF11-0E5789DC7BAB}"/>
              </a:ext>
            </a:extLst>
          </p:cNvPr>
          <p:cNvSpPr>
            <a:spLocks noChangeArrowheads="1"/>
          </p:cNvSpPr>
          <p:nvPr userDrawn="1"/>
        </p:nvSpPr>
        <p:spPr bwMode="auto">
          <a:xfrm>
            <a:off x="3538631" y="49107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255">
            <a:extLst>
              <a:ext uri="{FF2B5EF4-FFF2-40B4-BE49-F238E27FC236}">
                <a16:creationId xmlns:a16="http://schemas.microsoft.com/office/drawing/2014/main" id="{A4A3592F-5BAF-4960-8617-39A5A4418C41}"/>
              </a:ext>
            </a:extLst>
          </p:cNvPr>
          <p:cNvSpPr>
            <a:spLocks noChangeArrowheads="1"/>
          </p:cNvSpPr>
          <p:nvPr userDrawn="1"/>
        </p:nvSpPr>
        <p:spPr bwMode="auto">
          <a:xfrm>
            <a:off x="3992894" y="49107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91">
            <a:extLst>
              <a:ext uri="{FF2B5EF4-FFF2-40B4-BE49-F238E27FC236}">
                <a16:creationId xmlns:a16="http://schemas.microsoft.com/office/drawing/2014/main" id="{D185731F-D098-4E64-B7BB-077680516CB5}"/>
              </a:ext>
            </a:extLst>
          </p:cNvPr>
          <p:cNvSpPr>
            <a:spLocks noChangeArrowheads="1"/>
          </p:cNvSpPr>
          <p:nvPr userDrawn="1"/>
        </p:nvSpPr>
        <p:spPr bwMode="auto">
          <a:xfrm>
            <a:off x="4448326" y="18548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92">
            <a:extLst>
              <a:ext uri="{FF2B5EF4-FFF2-40B4-BE49-F238E27FC236}">
                <a16:creationId xmlns:a16="http://schemas.microsoft.com/office/drawing/2014/main" id="{C9CCA8BE-3357-4F70-B832-4B61283439F8}"/>
              </a:ext>
            </a:extLst>
          </p:cNvPr>
          <p:cNvSpPr>
            <a:spLocks noChangeArrowheads="1"/>
          </p:cNvSpPr>
          <p:nvPr userDrawn="1"/>
        </p:nvSpPr>
        <p:spPr bwMode="auto">
          <a:xfrm>
            <a:off x="4902589" y="18548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18">
            <a:extLst>
              <a:ext uri="{FF2B5EF4-FFF2-40B4-BE49-F238E27FC236}">
                <a16:creationId xmlns:a16="http://schemas.microsoft.com/office/drawing/2014/main" id="{E455E6B1-820F-4874-9998-3F33FDF6762A}"/>
              </a:ext>
            </a:extLst>
          </p:cNvPr>
          <p:cNvSpPr>
            <a:spLocks noChangeArrowheads="1"/>
          </p:cNvSpPr>
          <p:nvPr userDrawn="1"/>
        </p:nvSpPr>
        <p:spPr bwMode="auto">
          <a:xfrm>
            <a:off x="4448326" y="23632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19">
            <a:extLst>
              <a:ext uri="{FF2B5EF4-FFF2-40B4-BE49-F238E27FC236}">
                <a16:creationId xmlns:a16="http://schemas.microsoft.com/office/drawing/2014/main" id="{A5878F30-11F9-4620-BB7C-A20308D54D2A}"/>
              </a:ext>
            </a:extLst>
          </p:cNvPr>
          <p:cNvSpPr>
            <a:spLocks noChangeArrowheads="1"/>
          </p:cNvSpPr>
          <p:nvPr userDrawn="1"/>
        </p:nvSpPr>
        <p:spPr bwMode="auto">
          <a:xfrm>
            <a:off x="4902589" y="23632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5">
            <a:extLst>
              <a:ext uri="{FF2B5EF4-FFF2-40B4-BE49-F238E27FC236}">
                <a16:creationId xmlns:a16="http://schemas.microsoft.com/office/drawing/2014/main" id="{282B328E-96DE-404A-8A33-DD08463AA16C}"/>
              </a:ext>
            </a:extLst>
          </p:cNvPr>
          <p:cNvSpPr>
            <a:spLocks noChangeArrowheads="1"/>
          </p:cNvSpPr>
          <p:nvPr userDrawn="1"/>
        </p:nvSpPr>
        <p:spPr bwMode="auto">
          <a:xfrm>
            <a:off x="4448326" y="28704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46">
            <a:extLst>
              <a:ext uri="{FF2B5EF4-FFF2-40B4-BE49-F238E27FC236}">
                <a16:creationId xmlns:a16="http://schemas.microsoft.com/office/drawing/2014/main" id="{6B4AC90D-580B-4B11-8435-170433BF37CE}"/>
              </a:ext>
            </a:extLst>
          </p:cNvPr>
          <p:cNvSpPr>
            <a:spLocks noChangeArrowheads="1"/>
          </p:cNvSpPr>
          <p:nvPr userDrawn="1"/>
        </p:nvSpPr>
        <p:spPr bwMode="auto">
          <a:xfrm>
            <a:off x="4902589" y="28704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72">
            <a:extLst>
              <a:ext uri="{FF2B5EF4-FFF2-40B4-BE49-F238E27FC236}">
                <a16:creationId xmlns:a16="http://schemas.microsoft.com/office/drawing/2014/main" id="{9FF1A1F4-2E5F-4786-B499-D60DC75B214B}"/>
              </a:ext>
            </a:extLst>
          </p:cNvPr>
          <p:cNvSpPr>
            <a:spLocks noChangeArrowheads="1"/>
          </p:cNvSpPr>
          <p:nvPr userDrawn="1"/>
        </p:nvSpPr>
        <p:spPr bwMode="auto">
          <a:xfrm>
            <a:off x="4448326" y="337886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73">
            <a:extLst>
              <a:ext uri="{FF2B5EF4-FFF2-40B4-BE49-F238E27FC236}">
                <a16:creationId xmlns:a16="http://schemas.microsoft.com/office/drawing/2014/main" id="{0F1C8560-0B43-4D98-ADB6-195504D71D3D}"/>
              </a:ext>
            </a:extLst>
          </p:cNvPr>
          <p:cNvSpPr>
            <a:spLocks noChangeArrowheads="1"/>
          </p:cNvSpPr>
          <p:nvPr userDrawn="1"/>
        </p:nvSpPr>
        <p:spPr bwMode="auto">
          <a:xfrm>
            <a:off x="4902589" y="337886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99">
            <a:extLst>
              <a:ext uri="{FF2B5EF4-FFF2-40B4-BE49-F238E27FC236}">
                <a16:creationId xmlns:a16="http://schemas.microsoft.com/office/drawing/2014/main" id="{A4D091FA-192E-4111-9D0A-1154813D182B}"/>
              </a:ext>
            </a:extLst>
          </p:cNvPr>
          <p:cNvSpPr>
            <a:spLocks noChangeArrowheads="1"/>
          </p:cNvSpPr>
          <p:nvPr userDrawn="1"/>
        </p:nvSpPr>
        <p:spPr bwMode="auto">
          <a:xfrm>
            <a:off x="4448326" y="38872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200">
            <a:extLst>
              <a:ext uri="{FF2B5EF4-FFF2-40B4-BE49-F238E27FC236}">
                <a16:creationId xmlns:a16="http://schemas.microsoft.com/office/drawing/2014/main" id="{2456DB9E-FD91-4F1E-8D75-71C5A435799A}"/>
              </a:ext>
            </a:extLst>
          </p:cNvPr>
          <p:cNvSpPr>
            <a:spLocks noChangeArrowheads="1"/>
          </p:cNvSpPr>
          <p:nvPr userDrawn="1"/>
        </p:nvSpPr>
        <p:spPr bwMode="auto">
          <a:xfrm>
            <a:off x="4902589" y="38872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227">
            <a:extLst>
              <a:ext uri="{FF2B5EF4-FFF2-40B4-BE49-F238E27FC236}">
                <a16:creationId xmlns:a16="http://schemas.microsoft.com/office/drawing/2014/main" id="{82ADDEB8-4944-41EC-9927-6FCED6B44E0F}"/>
              </a:ext>
            </a:extLst>
          </p:cNvPr>
          <p:cNvSpPr>
            <a:spLocks noChangeArrowheads="1"/>
          </p:cNvSpPr>
          <p:nvPr userDrawn="1"/>
        </p:nvSpPr>
        <p:spPr bwMode="auto">
          <a:xfrm>
            <a:off x="4448327" y="43956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228">
            <a:extLst>
              <a:ext uri="{FF2B5EF4-FFF2-40B4-BE49-F238E27FC236}">
                <a16:creationId xmlns:a16="http://schemas.microsoft.com/office/drawing/2014/main" id="{3E7F6ABB-32D8-4D9F-8019-5A6F21704275}"/>
              </a:ext>
            </a:extLst>
          </p:cNvPr>
          <p:cNvSpPr>
            <a:spLocks noChangeArrowheads="1"/>
          </p:cNvSpPr>
          <p:nvPr userDrawn="1"/>
        </p:nvSpPr>
        <p:spPr bwMode="auto">
          <a:xfrm>
            <a:off x="4902590" y="43956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254">
            <a:extLst>
              <a:ext uri="{FF2B5EF4-FFF2-40B4-BE49-F238E27FC236}">
                <a16:creationId xmlns:a16="http://schemas.microsoft.com/office/drawing/2014/main" id="{FF3C13CA-9CE5-4787-9D9F-6F33F6D7219E}"/>
              </a:ext>
            </a:extLst>
          </p:cNvPr>
          <p:cNvSpPr>
            <a:spLocks noChangeArrowheads="1"/>
          </p:cNvSpPr>
          <p:nvPr userDrawn="1"/>
        </p:nvSpPr>
        <p:spPr bwMode="auto">
          <a:xfrm>
            <a:off x="4448327" y="49028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255">
            <a:extLst>
              <a:ext uri="{FF2B5EF4-FFF2-40B4-BE49-F238E27FC236}">
                <a16:creationId xmlns:a16="http://schemas.microsoft.com/office/drawing/2014/main" id="{F45F3084-D5DF-4E2A-9FD2-8FADA756F908}"/>
              </a:ext>
            </a:extLst>
          </p:cNvPr>
          <p:cNvSpPr>
            <a:spLocks noChangeArrowheads="1"/>
          </p:cNvSpPr>
          <p:nvPr userDrawn="1"/>
        </p:nvSpPr>
        <p:spPr bwMode="auto">
          <a:xfrm>
            <a:off x="4902590" y="49028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91">
            <a:extLst>
              <a:ext uri="{FF2B5EF4-FFF2-40B4-BE49-F238E27FC236}">
                <a16:creationId xmlns:a16="http://schemas.microsoft.com/office/drawing/2014/main" id="{C8C188D8-825C-491C-B927-12A86B68F9C8}"/>
              </a:ext>
            </a:extLst>
          </p:cNvPr>
          <p:cNvSpPr>
            <a:spLocks noChangeArrowheads="1"/>
          </p:cNvSpPr>
          <p:nvPr userDrawn="1"/>
        </p:nvSpPr>
        <p:spPr bwMode="auto">
          <a:xfrm>
            <a:off x="5358022" y="18304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92">
            <a:extLst>
              <a:ext uri="{FF2B5EF4-FFF2-40B4-BE49-F238E27FC236}">
                <a16:creationId xmlns:a16="http://schemas.microsoft.com/office/drawing/2014/main" id="{F1A1CAD1-7E2F-491A-A2F7-752577008BAE}"/>
              </a:ext>
            </a:extLst>
          </p:cNvPr>
          <p:cNvSpPr>
            <a:spLocks noChangeArrowheads="1"/>
          </p:cNvSpPr>
          <p:nvPr userDrawn="1"/>
        </p:nvSpPr>
        <p:spPr bwMode="auto">
          <a:xfrm>
            <a:off x="5812285" y="18304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18">
            <a:extLst>
              <a:ext uri="{FF2B5EF4-FFF2-40B4-BE49-F238E27FC236}">
                <a16:creationId xmlns:a16="http://schemas.microsoft.com/office/drawing/2014/main" id="{C9F7170B-09CB-4F23-B86C-E3C5A5A9526F}"/>
              </a:ext>
            </a:extLst>
          </p:cNvPr>
          <p:cNvSpPr>
            <a:spLocks noChangeArrowheads="1"/>
          </p:cNvSpPr>
          <p:nvPr userDrawn="1"/>
        </p:nvSpPr>
        <p:spPr bwMode="auto">
          <a:xfrm>
            <a:off x="5358022" y="23388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19">
            <a:extLst>
              <a:ext uri="{FF2B5EF4-FFF2-40B4-BE49-F238E27FC236}">
                <a16:creationId xmlns:a16="http://schemas.microsoft.com/office/drawing/2014/main" id="{91FF46E2-A356-45DF-9FE0-6D68E8BBB82B}"/>
              </a:ext>
            </a:extLst>
          </p:cNvPr>
          <p:cNvSpPr>
            <a:spLocks noChangeArrowheads="1"/>
          </p:cNvSpPr>
          <p:nvPr userDrawn="1"/>
        </p:nvSpPr>
        <p:spPr bwMode="auto">
          <a:xfrm>
            <a:off x="5812285" y="23388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45">
            <a:extLst>
              <a:ext uri="{FF2B5EF4-FFF2-40B4-BE49-F238E27FC236}">
                <a16:creationId xmlns:a16="http://schemas.microsoft.com/office/drawing/2014/main" id="{233DF4C6-7DB2-4DEC-965E-4E0FD1AE2F7E}"/>
              </a:ext>
            </a:extLst>
          </p:cNvPr>
          <p:cNvSpPr>
            <a:spLocks noChangeArrowheads="1"/>
          </p:cNvSpPr>
          <p:nvPr userDrawn="1"/>
        </p:nvSpPr>
        <p:spPr bwMode="auto">
          <a:xfrm>
            <a:off x="5358022" y="28460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46">
            <a:extLst>
              <a:ext uri="{FF2B5EF4-FFF2-40B4-BE49-F238E27FC236}">
                <a16:creationId xmlns:a16="http://schemas.microsoft.com/office/drawing/2014/main" id="{BA0EBE02-0FF5-4E5F-B07E-C74F70CB3BB6}"/>
              </a:ext>
            </a:extLst>
          </p:cNvPr>
          <p:cNvSpPr>
            <a:spLocks noChangeArrowheads="1"/>
          </p:cNvSpPr>
          <p:nvPr userDrawn="1"/>
        </p:nvSpPr>
        <p:spPr bwMode="auto">
          <a:xfrm>
            <a:off x="5812285" y="28460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72">
            <a:extLst>
              <a:ext uri="{FF2B5EF4-FFF2-40B4-BE49-F238E27FC236}">
                <a16:creationId xmlns:a16="http://schemas.microsoft.com/office/drawing/2014/main" id="{C1FFCEB5-7D01-4DF1-AE5C-13AA614FBB24}"/>
              </a:ext>
            </a:extLst>
          </p:cNvPr>
          <p:cNvSpPr>
            <a:spLocks noChangeArrowheads="1"/>
          </p:cNvSpPr>
          <p:nvPr userDrawn="1"/>
        </p:nvSpPr>
        <p:spPr bwMode="auto">
          <a:xfrm>
            <a:off x="5358022" y="335444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73">
            <a:extLst>
              <a:ext uri="{FF2B5EF4-FFF2-40B4-BE49-F238E27FC236}">
                <a16:creationId xmlns:a16="http://schemas.microsoft.com/office/drawing/2014/main" id="{4E743A8D-CDF1-43FE-9A64-273018A788F5}"/>
              </a:ext>
            </a:extLst>
          </p:cNvPr>
          <p:cNvSpPr>
            <a:spLocks noChangeArrowheads="1"/>
          </p:cNvSpPr>
          <p:nvPr userDrawn="1"/>
        </p:nvSpPr>
        <p:spPr bwMode="auto">
          <a:xfrm>
            <a:off x="5812285" y="335444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99">
            <a:extLst>
              <a:ext uri="{FF2B5EF4-FFF2-40B4-BE49-F238E27FC236}">
                <a16:creationId xmlns:a16="http://schemas.microsoft.com/office/drawing/2014/main" id="{5816494B-7CF7-4661-9520-ECF2157C306A}"/>
              </a:ext>
            </a:extLst>
          </p:cNvPr>
          <p:cNvSpPr>
            <a:spLocks noChangeArrowheads="1"/>
          </p:cNvSpPr>
          <p:nvPr userDrawn="1"/>
        </p:nvSpPr>
        <p:spPr bwMode="auto">
          <a:xfrm>
            <a:off x="5358022" y="38628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200">
            <a:extLst>
              <a:ext uri="{FF2B5EF4-FFF2-40B4-BE49-F238E27FC236}">
                <a16:creationId xmlns:a16="http://schemas.microsoft.com/office/drawing/2014/main" id="{D5F4C1D4-E8FC-483F-82E0-C314B4887C06}"/>
              </a:ext>
            </a:extLst>
          </p:cNvPr>
          <p:cNvSpPr>
            <a:spLocks noChangeArrowheads="1"/>
          </p:cNvSpPr>
          <p:nvPr userDrawn="1"/>
        </p:nvSpPr>
        <p:spPr bwMode="auto">
          <a:xfrm>
            <a:off x="5812285" y="38628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227">
            <a:extLst>
              <a:ext uri="{FF2B5EF4-FFF2-40B4-BE49-F238E27FC236}">
                <a16:creationId xmlns:a16="http://schemas.microsoft.com/office/drawing/2014/main" id="{1DE23893-72CE-44E4-9514-E4A35927AD0D}"/>
              </a:ext>
            </a:extLst>
          </p:cNvPr>
          <p:cNvSpPr>
            <a:spLocks noChangeArrowheads="1"/>
          </p:cNvSpPr>
          <p:nvPr userDrawn="1"/>
        </p:nvSpPr>
        <p:spPr bwMode="auto">
          <a:xfrm>
            <a:off x="5358023" y="43712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228">
            <a:extLst>
              <a:ext uri="{FF2B5EF4-FFF2-40B4-BE49-F238E27FC236}">
                <a16:creationId xmlns:a16="http://schemas.microsoft.com/office/drawing/2014/main" id="{FDAE80AB-A18F-4777-8A7E-3AF3817C0054}"/>
              </a:ext>
            </a:extLst>
          </p:cNvPr>
          <p:cNvSpPr>
            <a:spLocks noChangeArrowheads="1"/>
          </p:cNvSpPr>
          <p:nvPr userDrawn="1"/>
        </p:nvSpPr>
        <p:spPr bwMode="auto">
          <a:xfrm>
            <a:off x="5812286" y="43712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254">
            <a:extLst>
              <a:ext uri="{FF2B5EF4-FFF2-40B4-BE49-F238E27FC236}">
                <a16:creationId xmlns:a16="http://schemas.microsoft.com/office/drawing/2014/main" id="{057CEA97-FB2D-4753-85A3-0C33E822D3CE}"/>
              </a:ext>
            </a:extLst>
          </p:cNvPr>
          <p:cNvSpPr>
            <a:spLocks noChangeArrowheads="1"/>
          </p:cNvSpPr>
          <p:nvPr userDrawn="1"/>
        </p:nvSpPr>
        <p:spPr bwMode="auto">
          <a:xfrm>
            <a:off x="5358023" y="48784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255">
            <a:extLst>
              <a:ext uri="{FF2B5EF4-FFF2-40B4-BE49-F238E27FC236}">
                <a16:creationId xmlns:a16="http://schemas.microsoft.com/office/drawing/2014/main" id="{79420A4A-5528-4EC0-987F-DF7C0EEB41F6}"/>
              </a:ext>
            </a:extLst>
          </p:cNvPr>
          <p:cNvSpPr>
            <a:spLocks noChangeArrowheads="1"/>
          </p:cNvSpPr>
          <p:nvPr userDrawn="1"/>
        </p:nvSpPr>
        <p:spPr bwMode="auto">
          <a:xfrm>
            <a:off x="5812286" y="48784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91">
            <a:extLst>
              <a:ext uri="{FF2B5EF4-FFF2-40B4-BE49-F238E27FC236}">
                <a16:creationId xmlns:a16="http://schemas.microsoft.com/office/drawing/2014/main" id="{DBC80B5A-0476-410E-B60C-6450F79B3E0B}"/>
              </a:ext>
            </a:extLst>
          </p:cNvPr>
          <p:cNvSpPr>
            <a:spLocks noChangeArrowheads="1"/>
          </p:cNvSpPr>
          <p:nvPr userDrawn="1"/>
        </p:nvSpPr>
        <p:spPr bwMode="auto">
          <a:xfrm>
            <a:off x="6267716" y="18429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92">
            <a:extLst>
              <a:ext uri="{FF2B5EF4-FFF2-40B4-BE49-F238E27FC236}">
                <a16:creationId xmlns:a16="http://schemas.microsoft.com/office/drawing/2014/main" id="{65FABB81-DBF4-42B4-8D90-A98EC802144F}"/>
              </a:ext>
            </a:extLst>
          </p:cNvPr>
          <p:cNvSpPr>
            <a:spLocks noChangeArrowheads="1"/>
          </p:cNvSpPr>
          <p:nvPr userDrawn="1"/>
        </p:nvSpPr>
        <p:spPr bwMode="auto">
          <a:xfrm>
            <a:off x="6721979" y="18429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18">
            <a:extLst>
              <a:ext uri="{FF2B5EF4-FFF2-40B4-BE49-F238E27FC236}">
                <a16:creationId xmlns:a16="http://schemas.microsoft.com/office/drawing/2014/main" id="{A6202184-9808-4043-9640-D0544AB5D404}"/>
              </a:ext>
            </a:extLst>
          </p:cNvPr>
          <p:cNvSpPr>
            <a:spLocks noChangeArrowheads="1"/>
          </p:cNvSpPr>
          <p:nvPr userDrawn="1"/>
        </p:nvSpPr>
        <p:spPr bwMode="auto">
          <a:xfrm>
            <a:off x="6267716" y="23513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19">
            <a:extLst>
              <a:ext uri="{FF2B5EF4-FFF2-40B4-BE49-F238E27FC236}">
                <a16:creationId xmlns:a16="http://schemas.microsoft.com/office/drawing/2014/main" id="{FEED1DE3-7FCB-412B-AD9F-396C8AFC0B44}"/>
              </a:ext>
            </a:extLst>
          </p:cNvPr>
          <p:cNvSpPr>
            <a:spLocks noChangeArrowheads="1"/>
          </p:cNvSpPr>
          <p:nvPr userDrawn="1"/>
        </p:nvSpPr>
        <p:spPr bwMode="auto">
          <a:xfrm>
            <a:off x="6721979" y="23513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145">
            <a:extLst>
              <a:ext uri="{FF2B5EF4-FFF2-40B4-BE49-F238E27FC236}">
                <a16:creationId xmlns:a16="http://schemas.microsoft.com/office/drawing/2014/main" id="{E3D106F5-B3BA-48C7-BB89-5F7A7B3FD30F}"/>
              </a:ext>
            </a:extLst>
          </p:cNvPr>
          <p:cNvSpPr>
            <a:spLocks noChangeArrowheads="1"/>
          </p:cNvSpPr>
          <p:nvPr userDrawn="1"/>
        </p:nvSpPr>
        <p:spPr bwMode="auto">
          <a:xfrm>
            <a:off x="6267716" y="28585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146">
            <a:extLst>
              <a:ext uri="{FF2B5EF4-FFF2-40B4-BE49-F238E27FC236}">
                <a16:creationId xmlns:a16="http://schemas.microsoft.com/office/drawing/2014/main" id="{98A5D359-1B62-4D55-856B-6A4D9015C636}"/>
              </a:ext>
            </a:extLst>
          </p:cNvPr>
          <p:cNvSpPr>
            <a:spLocks noChangeArrowheads="1"/>
          </p:cNvSpPr>
          <p:nvPr userDrawn="1"/>
        </p:nvSpPr>
        <p:spPr bwMode="auto">
          <a:xfrm>
            <a:off x="6721979" y="28585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172">
            <a:extLst>
              <a:ext uri="{FF2B5EF4-FFF2-40B4-BE49-F238E27FC236}">
                <a16:creationId xmlns:a16="http://schemas.microsoft.com/office/drawing/2014/main" id="{8AEB6855-7DCA-4BAB-B081-5EAFB1014586}"/>
              </a:ext>
            </a:extLst>
          </p:cNvPr>
          <p:cNvSpPr>
            <a:spLocks noChangeArrowheads="1"/>
          </p:cNvSpPr>
          <p:nvPr userDrawn="1"/>
        </p:nvSpPr>
        <p:spPr bwMode="auto">
          <a:xfrm>
            <a:off x="6267716" y="3366974"/>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173">
            <a:extLst>
              <a:ext uri="{FF2B5EF4-FFF2-40B4-BE49-F238E27FC236}">
                <a16:creationId xmlns:a16="http://schemas.microsoft.com/office/drawing/2014/main" id="{18A0DCB0-4E9E-42D7-ABF1-2CB0A069240A}"/>
              </a:ext>
            </a:extLst>
          </p:cNvPr>
          <p:cNvSpPr>
            <a:spLocks noChangeArrowheads="1"/>
          </p:cNvSpPr>
          <p:nvPr userDrawn="1"/>
        </p:nvSpPr>
        <p:spPr bwMode="auto">
          <a:xfrm>
            <a:off x="6721979" y="3366974"/>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199">
            <a:extLst>
              <a:ext uri="{FF2B5EF4-FFF2-40B4-BE49-F238E27FC236}">
                <a16:creationId xmlns:a16="http://schemas.microsoft.com/office/drawing/2014/main" id="{C94A534B-EDB6-41CC-BFD6-C8E5C64E30CF}"/>
              </a:ext>
            </a:extLst>
          </p:cNvPr>
          <p:cNvSpPr>
            <a:spLocks noChangeArrowheads="1"/>
          </p:cNvSpPr>
          <p:nvPr userDrawn="1"/>
        </p:nvSpPr>
        <p:spPr bwMode="auto">
          <a:xfrm>
            <a:off x="6267716" y="38753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00">
            <a:extLst>
              <a:ext uri="{FF2B5EF4-FFF2-40B4-BE49-F238E27FC236}">
                <a16:creationId xmlns:a16="http://schemas.microsoft.com/office/drawing/2014/main" id="{D3305D9B-7E5D-4A06-B20C-705E7AADA0EE}"/>
              </a:ext>
            </a:extLst>
          </p:cNvPr>
          <p:cNvSpPr>
            <a:spLocks noChangeArrowheads="1"/>
          </p:cNvSpPr>
          <p:nvPr userDrawn="1"/>
        </p:nvSpPr>
        <p:spPr bwMode="auto">
          <a:xfrm>
            <a:off x="6721979" y="38753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27">
            <a:extLst>
              <a:ext uri="{FF2B5EF4-FFF2-40B4-BE49-F238E27FC236}">
                <a16:creationId xmlns:a16="http://schemas.microsoft.com/office/drawing/2014/main" id="{10DC9989-B0C3-40E8-9A23-4DD46B61F186}"/>
              </a:ext>
            </a:extLst>
          </p:cNvPr>
          <p:cNvSpPr>
            <a:spLocks noChangeArrowheads="1"/>
          </p:cNvSpPr>
          <p:nvPr userDrawn="1"/>
        </p:nvSpPr>
        <p:spPr bwMode="auto">
          <a:xfrm>
            <a:off x="6267717" y="43837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8">
            <a:extLst>
              <a:ext uri="{FF2B5EF4-FFF2-40B4-BE49-F238E27FC236}">
                <a16:creationId xmlns:a16="http://schemas.microsoft.com/office/drawing/2014/main" id="{802DD19F-ACAF-462C-9EF0-03BED7E8C2A2}"/>
              </a:ext>
            </a:extLst>
          </p:cNvPr>
          <p:cNvSpPr>
            <a:spLocks noChangeArrowheads="1"/>
          </p:cNvSpPr>
          <p:nvPr userDrawn="1"/>
        </p:nvSpPr>
        <p:spPr bwMode="auto">
          <a:xfrm>
            <a:off x="6721980" y="43837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54">
            <a:extLst>
              <a:ext uri="{FF2B5EF4-FFF2-40B4-BE49-F238E27FC236}">
                <a16:creationId xmlns:a16="http://schemas.microsoft.com/office/drawing/2014/main" id="{B675BA60-6E6B-4897-B172-3FEB85B0A6BE}"/>
              </a:ext>
            </a:extLst>
          </p:cNvPr>
          <p:cNvSpPr>
            <a:spLocks noChangeArrowheads="1"/>
          </p:cNvSpPr>
          <p:nvPr userDrawn="1"/>
        </p:nvSpPr>
        <p:spPr bwMode="auto">
          <a:xfrm>
            <a:off x="6267717" y="48909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55">
            <a:extLst>
              <a:ext uri="{FF2B5EF4-FFF2-40B4-BE49-F238E27FC236}">
                <a16:creationId xmlns:a16="http://schemas.microsoft.com/office/drawing/2014/main" id="{90EC0740-4B58-4786-864F-D6202316E36B}"/>
              </a:ext>
            </a:extLst>
          </p:cNvPr>
          <p:cNvSpPr>
            <a:spLocks noChangeArrowheads="1"/>
          </p:cNvSpPr>
          <p:nvPr userDrawn="1"/>
        </p:nvSpPr>
        <p:spPr bwMode="auto">
          <a:xfrm>
            <a:off x="6721980" y="48909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91">
            <a:extLst>
              <a:ext uri="{FF2B5EF4-FFF2-40B4-BE49-F238E27FC236}">
                <a16:creationId xmlns:a16="http://schemas.microsoft.com/office/drawing/2014/main" id="{6F4C6DA5-9C32-43AB-9B2B-D5F64DCD5B48}"/>
              </a:ext>
            </a:extLst>
          </p:cNvPr>
          <p:cNvSpPr>
            <a:spLocks noChangeArrowheads="1"/>
          </p:cNvSpPr>
          <p:nvPr userDrawn="1"/>
        </p:nvSpPr>
        <p:spPr bwMode="auto">
          <a:xfrm>
            <a:off x="7177412"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92">
            <a:extLst>
              <a:ext uri="{FF2B5EF4-FFF2-40B4-BE49-F238E27FC236}">
                <a16:creationId xmlns:a16="http://schemas.microsoft.com/office/drawing/2014/main" id="{2E98FFFB-1367-4885-A347-2B10A92AF779}"/>
              </a:ext>
            </a:extLst>
          </p:cNvPr>
          <p:cNvSpPr>
            <a:spLocks noChangeArrowheads="1"/>
          </p:cNvSpPr>
          <p:nvPr userDrawn="1"/>
        </p:nvSpPr>
        <p:spPr bwMode="auto">
          <a:xfrm>
            <a:off x="7631675"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118">
            <a:extLst>
              <a:ext uri="{FF2B5EF4-FFF2-40B4-BE49-F238E27FC236}">
                <a16:creationId xmlns:a16="http://schemas.microsoft.com/office/drawing/2014/main" id="{B0EE3A07-2F28-4D28-AD64-4E71640B185F}"/>
              </a:ext>
            </a:extLst>
          </p:cNvPr>
          <p:cNvSpPr>
            <a:spLocks noChangeArrowheads="1"/>
          </p:cNvSpPr>
          <p:nvPr userDrawn="1"/>
        </p:nvSpPr>
        <p:spPr bwMode="auto">
          <a:xfrm>
            <a:off x="7177412"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119">
            <a:extLst>
              <a:ext uri="{FF2B5EF4-FFF2-40B4-BE49-F238E27FC236}">
                <a16:creationId xmlns:a16="http://schemas.microsoft.com/office/drawing/2014/main" id="{CCE2A03B-C80B-42F1-9230-C10251D1238C}"/>
              </a:ext>
            </a:extLst>
          </p:cNvPr>
          <p:cNvSpPr>
            <a:spLocks noChangeArrowheads="1"/>
          </p:cNvSpPr>
          <p:nvPr userDrawn="1"/>
        </p:nvSpPr>
        <p:spPr bwMode="auto">
          <a:xfrm>
            <a:off x="7631675"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145">
            <a:extLst>
              <a:ext uri="{FF2B5EF4-FFF2-40B4-BE49-F238E27FC236}">
                <a16:creationId xmlns:a16="http://schemas.microsoft.com/office/drawing/2014/main" id="{87375277-0EF5-4601-B688-CC287F3E6A48}"/>
              </a:ext>
            </a:extLst>
          </p:cNvPr>
          <p:cNvSpPr>
            <a:spLocks noChangeArrowheads="1"/>
          </p:cNvSpPr>
          <p:nvPr userDrawn="1"/>
        </p:nvSpPr>
        <p:spPr bwMode="auto">
          <a:xfrm>
            <a:off x="7177412"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146">
            <a:extLst>
              <a:ext uri="{FF2B5EF4-FFF2-40B4-BE49-F238E27FC236}">
                <a16:creationId xmlns:a16="http://schemas.microsoft.com/office/drawing/2014/main" id="{19099545-7878-4215-9ADA-69237497B88B}"/>
              </a:ext>
            </a:extLst>
          </p:cNvPr>
          <p:cNvSpPr>
            <a:spLocks noChangeArrowheads="1"/>
          </p:cNvSpPr>
          <p:nvPr userDrawn="1"/>
        </p:nvSpPr>
        <p:spPr bwMode="auto">
          <a:xfrm>
            <a:off x="7631675"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172">
            <a:extLst>
              <a:ext uri="{FF2B5EF4-FFF2-40B4-BE49-F238E27FC236}">
                <a16:creationId xmlns:a16="http://schemas.microsoft.com/office/drawing/2014/main" id="{13AB64CA-71E8-4F3D-8A8F-48ADB8EE76DD}"/>
              </a:ext>
            </a:extLst>
          </p:cNvPr>
          <p:cNvSpPr>
            <a:spLocks noChangeArrowheads="1"/>
          </p:cNvSpPr>
          <p:nvPr userDrawn="1"/>
        </p:nvSpPr>
        <p:spPr bwMode="auto">
          <a:xfrm>
            <a:off x="7177412"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173">
            <a:extLst>
              <a:ext uri="{FF2B5EF4-FFF2-40B4-BE49-F238E27FC236}">
                <a16:creationId xmlns:a16="http://schemas.microsoft.com/office/drawing/2014/main" id="{E6E68EB4-8B4F-4659-85F0-F33EB0681EAB}"/>
              </a:ext>
            </a:extLst>
          </p:cNvPr>
          <p:cNvSpPr>
            <a:spLocks noChangeArrowheads="1"/>
          </p:cNvSpPr>
          <p:nvPr userDrawn="1"/>
        </p:nvSpPr>
        <p:spPr bwMode="auto">
          <a:xfrm>
            <a:off x="7631675"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199">
            <a:extLst>
              <a:ext uri="{FF2B5EF4-FFF2-40B4-BE49-F238E27FC236}">
                <a16:creationId xmlns:a16="http://schemas.microsoft.com/office/drawing/2014/main" id="{FD5D2EFE-78D7-47A0-B41B-A6D123F33258}"/>
              </a:ext>
            </a:extLst>
          </p:cNvPr>
          <p:cNvSpPr>
            <a:spLocks noChangeArrowheads="1"/>
          </p:cNvSpPr>
          <p:nvPr userDrawn="1"/>
        </p:nvSpPr>
        <p:spPr bwMode="auto">
          <a:xfrm>
            <a:off x="7177412"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00">
            <a:extLst>
              <a:ext uri="{FF2B5EF4-FFF2-40B4-BE49-F238E27FC236}">
                <a16:creationId xmlns:a16="http://schemas.microsoft.com/office/drawing/2014/main" id="{43DD1F99-EF92-4FA7-A688-DFB8CA0428A2}"/>
              </a:ext>
            </a:extLst>
          </p:cNvPr>
          <p:cNvSpPr>
            <a:spLocks noChangeArrowheads="1"/>
          </p:cNvSpPr>
          <p:nvPr userDrawn="1"/>
        </p:nvSpPr>
        <p:spPr bwMode="auto">
          <a:xfrm>
            <a:off x="7631675"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27">
            <a:extLst>
              <a:ext uri="{FF2B5EF4-FFF2-40B4-BE49-F238E27FC236}">
                <a16:creationId xmlns:a16="http://schemas.microsoft.com/office/drawing/2014/main" id="{61B66908-9A89-4CAA-82BB-1B0CBBA7121D}"/>
              </a:ext>
            </a:extLst>
          </p:cNvPr>
          <p:cNvSpPr>
            <a:spLocks noChangeArrowheads="1"/>
          </p:cNvSpPr>
          <p:nvPr userDrawn="1"/>
        </p:nvSpPr>
        <p:spPr bwMode="auto">
          <a:xfrm>
            <a:off x="7177413"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28">
            <a:extLst>
              <a:ext uri="{FF2B5EF4-FFF2-40B4-BE49-F238E27FC236}">
                <a16:creationId xmlns:a16="http://schemas.microsoft.com/office/drawing/2014/main" id="{A25ADF27-53D5-47C3-A679-6359C6A587B3}"/>
              </a:ext>
            </a:extLst>
          </p:cNvPr>
          <p:cNvSpPr>
            <a:spLocks noChangeArrowheads="1"/>
          </p:cNvSpPr>
          <p:nvPr userDrawn="1"/>
        </p:nvSpPr>
        <p:spPr bwMode="auto">
          <a:xfrm>
            <a:off x="7631676"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54">
            <a:extLst>
              <a:ext uri="{FF2B5EF4-FFF2-40B4-BE49-F238E27FC236}">
                <a16:creationId xmlns:a16="http://schemas.microsoft.com/office/drawing/2014/main" id="{3571E780-2740-4415-A8FC-0A7B70032679}"/>
              </a:ext>
            </a:extLst>
          </p:cNvPr>
          <p:cNvSpPr>
            <a:spLocks noChangeArrowheads="1"/>
          </p:cNvSpPr>
          <p:nvPr userDrawn="1"/>
        </p:nvSpPr>
        <p:spPr bwMode="auto">
          <a:xfrm>
            <a:off x="7177413"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5">
            <a:extLst>
              <a:ext uri="{FF2B5EF4-FFF2-40B4-BE49-F238E27FC236}">
                <a16:creationId xmlns:a16="http://schemas.microsoft.com/office/drawing/2014/main" id="{D4DFF327-57BB-4D9E-A2B7-F0DD5B949776}"/>
              </a:ext>
            </a:extLst>
          </p:cNvPr>
          <p:cNvSpPr>
            <a:spLocks noChangeArrowheads="1"/>
          </p:cNvSpPr>
          <p:nvPr userDrawn="1"/>
        </p:nvSpPr>
        <p:spPr bwMode="auto">
          <a:xfrm>
            <a:off x="7631676"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91">
            <a:extLst>
              <a:ext uri="{FF2B5EF4-FFF2-40B4-BE49-F238E27FC236}">
                <a16:creationId xmlns:a16="http://schemas.microsoft.com/office/drawing/2014/main" id="{8A3B7425-E369-4F53-BA6F-5242DA61BF30}"/>
              </a:ext>
            </a:extLst>
          </p:cNvPr>
          <p:cNvSpPr>
            <a:spLocks noChangeArrowheads="1"/>
          </p:cNvSpPr>
          <p:nvPr userDrawn="1"/>
        </p:nvSpPr>
        <p:spPr bwMode="auto">
          <a:xfrm>
            <a:off x="8087107"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92">
            <a:extLst>
              <a:ext uri="{FF2B5EF4-FFF2-40B4-BE49-F238E27FC236}">
                <a16:creationId xmlns:a16="http://schemas.microsoft.com/office/drawing/2014/main" id="{4E6A839F-6FCF-4E31-8BD0-E16864EEE062}"/>
              </a:ext>
            </a:extLst>
          </p:cNvPr>
          <p:cNvSpPr>
            <a:spLocks noChangeArrowheads="1"/>
          </p:cNvSpPr>
          <p:nvPr userDrawn="1"/>
        </p:nvSpPr>
        <p:spPr bwMode="auto">
          <a:xfrm>
            <a:off x="8541370"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118">
            <a:extLst>
              <a:ext uri="{FF2B5EF4-FFF2-40B4-BE49-F238E27FC236}">
                <a16:creationId xmlns:a16="http://schemas.microsoft.com/office/drawing/2014/main" id="{E30405E0-3BAF-415C-962D-57EEE5D59061}"/>
              </a:ext>
            </a:extLst>
          </p:cNvPr>
          <p:cNvSpPr>
            <a:spLocks noChangeArrowheads="1"/>
          </p:cNvSpPr>
          <p:nvPr userDrawn="1"/>
        </p:nvSpPr>
        <p:spPr bwMode="auto">
          <a:xfrm>
            <a:off x="8087107"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119">
            <a:extLst>
              <a:ext uri="{FF2B5EF4-FFF2-40B4-BE49-F238E27FC236}">
                <a16:creationId xmlns:a16="http://schemas.microsoft.com/office/drawing/2014/main" id="{2F0D6E87-BA13-4616-837F-44E6418D2BE9}"/>
              </a:ext>
            </a:extLst>
          </p:cNvPr>
          <p:cNvSpPr>
            <a:spLocks noChangeArrowheads="1"/>
          </p:cNvSpPr>
          <p:nvPr userDrawn="1"/>
        </p:nvSpPr>
        <p:spPr bwMode="auto">
          <a:xfrm>
            <a:off x="8541370"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145">
            <a:extLst>
              <a:ext uri="{FF2B5EF4-FFF2-40B4-BE49-F238E27FC236}">
                <a16:creationId xmlns:a16="http://schemas.microsoft.com/office/drawing/2014/main" id="{6E4DC2C7-60E2-4E39-A040-33E1148C84D5}"/>
              </a:ext>
            </a:extLst>
          </p:cNvPr>
          <p:cNvSpPr>
            <a:spLocks noChangeArrowheads="1"/>
          </p:cNvSpPr>
          <p:nvPr userDrawn="1"/>
        </p:nvSpPr>
        <p:spPr bwMode="auto">
          <a:xfrm>
            <a:off x="8087107"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146">
            <a:extLst>
              <a:ext uri="{FF2B5EF4-FFF2-40B4-BE49-F238E27FC236}">
                <a16:creationId xmlns:a16="http://schemas.microsoft.com/office/drawing/2014/main" id="{966097DC-FD1B-4AB8-9270-D63BF4F1A3CB}"/>
              </a:ext>
            </a:extLst>
          </p:cNvPr>
          <p:cNvSpPr>
            <a:spLocks noChangeArrowheads="1"/>
          </p:cNvSpPr>
          <p:nvPr userDrawn="1"/>
        </p:nvSpPr>
        <p:spPr bwMode="auto">
          <a:xfrm>
            <a:off x="8541370"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172">
            <a:extLst>
              <a:ext uri="{FF2B5EF4-FFF2-40B4-BE49-F238E27FC236}">
                <a16:creationId xmlns:a16="http://schemas.microsoft.com/office/drawing/2014/main" id="{F9963C2C-FE13-4B53-9E0A-33833EBFF4BC}"/>
              </a:ext>
            </a:extLst>
          </p:cNvPr>
          <p:cNvSpPr>
            <a:spLocks noChangeArrowheads="1"/>
          </p:cNvSpPr>
          <p:nvPr userDrawn="1"/>
        </p:nvSpPr>
        <p:spPr bwMode="auto">
          <a:xfrm>
            <a:off x="8087107"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173">
            <a:extLst>
              <a:ext uri="{FF2B5EF4-FFF2-40B4-BE49-F238E27FC236}">
                <a16:creationId xmlns:a16="http://schemas.microsoft.com/office/drawing/2014/main" id="{E25FDE01-0116-404D-AED3-856484360C6A}"/>
              </a:ext>
            </a:extLst>
          </p:cNvPr>
          <p:cNvSpPr>
            <a:spLocks noChangeArrowheads="1"/>
          </p:cNvSpPr>
          <p:nvPr userDrawn="1"/>
        </p:nvSpPr>
        <p:spPr bwMode="auto">
          <a:xfrm>
            <a:off x="8541370"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199">
            <a:extLst>
              <a:ext uri="{FF2B5EF4-FFF2-40B4-BE49-F238E27FC236}">
                <a16:creationId xmlns:a16="http://schemas.microsoft.com/office/drawing/2014/main" id="{6301786C-8F5C-45F8-9EBB-5C24E924F8FB}"/>
              </a:ext>
            </a:extLst>
          </p:cNvPr>
          <p:cNvSpPr>
            <a:spLocks noChangeArrowheads="1"/>
          </p:cNvSpPr>
          <p:nvPr userDrawn="1"/>
        </p:nvSpPr>
        <p:spPr bwMode="auto">
          <a:xfrm>
            <a:off x="8087107"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00">
            <a:extLst>
              <a:ext uri="{FF2B5EF4-FFF2-40B4-BE49-F238E27FC236}">
                <a16:creationId xmlns:a16="http://schemas.microsoft.com/office/drawing/2014/main" id="{5F732FBA-FE3A-4BD8-BBC1-9C523E6253B3}"/>
              </a:ext>
            </a:extLst>
          </p:cNvPr>
          <p:cNvSpPr>
            <a:spLocks noChangeArrowheads="1"/>
          </p:cNvSpPr>
          <p:nvPr userDrawn="1"/>
        </p:nvSpPr>
        <p:spPr bwMode="auto">
          <a:xfrm>
            <a:off x="8541370"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27">
            <a:extLst>
              <a:ext uri="{FF2B5EF4-FFF2-40B4-BE49-F238E27FC236}">
                <a16:creationId xmlns:a16="http://schemas.microsoft.com/office/drawing/2014/main" id="{C637BBAC-97AA-4D18-AA59-2A7536613F5A}"/>
              </a:ext>
            </a:extLst>
          </p:cNvPr>
          <p:cNvSpPr>
            <a:spLocks noChangeArrowheads="1"/>
          </p:cNvSpPr>
          <p:nvPr userDrawn="1"/>
        </p:nvSpPr>
        <p:spPr bwMode="auto">
          <a:xfrm>
            <a:off x="8087108"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28">
            <a:extLst>
              <a:ext uri="{FF2B5EF4-FFF2-40B4-BE49-F238E27FC236}">
                <a16:creationId xmlns:a16="http://schemas.microsoft.com/office/drawing/2014/main" id="{6065E043-00A0-4681-9A2D-6DCA1E6EF993}"/>
              </a:ext>
            </a:extLst>
          </p:cNvPr>
          <p:cNvSpPr>
            <a:spLocks noChangeArrowheads="1"/>
          </p:cNvSpPr>
          <p:nvPr userDrawn="1"/>
        </p:nvSpPr>
        <p:spPr bwMode="auto">
          <a:xfrm>
            <a:off x="8541371"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54">
            <a:extLst>
              <a:ext uri="{FF2B5EF4-FFF2-40B4-BE49-F238E27FC236}">
                <a16:creationId xmlns:a16="http://schemas.microsoft.com/office/drawing/2014/main" id="{CE169FB0-5491-4F5D-BC9E-C9846ADDC0B8}"/>
              </a:ext>
            </a:extLst>
          </p:cNvPr>
          <p:cNvSpPr>
            <a:spLocks noChangeArrowheads="1"/>
          </p:cNvSpPr>
          <p:nvPr userDrawn="1"/>
        </p:nvSpPr>
        <p:spPr bwMode="auto">
          <a:xfrm>
            <a:off x="8087108"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55">
            <a:extLst>
              <a:ext uri="{FF2B5EF4-FFF2-40B4-BE49-F238E27FC236}">
                <a16:creationId xmlns:a16="http://schemas.microsoft.com/office/drawing/2014/main" id="{2057D317-5E06-487E-8C29-ACF2FBFDAD7B}"/>
              </a:ext>
            </a:extLst>
          </p:cNvPr>
          <p:cNvSpPr>
            <a:spLocks noChangeArrowheads="1"/>
          </p:cNvSpPr>
          <p:nvPr userDrawn="1"/>
        </p:nvSpPr>
        <p:spPr bwMode="auto">
          <a:xfrm>
            <a:off x="8541371"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8652853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3283"/>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3882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4553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45539"/>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225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2251"/>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577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50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6763"/>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nvGrpSpPr>
          <p:cNvPr id="7" name="Group 6">
            <a:extLst>
              <a:ext uri="{FF2B5EF4-FFF2-40B4-BE49-F238E27FC236}">
                <a16:creationId xmlns:a16="http://schemas.microsoft.com/office/drawing/2014/main" id="{27DA42D9-3528-406D-A6F9-46DF735F0B1B}"/>
              </a:ext>
            </a:extLst>
          </p:cNvPr>
          <p:cNvGrpSpPr/>
          <p:nvPr userDrawn="1"/>
        </p:nvGrpSpPr>
        <p:grpSpPr>
          <a:xfrm>
            <a:off x="354110" y="6402442"/>
            <a:ext cx="11480604" cy="109990"/>
            <a:chOff x="354110" y="6402442"/>
            <a:chExt cx="11480604" cy="109990"/>
          </a:xfrm>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Date Placeholder 1"/>
          <p:cNvSpPr>
            <a:spLocks noGrp="1"/>
          </p:cNvSpPr>
          <p:nvPr userDrawn="1">
            <p:ph type="dt" sz="half" idx="10"/>
          </p:nvPr>
        </p:nvSpPr>
        <p:spPr/>
        <p:txBody>
          <a:bodyPr/>
          <a:lstStyle/>
          <a:p>
            <a:fld id="{425404F2-BE9A-4460-8815-8F645183555F}" type="datetimeFigureOut">
              <a:rPr lang="en-US" smtClean="0"/>
              <a:pPr/>
              <a:t>2/24/2025</a:t>
            </a:fld>
            <a:endParaRPr lang="en-US"/>
          </a:p>
        </p:txBody>
      </p:sp>
      <p:sp>
        <p:nvSpPr>
          <p:cNvPr id="3" name="Footer Placeholder 2"/>
          <p:cNvSpPr>
            <a:spLocks noGrp="1"/>
          </p:cNvSpPr>
          <p:nvPr userDrawn="1">
            <p:ph type="ftr" sz="quarter" idx="11"/>
          </p:nvPr>
        </p:nvSpPr>
        <p:spPr/>
        <p:txBody>
          <a:bodyPr/>
          <a:lstStyle/>
          <a:p>
            <a:endParaRPr lang="en-US"/>
          </a:p>
        </p:txBody>
      </p:sp>
      <p:sp>
        <p:nvSpPr>
          <p:cNvPr id="4" name="Slide Number Placeholder 3"/>
          <p:cNvSpPr>
            <a:spLocks noGrp="1"/>
          </p:cNvSpPr>
          <p:nvPr userDrawn="1">
            <p:ph type="sldNum" sz="quarter" idx="12"/>
          </p:nvPr>
        </p:nvSpPr>
        <p:spPr/>
        <p:txBody>
          <a:bodyPr/>
          <a:lstStyle/>
          <a:p>
            <a:r>
              <a:rPr lang="en-US" dirty="0"/>
              <a:t>www.anubhavtrainings.com</a:t>
            </a:r>
          </a:p>
        </p:txBody>
      </p:sp>
      <p:grpSp>
        <p:nvGrpSpPr>
          <p:cNvPr id="618" name="Group 617">
            <a:extLst>
              <a:ext uri="{FF2B5EF4-FFF2-40B4-BE49-F238E27FC236}">
                <a16:creationId xmlns:a16="http://schemas.microsoft.com/office/drawing/2014/main" id="{B5B99429-15CB-4646-807F-6B01F4253B13}"/>
              </a:ext>
            </a:extLst>
          </p:cNvPr>
          <p:cNvGrpSpPr/>
          <p:nvPr userDrawn="1"/>
        </p:nvGrpSpPr>
        <p:grpSpPr>
          <a:xfrm>
            <a:off x="354110" y="5904602"/>
            <a:ext cx="11480604" cy="109990"/>
            <a:chOff x="354110" y="6402442"/>
            <a:chExt cx="11480604" cy="109990"/>
          </a:xfrm>
        </p:grpSpPr>
        <p:sp>
          <p:nvSpPr>
            <p:cNvPr id="619" name="Rectangle 59">
              <a:extLst>
                <a:ext uri="{FF2B5EF4-FFF2-40B4-BE49-F238E27FC236}">
                  <a16:creationId xmlns:a16="http://schemas.microsoft.com/office/drawing/2014/main" id="{624494D0-607C-4971-A357-ED99F45D7C21}"/>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60">
              <a:extLst>
                <a:ext uri="{FF2B5EF4-FFF2-40B4-BE49-F238E27FC236}">
                  <a16:creationId xmlns:a16="http://schemas.microsoft.com/office/drawing/2014/main" id="{22FD15BA-8E62-417D-8392-658E5E86C2FF}"/>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61">
              <a:extLst>
                <a:ext uri="{FF2B5EF4-FFF2-40B4-BE49-F238E27FC236}">
                  <a16:creationId xmlns:a16="http://schemas.microsoft.com/office/drawing/2014/main" id="{C665A07F-2AFB-49CF-8EE0-C81377FC2A54}"/>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62">
              <a:extLst>
                <a:ext uri="{FF2B5EF4-FFF2-40B4-BE49-F238E27FC236}">
                  <a16:creationId xmlns:a16="http://schemas.microsoft.com/office/drawing/2014/main" id="{74997C49-7ACC-4BCC-BC8D-58EBD77EE72A}"/>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63">
              <a:extLst>
                <a:ext uri="{FF2B5EF4-FFF2-40B4-BE49-F238E27FC236}">
                  <a16:creationId xmlns:a16="http://schemas.microsoft.com/office/drawing/2014/main" id="{E3CDD2FB-079B-43EA-89D5-5FD9D7644AC4}"/>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64">
              <a:extLst>
                <a:ext uri="{FF2B5EF4-FFF2-40B4-BE49-F238E27FC236}">
                  <a16:creationId xmlns:a16="http://schemas.microsoft.com/office/drawing/2014/main" id="{9C1479D9-3647-44C4-99E1-C660E2C8E306}"/>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65">
              <a:extLst>
                <a:ext uri="{FF2B5EF4-FFF2-40B4-BE49-F238E27FC236}">
                  <a16:creationId xmlns:a16="http://schemas.microsoft.com/office/drawing/2014/main" id="{AA8F3E10-CD9D-49C0-B0AE-24ABBF3BDC07}"/>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66">
              <a:extLst>
                <a:ext uri="{FF2B5EF4-FFF2-40B4-BE49-F238E27FC236}">
                  <a16:creationId xmlns:a16="http://schemas.microsoft.com/office/drawing/2014/main" id="{9C3B6F09-A4DD-4A26-B213-51E23205497E}"/>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67">
              <a:extLst>
                <a:ext uri="{FF2B5EF4-FFF2-40B4-BE49-F238E27FC236}">
                  <a16:creationId xmlns:a16="http://schemas.microsoft.com/office/drawing/2014/main" id="{2BA14941-5A2D-4CDB-9C2E-79C930D22256}"/>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68">
              <a:extLst>
                <a:ext uri="{FF2B5EF4-FFF2-40B4-BE49-F238E27FC236}">
                  <a16:creationId xmlns:a16="http://schemas.microsoft.com/office/drawing/2014/main" id="{6C5B2E84-85D6-4DD5-88FE-F8495F5E3CA2}"/>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69">
              <a:extLst>
                <a:ext uri="{FF2B5EF4-FFF2-40B4-BE49-F238E27FC236}">
                  <a16:creationId xmlns:a16="http://schemas.microsoft.com/office/drawing/2014/main" id="{1987B595-96EB-427F-8E00-533CBBEB5E6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70">
              <a:extLst>
                <a:ext uri="{FF2B5EF4-FFF2-40B4-BE49-F238E27FC236}">
                  <a16:creationId xmlns:a16="http://schemas.microsoft.com/office/drawing/2014/main" id="{99D33392-C824-498D-AF8A-7AF58A9F3321}"/>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71">
              <a:extLst>
                <a:ext uri="{FF2B5EF4-FFF2-40B4-BE49-F238E27FC236}">
                  <a16:creationId xmlns:a16="http://schemas.microsoft.com/office/drawing/2014/main" id="{6D1CAD59-FE6E-48A2-AE71-1BB80553F20C}"/>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72">
              <a:extLst>
                <a:ext uri="{FF2B5EF4-FFF2-40B4-BE49-F238E27FC236}">
                  <a16:creationId xmlns:a16="http://schemas.microsoft.com/office/drawing/2014/main" id="{BD936CE6-00F6-4CAF-A200-A693710C89B3}"/>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73">
              <a:extLst>
                <a:ext uri="{FF2B5EF4-FFF2-40B4-BE49-F238E27FC236}">
                  <a16:creationId xmlns:a16="http://schemas.microsoft.com/office/drawing/2014/main" id="{10329E52-6B3F-4897-BFBC-A6C4F2D2695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74">
              <a:extLst>
                <a:ext uri="{FF2B5EF4-FFF2-40B4-BE49-F238E27FC236}">
                  <a16:creationId xmlns:a16="http://schemas.microsoft.com/office/drawing/2014/main" id="{B9A5FD8E-2005-457D-B36F-5BD162CB6407}"/>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75">
              <a:extLst>
                <a:ext uri="{FF2B5EF4-FFF2-40B4-BE49-F238E27FC236}">
                  <a16:creationId xmlns:a16="http://schemas.microsoft.com/office/drawing/2014/main" id="{2C1FBF6B-A7C3-4F83-AD53-33D9E848D4A4}"/>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76">
              <a:extLst>
                <a:ext uri="{FF2B5EF4-FFF2-40B4-BE49-F238E27FC236}">
                  <a16:creationId xmlns:a16="http://schemas.microsoft.com/office/drawing/2014/main" id="{964A4B57-1B27-4010-9A9F-F2BCD2530127}"/>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77">
              <a:extLst>
                <a:ext uri="{FF2B5EF4-FFF2-40B4-BE49-F238E27FC236}">
                  <a16:creationId xmlns:a16="http://schemas.microsoft.com/office/drawing/2014/main" id="{D961087D-A1D8-48DD-8BD9-550D63557439}"/>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78">
              <a:extLst>
                <a:ext uri="{FF2B5EF4-FFF2-40B4-BE49-F238E27FC236}">
                  <a16:creationId xmlns:a16="http://schemas.microsoft.com/office/drawing/2014/main" id="{64FADA1C-663B-4FF6-8D80-B311B8ABCD02}"/>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79">
              <a:extLst>
                <a:ext uri="{FF2B5EF4-FFF2-40B4-BE49-F238E27FC236}">
                  <a16:creationId xmlns:a16="http://schemas.microsoft.com/office/drawing/2014/main" id="{E96330D1-4BBF-4D0A-B45F-77999C5C74D6}"/>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80">
              <a:extLst>
                <a:ext uri="{FF2B5EF4-FFF2-40B4-BE49-F238E27FC236}">
                  <a16:creationId xmlns:a16="http://schemas.microsoft.com/office/drawing/2014/main" id="{78AFE672-0739-4A26-8B51-D71BAD6A4326}"/>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81">
              <a:extLst>
                <a:ext uri="{FF2B5EF4-FFF2-40B4-BE49-F238E27FC236}">
                  <a16:creationId xmlns:a16="http://schemas.microsoft.com/office/drawing/2014/main" id="{AA3E4254-137D-4797-BF52-FAB6866F0F05}"/>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82">
              <a:extLst>
                <a:ext uri="{FF2B5EF4-FFF2-40B4-BE49-F238E27FC236}">
                  <a16:creationId xmlns:a16="http://schemas.microsoft.com/office/drawing/2014/main" id="{81844ED9-0C33-41B9-8D6C-0C959F9E0F48}"/>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83">
              <a:extLst>
                <a:ext uri="{FF2B5EF4-FFF2-40B4-BE49-F238E27FC236}">
                  <a16:creationId xmlns:a16="http://schemas.microsoft.com/office/drawing/2014/main" id="{69541354-1FEF-4A05-8852-E0866C02411F}"/>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84">
              <a:extLst>
                <a:ext uri="{FF2B5EF4-FFF2-40B4-BE49-F238E27FC236}">
                  <a16:creationId xmlns:a16="http://schemas.microsoft.com/office/drawing/2014/main" id="{22323587-A6E2-4D2C-9D71-B6D0B4DAF0A2}"/>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1002194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144841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88825"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364407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dirty="0"/>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2/24/2025</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r>
              <a:rPr lang="en-US" dirty="0"/>
              <a:t>www.anubhavtrainings.com</a:t>
            </a:r>
          </a:p>
        </p:txBody>
      </p:sp>
      <p:pic>
        <p:nvPicPr>
          <p:cNvPr id="7" name="Picture 4">
            <a:extLst>
              <a:ext uri="{FF2B5EF4-FFF2-40B4-BE49-F238E27FC236}">
                <a16:creationId xmlns:a16="http://schemas.microsoft.com/office/drawing/2014/main" id="{3DEB2B14-6477-2927-E581-527B2BB61E12}"/>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350996" y="78420"/>
            <a:ext cx="652887" cy="644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4508044"/>
      </p:ext>
    </p:extLst>
  </p:cSld>
  <p:clrMap bg1="lt1" tx1="dk1" bg2="lt2" tx2="dk2" accent1="accent1" accent2="accent2" accent3="accent3" accent4="accent4" accent5="accent5" accent6="accent6" hlink="hlink" folHlink="folHlink"/>
  <p:sldLayoutIdLst>
    <p:sldLayoutId id="2147483661" r:id="rId1"/>
    <p:sldLayoutId id="2147483664" r:id="rId2"/>
    <p:sldLayoutId id="2147483663" r:id="rId3"/>
    <p:sldLayoutId id="2147483666" r:id="rId4"/>
    <p:sldLayoutId id="2147483668" r:id="rId5"/>
    <p:sldLayoutId id="2147483669" r:id="rId6"/>
    <p:sldLayoutId id="2147483667" r:id="rId7"/>
    <p:sldLayoutId id="2147483670" r:id="rId8"/>
    <p:sldLayoutId id="2147483665" r:id="rId9"/>
    <p:sldLayoutId id="2147483671" r:id="rId10"/>
    <p:sldLayoutId id="2147483672" r:id="rId11"/>
  </p:sldLayoutIdLst>
  <p:txStyles>
    <p:titleStyle>
      <a:lvl1pPr algn="l" defTabSz="1218987" rtl="0" eaLnBrk="1" latinLnBrk="0" hangingPunct="1">
        <a:spcBef>
          <a:spcPct val="0"/>
        </a:spcBef>
        <a:buNone/>
        <a:defRPr sz="3600" b="1" kern="1200">
          <a:solidFill>
            <a:schemeClr val="tx1"/>
          </a:solidFill>
          <a:latin typeface="+mn-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hyperlink" Target="https://cap.cloud.sap/" TargetMode="External"/><Relationship Id="rId1" Type="http://schemas.openxmlformats.org/officeDocument/2006/relationships/slideLayout" Target="../slideLayouts/slideLayout2.xml"/><Relationship Id="rId10" Type="http://schemas.openxmlformats.org/officeDocument/2006/relationships/image" Target="../media/image7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github.com/coreybutler/nvm-windows/releases"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github.com/soyuztechnologies/SAP_BTP_Training_CLD200/blob/master/Day%203/01%20db.zip"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github.com/soyuztechnologies/SAP_BTP_Training_CLD200/blob/master/Day%203/02%20srv.zip" TargetMode="External"/><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github.com/soyuztechnologies/SAP_BTP_Training_CLD200/blob/master/Day%203/01%20db/01db/CDSViews.cds"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510.png"/><Relationship Id="rId2" Type="http://schemas.openxmlformats.org/officeDocument/2006/relationships/customXml" Target="../ink/ink2.xml"/><Relationship Id="rId1" Type="http://schemas.openxmlformats.org/officeDocument/2006/relationships/slideLayout" Target="../slideLayouts/slideLayout2.xml"/><Relationship Id="rId4" Type="http://schemas.openxmlformats.org/officeDocument/2006/relationships/customXml" Target="../ink/ink3.xml"/></Relationships>
</file>

<file path=ppt/slides/_rels/slide2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9.xml"/><Relationship Id="rId5" Type="http://schemas.openxmlformats.org/officeDocument/2006/relationships/image" Target="../media/image10.png"/><Relationship Id="rId4" Type="http://schemas.openxmlformats.org/officeDocument/2006/relationships/hyperlink" Target="http://www.dribbble.com/" TargetMode="External"/></Relationships>
</file>

<file path=ppt/slides/_rels/slide22.xml.rels><?xml version="1.0" encoding="UTF-8" standalone="yes"?>
<Relationships xmlns="http://schemas.openxmlformats.org/package/2006/relationships"><Relationship Id="rId8" Type="http://schemas.openxmlformats.org/officeDocument/2006/relationships/image" Target="../media/image16.jpeg"/><Relationship Id="rId3" Type="http://schemas.openxmlformats.org/officeDocument/2006/relationships/image" Target="../media/image11.jpeg"/><Relationship Id="rId7" Type="http://schemas.openxmlformats.org/officeDocument/2006/relationships/image" Target="../media/image15.tiff"/><Relationship Id="rId2" Type="http://schemas.openxmlformats.org/officeDocument/2006/relationships/notesSlide" Target="../notesSlides/notesSlide1.xml"/><Relationship Id="rId1" Type="http://schemas.openxmlformats.org/officeDocument/2006/relationships/slideLayout" Target="../slideLayouts/slideLayout11.xml"/><Relationship Id="rId6" Type="http://schemas.openxmlformats.org/officeDocument/2006/relationships/image" Target="../media/image14.tiff"/><Relationship Id="rId5" Type="http://schemas.openxmlformats.org/officeDocument/2006/relationships/image" Target="../media/image13.tiff"/><Relationship Id="rId4" Type="http://schemas.openxmlformats.org/officeDocument/2006/relationships/image" Target="../media/image12.tiff"/><Relationship Id="rId9"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36" name="Title 735">
            <a:extLst>
              <a:ext uri="{FF2B5EF4-FFF2-40B4-BE49-F238E27FC236}">
                <a16:creationId xmlns:a16="http://schemas.microsoft.com/office/drawing/2014/main" id="{CE57EBF5-7CB4-4746-AB9E-3E8717897D0F}"/>
              </a:ext>
            </a:extLst>
          </p:cNvPr>
          <p:cNvSpPr>
            <a:spLocks noGrp="1"/>
          </p:cNvSpPr>
          <p:nvPr>
            <p:ph type="ctrTitle"/>
          </p:nvPr>
        </p:nvSpPr>
        <p:spPr>
          <a:xfrm>
            <a:off x="3530893" y="2601545"/>
            <a:ext cx="5086633" cy="827455"/>
          </a:xfrm>
        </p:spPr>
        <p:txBody>
          <a:bodyPr anchor="ctr"/>
          <a:lstStyle/>
          <a:p>
            <a:r>
              <a:rPr lang="en-US" sz="4800" dirty="0">
                <a:solidFill>
                  <a:schemeClr val="bg1"/>
                </a:solidFill>
                <a:latin typeface="Arial Black" panose="020B0A04020102020204" pitchFamily="34" charset="0"/>
              </a:rPr>
              <a:t>SAP BTP Architect Training</a:t>
            </a:r>
            <a:endParaRPr lang="en-IN" dirty="0">
              <a:solidFill>
                <a:schemeClr val="bg1"/>
              </a:solidFill>
              <a:latin typeface="Arial Black" panose="020B0A04020102020204" pitchFamily="34" charset="0"/>
            </a:endParaRPr>
          </a:p>
        </p:txBody>
      </p:sp>
      <p:sp>
        <p:nvSpPr>
          <p:cNvPr id="737" name="Subtitle 736">
            <a:extLst>
              <a:ext uri="{FF2B5EF4-FFF2-40B4-BE49-F238E27FC236}">
                <a16:creationId xmlns:a16="http://schemas.microsoft.com/office/drawing/2014/main" id="{700EA347-9CC8-4879-9255-16687B0BED48}"/>
              </a:ext>
            </a:extLst>
          </p:cNvPr>
          <p:cNvSpPr>
            <a:spLocks noGrp="1"/>
          </p:cNvSpPr>
          <p:nvPr>
            <p:ph type="subTitle" idx="1"/>
          </p:nvPr>
        </p:nvSpPr>
        <p:spPr/>
        <p:txBody>
          <a:bodyPr/>
          <a:lstStyle/>
          <a:p>
            <a:r>
              <a:rPr lang="en-IN" spc="100" dirty="0">
                <a:latin typeface="Cooper Black" panose="0208090404030B020404" pitchFamily="18" charset="0"/>
              </a:rPr>
              <a:t>www.AnubhavTrainings.com</a:t>
            </a:r>
          </a:p>
        </p:txBody>
      </p:sp>
      <p:sp>
        <p:nvSpPr>
          <p:cNvPr id="4" name="Subtitle 736">
            <a:extLst>
              <a:ext uri="{FF2B5EF4-FFF2-40B4-BE49-F238E27FC236}">
                <a16:creationId xmlns:a16="http://schemas.microsoft.com/office/drawing/2014/main" id="{3F065217-DE63-4532-8B57-61ED049613CD}"/>
              </a:ext>
            </a:extLst>
          </p:cNvPr>
          <p:cNvSpPr txBox="1">
            <a:spLocks/>
          </p:cNvSpPr>
          <p:nvPr/>
        </p:nvSpPr>
        <p:spPr>
          <a:xfrm>
            <a:off x="3296764" y="3933056"/>
            <a:ext cx="5595296" cy="531269"/>
          </a:xfrm>
          <a:prstGeom prst="rect">
            <a:avLst/>
          </a:prstGeom>
        </p:spPr>
        <p:txBody>
          <a:bodyPr vert="horz" lIns="0" tIns="60949" rIns="0" bIns="60949" rtlCol="0">
            <a:normAutofit/>
          </a:bodyPr>
          <a:lstStyle>
            <a:lvl1pPr marL="0" indent="0" algn="ctr" defTabSz="1218987" rtl="0" eaLnBrk="1" latinLnBrk="0" hangingPunct="1">
              <a:spcBef>
                <a:spcPct val="20000"/>
              </a:spcBef>
              <a:buFont typeface="Arial" pitchFamily="34" charset="0"/>
              <a:buNone/>
              <a:defRPr lang="en-US" sz="2400" kern="1200" smtClean="0">
                <a:solidFill>
                  <a:schemeClr val="accent2"/>
                </a:solidFill>
                <a:latin typeface="+mn-lt"/>
                <a:ea typeface="+mj-ea"/>
                <a:cs typeface="+mj-cs"/>
              </a:defRPr>
            </a:lvl1pPr>
            <a:lvl2pPr marL="609468" indent="0" algn="ctr" defTabSz="1218987" rtl="0" eaLnBrk="1" latinLnBrk="0" hangingPunct="1">
              <a:spcBef>
                <a:spcPct val="20000"/>
              </a:spcBef>
              <a:buFont typeface="Arial" pitchFamily="34" charset="0"/>
              <a:buNone/>
              <a:defRPr sz="3200" kern="1200">
                <a:solidFill>
                  <a:schemeClr val="tx1">
                    <a:tint val="75000"/>
                  </a:schemeClr>
                </a:solidFill>
                <a:latin typeface="+mj-lt"/>
                <a:ea typeface="+mn-ea"/>
                <a:cs typeface="+mn-cs"/>
              </a:defRPr>
            </a:lvl2pPr>
            <a:lvl3pPr marL="1218936" indent="0" algn="ctr" defTabSz="1218987"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3pPr>
            <a:lvl4pPr marL="1828404"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4pPr>
            <a:lvl5pPr marL="2437872"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5pPr>
            <a:lvl6pPr marL="3047340"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6pPr>
            <a:lvl7pPr marL="3656808"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7pPr>
            <a:lvl8pPr marL="4266275"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8pPr>
            <a:lvl9pPr marL="4875744"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9pPr>
          </a:lstStyle>
          <a:p>
            <a:r>
              <a:rPr lang="en-IN" sz="2000" dirty="0">
                <a:solidFill>
                  <a:srgbClr val="00B0F0"/>
                </a:solidFill>
                <a:latin typeface="Amasis MT Pro Black" panose="02040A04050005020304" pitchFamily="18" charset="0"/>
              </a:rPr>
              <a:t>Anubhav Oberoy</a:t>
            </a:r>
          </a:p>
        </p:txBody>
      </p:sp>
      <p:sp>
        <p:nvSpPr>
          <p:cNvPr id="2" name="TextBox 1">
            <a:extLst>
              <a:ext uri="{FF2B5EF4-FFF2-40B4-BE49-F238E27FC236}">
                <a16:creationId xmlns:a16="http://schemas.microsoft.com/office/drawing/2014/main" id="{66565992-7E12-89E4-D7DB-B3B44A1FB17D}"/>
              </a:ext>
            </a:extLst>
          </p:cNvPr>
          <p:cNvSpPr txBox="1"/>
          <p:nvPr/>
        </p:nvSpPr>
        <p:spPr>
          <a:xfrm>
            <a:off x="5230316" y="4968381"/>
            <a:ext cx="3963274" cy="338554"/>
          </a:xfrm>
          <a:prstGeom prst="rect">
            <a:avLst/>
          </a:prstGeom>
          <a:noFill/>
        </p:spPr>
        <p:txBody>
          <a:bodyPr wrap="square" rtlCol="0">
            <a:spAutoFit/>
          </a:bodyPr>
          <a:lstStyle/>
          <a:p>
            <a:r>
              <a:rPr lang="en-US" sz="1600" dirty="0">
                <a:solidFill>
                  <a:srgbClr val="FFFF00"/>
                </a:solidFill>
              </a:rPr>
              <a:t>Follow excellence with sheer passion</a:t>
            </a:r>
          </a:p>
        </p:txBody>
      </p:sp>
      <p:sp>
        <p:nvSpPr>
          <p:cNvPr id="3" name="Rectangle 2">
            <a:extLst>
              <a:ext uri="{FF2B5EF4-FFF2-40B4-BE49-F238E27FC236}">
                <a16:creationId xmlns:a16="http://schemas.microsoft.com/office/drawing/2014/main" id="{2BBA527F-59AB-2E34-6331-8D67B5F5CA3E}"/>
              </a:ext>
            </a:extLst>
          </p:cNvPr>
          <p:cNvSpPr/>
          <p:nvPr/>
        </p:nvSpPr>
        <p:spPr>
          <a:xfrm>
            <a:off x="3530893" y="1196752"/>
            <a:ext cx="2059463" cy="648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accent2">
                    <a:lumMod val="50000"/>
                  </a:schemeClr>
                </a:solidFill>
              </a:rPr>
              <a:t>Day 3</a:t>
            </a:r>
          </a:p>
        </p:txBody>
      </p:sp>
    </p:spTree>
    <p:extLst>
      <p:ext uri="{BB962C8B-B14F-4D97-AF65-F5344CB8AC3E}">
        <p14:creationId xmlns:p14="http://schemas.microsoft.com/office/powerpoint/2010/main" val="686416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1587" y="-13391"/>
            <a:ext cx="12185651" cy="7589135"/>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a:endParaRPr>
          </a:p>
        </p:txBody>
      </p:sp>
      <p:sp>
        <p:nvSpPr>
          <p:cNvPr id="6" name="Rectangle 5"/>
          <p:cNvSpPr/>
          <p:nvPr/>
        </p:nvSpPr>
        <p:spPr>
          <a:xfrm>
            <a:off x="1587" y="3190483"/>
            <a:ext cx="12185651" cy="250963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7" name="Rectangle 6"/>
          <p:cNvSpPr/>
          <p:nvPr/>
        </p:nvSpPr>
        <p:spPr>
          <a:xfrm>
            <a:off x="1587" y="3362982"/>
            <a:ext cx="12185651" cy="212776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3840714" y="3436579"/>
            <a:ext cx="4507397" cy="646163"/>
          </a:xfrm>
          <a:prstGeom prst="rect">
            <a:avLst/>
          </a:prstGeom>
          <a:noFill/>
          <a:ln>
            <a:noFill/>
          </a:ln>
        </p:spPr>
        <p:txBody>
          <a:bodyPr wrap="square" rtlCol="0">
            <a:spAutoFit/>
          </a:bodyPr>
          <a:lstStyle/>
          <a:p>
            <a:pPr algn="ctr" defTabSz="913943">
              <a:defRPr/>
            </a:pPr>
            <a:r>
              <a:rPr lang="en-IN" sz="35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3299" spc="150"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442020" y="4059852"/>
            <a:ext cx="11304786" cy="1200016"/>
          </a:xfrm>
          <a:prstGeom prst="rect">
            <a:avLst/>
          </a:prstGeom>
          <a:noFill/>
          <a:ln>
            <a:noFill/>
          </a:ln>
        </p:spPr>
        <p:txBody>
          <a:bodyPr wrap="square" rtlCol="0">
            <a:spAutoFit/>
          </a:bodyPr>
          <a:lstStyle/>
          <a:p>
            <a:pPr algn="ctr" defTabSz="913943">
              <a:defRPr/>
            </a:pPr>
            <a:r>
              <a:rPr lang="en-IN" sz="23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46940" y="0"/>
            <a:ext cx="1173316" cy="11588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3191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9" name="Rectangle: Rounded Corners 18">
            <a:extLst>
              <a:ext uri="{FF2B5EF4-FFF2-40B4-BE49-F238E27FC236}">
                <a16:creationId xmlns:a16="http://schemas.microsoft.com/office/drawing/2014/main" id="{44CCC398-65A7-46D8-A239-10DEF44C09D8}"/>
              </a:ext>
            </a:extLst>
          </p:cNvPr>
          <p:cNvSpPr/>
          <p:nvPr/>
        </p:nvSpPr>
        <p:spPr>
          <a:xfrm>
            <a:off x="581024" y="1338826"/>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25" name="Rectangle: Rounded Corners 1124">
            <a:extLst>
              <a:ext uri="{FF2B5EF4-FFF2-40B4-BE49-F238E27FC236}">
                <a16:creationId xmlns:a16="http://schemas.microsoft.com/office/drawing/2014/main" id="{DD83FDAB-84C0-4E56-A834-5F4759E4D1B1}"/>
              </a:ext>
            </a:extLst>
          </p:cNvPr>
          <p:cNvSpPr/>
          <p:nvPr/>
        </p:nvSpPr>
        <p:spPr>
          <a:xfrm>
            <a:off x="581024" y="3094548"/>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26" name="Rectangle: Rounded Corners 1125">
            <a:extLst>
              <a:ext uri="{FF2B5EF4-FFF2-40B4-BE49-F238E27FC236}">
                <a16:creationId xmlns:a16="http://schemas.microsoft.com/office/drawing/2014/main" id="{FED1BB6A-A9A9-4E0A-A8CD-EEFB5750C983}"/>
              </a:ext>
            </a:extLst>
          </p:cNvPr>
          <p:cNvSpPr/>
          <p:nvPr/>
        </p:nvSpPr>
        <p:spPr>
          <a:xfrm>
            <a:off x="581024" y="4850271"/>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33" name="Rectangle: Rounded Corners 1132">
            <a:extLst>
              <a:ext uri="{FF2B5EF4-FFF2-40B4-BE49-F238E27FC236}">
                <a16:creationId xmlns:a16="http://schemas.microsoft.com/office/drawing/2014/main" id="{47299741-729A-4FA6-A73E-373218C0B948}"/>
              </a:ext>
            </a:extLst>
          </p:cNvPr>
          <p:cNvSpPr/>
          <p:nvPr/>
        </p:nvSpPr>
        <p:spPr>
          <a:xfrm>
            <a:off x="6326749" y="1338826"/>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34" name="Rectangle: Rounded Corners 1133">
            <a:extLst>
              <a:ext uri="{FF2B5EF4-FFF2-40B4-BE49-F238E27FC236}">
                <a16:creationId xmlns:a16="http://schemas.microsoft.com/office/drawing/2014/main" id="{E8655933-ABB5-4D15-AE7F-B0D014A5A5FB}"/>
              </a:ext>
            </a:extLst>
          </p:cNvPr>
          <p:cNvSpPr/>
          <p:nvPr/>
        </p:nvSpPr>
        <p:spPr>
          <a:xfrm>
            <a:off x="6326749" y="3094548"/>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35" name="Rectangle: Rounded Corners 1134">
            <a:extLst>
              <a:ext uri="{FF2B5EF4-FFF2-40B4-BE49-F238E27FC236}">
                <a16:creationId xmlns:a16="http://schemas.microsoft.com/office/drawing/2014/main" id="{7ADD6B3E-784D-4B47-A705-C73AEB0275B4}"/>
              </a:ext>
            </a:extLst>
          </p:cNvPr>
          <p:cNvSpPr/>
          <p:nvPr/>
        </p:nvSpPr>
        <p:spPr>
          <a:xfrm>
            <a:off x="6326749" y="4850271"/>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1" name="Group 20">
            <a:extLst>
              <a:ext uri="{FF2B5EF4-FFF2-40B4-BE49-F238E27FC236}">
                <a16:creationId xmlns:a16="http://schemas.microsoft.com/office/drawing/2014/main" id="{21E75565-DE97-493A-B6B7-3FEC1D7EC345}"/>
              </a:ext>
            </a:extLst>
          </p:cNvPr>
          <p:cNvGrpSpPr/>
          <p:nvPr/>
        </p:nvGrpSpPr>
        <p:grpSpPr>
          <a:xfrm>
            <a:off x="1245710" y="1591839"/>
            <a:ext cx="3951680" cy="922336"/>
            <a:chOff x="1395616" y="871285"/>
            <a:chExt cx="3825734" cy="1064137"/>
          </a:xfrm>
        </p:grpSpPr>
        <p:sp>
          <p:nvSpPr>
            <p:cNvPr id="1136" name="TextBox 1135">
              <a:extLst>
                <a:ext uri="{FF2B5EF4-FFF2-40B4-BE49-F238E27FC236}">
                  <a16:creationId xmlns:a16="http://schemas.microsoft.com/office/drawing/2014/main" id="{19597974-6BD9-4F46-93D5-8E798AE68BD9}"/>
                </a:ext>
              </a:extLst>
            </p:cNvPr>
            <p:cNvSpPr txBox="1"/>
            <p:nvPr/>
          </p:nvSpPr>
          <p:spPr>
            <a:xfrm>
              <a:off x="2984420" y="923980"/>
              <a:ext cx="2236930" cy="958755"/>
            </a:xfrm>
            <a:prstGeom prst="rect">
              <a:avLst/>
            </a:prstGeom>
            <a:noFill/>
          </p:spPr>
          <p:txBody>
            <a:bodyPr wrap="square" lIns="0" tIns="0" rIns="0" bIns="0" rtlCol="0" anchor="ctr">
              <a:spAutoFit/>
            </a:bodyPr>
            <a:lstStyle/>
            <a:p>
              <a:r>
                <a:rPr lang="en-US" sz="1800" kern="0" dirty="0">
                  <a:solidFill>
                    <a:schemeClr val="bg1"/>
                  </a:solidFill>
                  <a:latin typeface="Segoe UI" panose="020B0502040204020203" pitchFamily="34" charset="0"/>
                  <a:ea typeface="Calibri Light" charset="0"/>
                  <a:cs typeface="Segoe UI" panose="020B0502040204020203" pitchFamily="34" charset="0"/>
                </a:rPr>
                <a:t>Challenges in BTP application development</a:t>
              </a:r>
              <a:endParaRPr lang="en-US" sz="1800" dirty="0">
                <a:solidFill>
                  <a:schemeClr val="bg1"/>
                </a:solidFill>
                <a:latin typeface="Segoe UI" panose="020B0502040204020203" pitchFamily="34" charset="0"/>
                <a:ea typeface="Calibri Light" charset="0"/>
                <a:cs typeface="Segoe UI" panose="020B0502040204020203" pitchFamily="34" charset="0"/>
              </a:endParaRPr>
            </a:p>
          </p:txBody>
        </p:sp>
        <p:sp>
          <p:nvSpPr>
            <p:cNvPr id="1137" name="TextBox 1136">
              <a:extLst>
                <a:ext uri="{FF2B5EF4-FFF2-40B4-BE49-F238E27FC236}">
                  <a16:creationId xmlns:a16="http://schemas.microsoft.com/office/drawing/2014/main" id="{F9DA7F84-AF3C-4C6B-8FBC-ADC07F02F13B}"/>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01</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138" name="Group 1137">
            <a:extLst>
              <a:ext uri="{FF2B5EF4-FFF2-40B4-BE49-F238E27FC236}">
                <a16:creationId xmlns:a16="http://schemas.microsoft.com/office/drawing/2014/main" id="{1689CC76-F5C8-4D9A-940D-D0E9511DAD27}"/>
              </a:ext>
            </a:extLst>
          </p:cNvPr>
          <p:cNvGrpSpPr/>
          <p:nvPr/>
        </p:nvGrpSpPr>
        <p:grpSpPr>
          <a:xfrm>
            <a:off x="1245710" y="3347558"/>
            <a:ext cx="3951680" cy="922336"/>
            <a:chOff x="1395616" y="871285"/>
            <a:chExt cx="3825734" cy="1064137"/>
          </a:xfrm>
        </p:grpSpPr>
        <p:sp>
          <p:nvSpPr>
            <p:cNvPr id="1139" name="TextBox 1138">
              <a:extLst>
                <a:ext uri="{FF2B5EF4-FFF2-40B4-BE49-F238E27FC236}">
                  <a16:creationId xmlns:a16="http://schemas.microsoft.com/office/drawing/2014/main" id="{0EC594F9-42AA-48F0-91E3-A523A590A6A2}"/>
                </a:ext>
              </a:extLst>
            </p:cNvPr>
            <p:cNvSpPr txBox="1"/>
            <p:nvPr/>
          </p:nvSpPr>
          <p:spPr>
            <a:xfrm>
              <a:off x="2984420" y="923980"/>
              <a:ext cx="2236930" cy="958755"/>
            </a:xfrm>
            <a:prstGeom prst="rect">
              <a:avLst/>
            </a:prstGeom>
            <a:noFill/>
          </p:spPr>
          <p:txBody>
            <a:bodyPr wrap="square" lIns="0" tIns="0" rIns="0" bIns="0" rtlCol="0" anchor="ctr">
              <a:spAutoFit/>
            </a:bodyPr>
            <a:lstStyle/>
            <a:p>
              <a:r>
                <a:rPr lang="en-US" sz="1800" dirty="0">
                  <a:solidFill>
                    <a:schemeClr val="bg1"/>
                  </a:solidFill>
                  <a:latin typeface="Segoe UI" panose="020B0502040204020203" pitchFamily="34" charset="0"/>
                  <a:ea typeface="Calibri Light" charset="0"/>
                  <a:cs typeface="Segoe UI" panose="020B0502040204020203" pitchFamily="34" charset="0"/>
                </a:rPr>
                <a:t>What is Cloud Application programming Model?</a:t>
              </a:r>
            </a:p>
          </p:txBody>
        </p:sp>
        <p:sp>
          <p:nvSpPr>
            <p:cNvPr id="1140" name="TextBox 1139">
              <a:extLst>
                <a:ext uri="{FF2B5EF4-FFF2-40B4-BE49-F238E27FC236}">
                  <a16:creationId xmlns:a16="http://schemas.microsoft.com/office/drawing/2014/main" id="{958156DC-3EA6-4EBE-BADE-2321E29D81DE}"/>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a:solidFill>
                    <a:schemeClr val="bg1"/>
                  </a:solidFill>
                  <a:latin typeface="Segoe UI" panose="020B0502040204020203" pitchFamily="34" charset="0"/>
                  <a:ea typeface="Calibri Light" charset="0"/>
                  <a:cs typeface="Segoe UI" panose="020B0502040204020203" pitchFamily="34" charset="0"/>
                </a:rPr>
                <a:t>02</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141" name="Group 1140">
            <a:extLst>
              <a:ext uri="{FF2B5EF4-FFF2-40B4-BE49-F238E27FC236}">
                <a16:creationId xmlns:a16="http://schemas.microsoft.com/office/drawing/2014/main" id="{010C7D28-B781-409B-AFDB-2EB8DCBAB471}"/>
              </a:ext>
            </a:extLst>
          </p:cNvPr>
          <p:cNvGrpSpPr/>
          <p:nvPr/>
        </p:nvGrpSpPr>
        <p:grpSpPr>
          <a:xfrm>
            <a:off x="6991434" y="1591839"/>
            <a:ext cx="4359562" cy="922336"/>
            <a:chOff x="1395616" y="871285"/>
            <a:chExt cx="3825734" cy="1064137"/>
          </a:xfrm>
        </p:grpSpPr>
        <p:sp>
          <p:nvSpPr>
            <p:cNvPr id="1142" name="TextBox 1141">
              <a:extLst>
                <a:ext uri="{FF2B5EF4-FFF2-40B4-BE49-F238E27FC236}">
                  <a16:creationId xmlns:a16="http://schemas.microsoft.com/office/drawing/2014/main" id="{3F09AA1F-FEA7-4D17-88ED-2CD603C4E9A6}"/>
                </a:ext>
              </a:extLst>
            </p:cNvPr>
            <p:cNvSpPr txBox="1"/>
            <p:nvPr/>
          </p:nvSpPr>
          <p:spPr>
            <a:xfrm>
              <a:off x="2984420" y="1083772"/>
              <a:ext cx="2236930" cy="639170"/>
            </a:xfrm>
            <a:prstGeom prst="rect">
              <a:avLst/>
            </a:prstGeom>
            <a:noFill/>
          </p:spPr>
          <p:txBody>
            <a:bodyPr wrap="square" lIns="0" tIns="0" rIns="0" bIns="0" rtlCol="0" anchor="ctr">
              <a:spAutoFit/>
            </a:bodyPr>
            <a:lstStyle/>
            <a:p>
              <a:r>
                <a:rPr lang="en-US" sz="1800" dirty="0">
                  <a:solidFill>
                    <a:schemeClr val="bg1"/>
                  </a:solidFill>
                  <a:latin typeface="Segoe UI" panose="020B0502040204020203" pitchFamily="34" charset="0"/>
                  <a:ea typeface="Calibri Light" charset="0"/>
                  <a:cs typeface="Segoe UI" panose="020B0502040204020203" pitchFamily="34" charset="0"/>
                </a:rPr>
                <a:t>Create DB module with SQLite</a:t>
              </a:r>
            </a:p>
          </p:txBody>
        </p:sp>
        <p:sp>
          <p:nvSpPr>
            <p:cNvPr id="1143" name="TextBox 1142">
              <a:extLst>
                <a:ext uri="{FF2B5EF4-FFF2-40B4-BE49-F238E27FC236}">
                  <a16:creationId xmlns:a16="http://schemas.microsoft.com/office/drawing/2014/main" id="{C88A509D-C2AF-4500-8C21-D7071BE4DE69}"/>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a:solidFill>
                    <a:schemeClr val="bg1"/>
                  </a:solidFill>
                  <a:latin typeface="Segoe UI" panose="020B0502040204020203" pitchFamily="34" charset="0"/>
                  <a:ea typeface="Calibri Light" charset="0"/>
                  <a:cs typeface="Segoe UI" panose="020B0502040204020203" pitchFamily="34" charset="0"/>
                </a:rPr>
                <a:t>04</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144" name="Group 1143">
            <a:extLst>
              <a:ext uri="{FF2B5EF4-FFF2-40B4-BE49-F238E27FC236}">
                <a16:creationId xmlns:a16="http://schemas.microsoft.com/office/drawing/2014/main" id="{8A3A5AE5-D342-4BA3-9A55-5165158B260D}"/>
              </a:ext>
            </a:extLst>
          </p:cNvPr>
          <p:cNvGrpSpPr/>
          <p:nvPr/>
        </p:nvGrpSpPr>
        <p:grpSpPr>
          <a:xfrm>
            <a:off x="6991434" y="3347558"/>
            <a:ext cx="4431570" cy="922336"/>
            <a:chOff x="1395616" y="871285"/>
            <a:chExt cx="3825734" cy="1064137"/>
          </a:xfrm>
        </p:grpSpPr>
        <p:sp>
          <p:nvSpPr>
            <p:cNvPr id="1145" name="TextBox 1144">
              <a:extLst>
                <a:ext uri="{FF2B5EF4-FFF2-40B4-BE49-F238E27FC236}">
                  <a16:creationId xmlns:a16="http://schemas.microsoft.com/office/drawing/2014/main" id="{D50FB645-94BC-4B73-BC01-70A868E236E0}"/>
                </a:ext>
              </a:extLst>
            </p:cNvPr>
            <p:cNvSpPr txBox="1"/>
            <p:nvPr/>
          </p:nvSpPr>
          <p:spPr>
            <a:xfrm>
              <a:off x="2984420" y="1083770"/>
              <a:ext cx="2236930" cy="639170"/>
            </a:xfrm>
            <a:prstGeom prst="rect">
              <a:avLst/>
            </a:prstGeom>
            <a:noFill/>
          </p:spPr>
          <p:txBody>
            <a:bodyPr wrap="square" lIns="0" tIns="0" rIns="0" bIns="0" rtlCol="0" anchor="ctr">
              <a:spAutoFit/>
            </a:bodyPr>
            <a:lstStyle/>
            <a:p>
              <a:pPr marL="0" marR="0" indent="0" algn="l" rtl="0" eaLnBrk="1" fontAlgn="auto" latinLnBrk="0" hangingPunct="1">
                <a:spcBef>
                  <a:spcPts val="0"/>
                </a:spcBef>
                <a:spcAft>
                  <a:spcPts val="0"/>
                </a:spcAft>
              </a:pPr>
              <a:r>
                <a:rPr lang="en-US" sz="1800" b="0" i="0" kern="1200" spc="0" baseline="0" dirty="0">
                  <a:ln>
                    <a:noFill/>
                  </a:ln>
                  <a:solidFill>
                    <a:srgbClr val="FFFFFF"/>
                  </a:solidFill>
                  <a:effectLst/>
                  <a:latin typeface="Segoe UI" panose="020B0502040204020203" pitchFamily="34" charset="0"/>
                  <a:ea typeface="Calibri Light" panose="020F0302020204030204" pitchFamily="34" charset="0"/>
                  <a:cs typeface="Segoe UI" panose="020B0502040204020203" pitchFamily="34" charset="0"/>
                </a:rPr>
                <a:t>Understanding Aspects and associations</a:t>
              </a:r>
              <a:endParaRPr lang="en-US" sz="1400" dirty="0">
                <a:effectLst/>
              </a:endParaRPr>
            </a:p>
          </p:txBody>
        </p:sp>
        <p:sp>
          <p:nvSpPr>
            <p:cNvPr id="1146" name="TextBox 1145">
              <a:extLst>
                <a:ext uri="{FF2B5EF4-FFF2-40B4-BE49-F238E27FC236}">
                  <a16:creationId xmlns:a16="http://schemas.microsoft.com/office/drawing/2014/main" id="{D6E845BF-0649-4FED-BF91-2541D1DCB0D6}"/>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a:solidFill>
                    <a:schemeClr val="bg1"/>
                  </a:solidFill>
                  <a:latin typeface="Segoe UI" panose="020B0502040204020203" pitchFamily="34" charset="0"/>
                  <a:ea typeface="Calibri Light" charset="0"/>
                  <a:cs typeface="Segoe UI" panose="020B0502040204020203" pitchFamily="34" charset="0"/>
                </a:rPr>
                <a:t>05</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147" name="Group 1146">
            <a:extLst>
              <a:ext uri="{FF2B5EF4-FFF2-40B4-BE49-F238E27FC236}">
                <a16:creationId xmlns:a16="http://schemas.microsoft.com/office/drawing/2014/main" id="{17C38255-E89D-4911-9EAA-F048C7DFE484}"/>
              </a:ext>
            </a:extLst>
          </p:cNvPr>
          <p:cNvGrpSpPr/>
          <p:nvPr/>
        </p:nvGrpSpPr>
        <p:grpSpPr>
          <a:xfrm>
            <a:off x="1245710" y="5103281"/>
            <a:ext cx="3951680" cy="922336"/>
            <a:chOff x="1395616" y="871285"/>
            <a:chExt cx="3825734" cy="1064137"/>
          </a:xfrm>
        </p:grpSpPr>
        <p:sp>
          <p:nvSpPr>
            <p:cNvPr id="1148" name="TextBox 1147">
              <a:extLst>
                <a:ext uri="{FF2B5EF4-FFF2-40B4-BE49-F238E27FC236}">
                  <a16:creationId xmlns:a16="http://schemas.microsoft.com/office/drawing/2014/main" id="{E50F2C64-4496-4A40-ACCB-C5159AEC70D5}"/>
                </a:ext>
              </a:extLst>
            </p:cNvPr>
            <p:cNvSpPr txBox="1"/>
            <p:nvPr/>
          </p:nvSpPr>
          <p:spPr>
            <a:xfrm>
              <a:off x="2984420" y="1083771"/>
              <a:ext cx="2236930" cy="639170"/>
            </a:xfrm>
            <a:prstGeom prst="rect">
              <a:avLst/>
            </a:prstGeom>
            <a:noFill/>
          </p:spPr>
          <p:txBody>
            <a:bodyPr wrap="square" lIns="0" tIns="0" rIns="0" bIns="0" rtlCol="0" anchor="ctr">
              <a:spAutoFit/>
            </a:bodyPr>
            <a:lstStyle/>
            <a:p>
              <a:r>
                <a:rPr lang="en-US" sz="1800" dirty="0">
                  <a:solidFill>
                    <a:schemeClr val="bg1"/>
                  </a:solidFill>
                  <a:latin typeface="Segoe UI" panose="020B0502040204020203" pitchFamily="34" charset="0"/>
                  <a:ea typeface="Calibri Light" charset="0"/>
                  <a:cs typeface="Segoe UI" panose="020B0502040204020203" pitchFamily="34" charset="0"/>
                </a:rPr>
                <a:t>CAPM and CDS Concept</a:t>
              </a:r>
            </a:p>
          </p:txBody>
        </p:sp>
        <p:sp>
          <p:nvSpPr>
            <p:cNvPr id="1149" name="TextBox 1148">
              <a:extLst>
                <a:ext uri="{FF2B5EF4-FFF2-40B4-BE49-F238E27FC236}">
                  <a16:creationId xmlns:a16="http://schemas.microsoft.com/office/drawing/2014/main" id="{0B9CA9D5-F695-4802-BE21-8B05D2B75909}"/>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04</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150" name="Group 1149">
            <a:extLst>
              <a:ext uri="{FF2B5EF4-FFF2-40B4-BE49-F238E27FC236}">
                <a16:creationId xmlns:a16="http://schemas.microsoft.com/office/drawing/2014/main" id="{64D36160-176A-49B7-AEAE-FF1ECF022B7A}"/>
              </a:ext>
            </a:extLst>
          </p:cNvPr>
          <p:cNvGrpSpPr/>
          <p:nvPr/>
        </p:nvGrpSpPr>
        <p:grpSpPr>
          <a:xfrm>
            <a:off x="6991434" y="5103281"/>
            <a:ext cx="4431570" cy="922336"/>
            <a:chOff x="1395616" y="871285"/>
            <a:chExt cx="4290329" cy="1064137"/>
          </a:xfrm>
        </p:grpSpPr>
        <p:sp>
          <p:nvSpPr>
            <p:cNvPr id="1151" name="TextBox 1150">
              <a:extLst>
                <a:ext uri="{FF2B5EF4-FFF2-40B4-BE49-F238E27FC236}">
                  <a16:creationId xmlns:a16="http://schemas.microsoft.com/office/drawing/2014/main" id="{571E5D2F-CB43-41BD-B4D3-A2160034C400}"/>
                </a:ext>
              </a:extLst>
            </p:cNvPr>
            <p:cNvSpPr txBox="1"/>
            <p:nvPr/>
          </p:nvSpPr>
          <p:spPr>
            <a:xfrm>
              <a:off x="2984420" y="1243560"/>
              <a:ext cx="2701525" cy="319585"/>
            </a:xfrm>
            <a:prstGeom prst="rect">
              <a:avLst/>
            </a:prstGeom>
            <a:noFill/>
          </p:spPr>
          <p:txBody>
            <a:bodyPr wrap="square" lIns="0" tIns="0" rIns="0" bIns="0" rtlCol="0" anchor="ctr">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rPr>
                <a:t>Working with Service Layer</a:t>
              </a:r>
            </a:p>
          </p:txBody>
        </p:sp>
        <p:sp>
          <p:nvSpPr>
            <p:cNvPr id="1152" name="TextBox 1151">
              <a:extLst>
                <a:ext uri="{FF2B5EF4-FFF2-40B4-BE49-F238E27FC236}">
                  <a16:creationId xmlns:a16="http://schemas.microsoft.com/office/drawing/2014/main" id="{F2024D8F-80E0-4CDB-8B10-C1B5BD93DE8B}"/>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a:solidFill>
                    <a:schemeClr val="bg1"/>
                  </a:solidFill>
                  <a:latin typeface="Segoe UI" panose="020B0502040204020203" pitchFamily="34" charset="0"/>
                  <a:ea typeface="Calibri Light" charset="0"/>
                  <a:cs typeface="Segoe UI" panose="020B0502040204020203" pitchFamily="34" charset="0"/>
                </a:rPr>
                <a:t>06</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sp>
        <p:nvSpPr>
          <p:cNvPr id="23" name="Title 22">
            <a:extLst>
              <a:ext uri="{FF2B5EF4-FFF2-40B4-BE49-F238E27FC236}">
                <a16:creationId xmlns:a16="http://schemas.microsoft.com/office/drawing/2014/main" id="{C261B0E4-159A-4067-AFE4-41EEF3B38F9B}"/>
              </a:ext>
            </a:extLst>
          </p:cNvPr>
          <p:cNvSpPr>
            <a:spLocks noGrp="1"/>
          </p:cNvSpPr>
          <p:nvPr>
            <p:ph type="title"/>
          </p:nvPr>
        </p:nvSpPr>
        <p:spPr/>
        <p:txBody>
          <a:bodyPr/>
          <a:lstStyle/>
          <a:p>
            <a:pPr algn="l"/>
            <a:r>
              <a:rPr lang="en-US" dirty="0">
                <a:solidFill>
                  <a:schemeClr val="bg1"/>
                </a:solidFill>
                <a:latin typeface="Cooper Black" panose="0208090404030B020404" pitchFamily="18" charset="0"/>
              </a:rPr>
              <a:t>Agenda – Day 3</a:t>
            </a:r>
            <a:endParaRPr lang="en-IN" dirty="0">
              <a:solidFill>
                <a:schemeClr val="bg1"/>
              </a:solidFill>
              <a:latin typeface="Cooper Black" panose="0208090404030B020404" pitchFamily="18" charset="0"/>
            </a:endParaRPr>
          </a:p>
        </p:txBody>
      </p:sp>
    </p:spTree>
    <p:extLst>
      <p:ext uri="{BB962C8B-B14F-4D97-AF65-F5344CB8AC3E}">
        <p14:creationId xmlns:p14="http://schemas.microsoft.com/office/powerpoint/2010/main" val="3976199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sz="3600" dirty="0">
                <a:latin typeface="Cooper Black" panose="0208090404030B020404" pitchFamily="18" charset="0"/>
              </a:rPr>
              <a:t>Challenges of building Apps on BTP</a:t>
            </a:r>
            <a:endParaRPr lang="en-US" dirty="0"/>
          </a:p>
        </p:txBody>
      </p:sp>
      <p:sp>
        <p:nvSpPr>
          <p:cNvPr id="3" name="TextBox 2">
            <a:extLst>
              <a:ext uri="{FF2B5EF4-FFF2-40B4-BE49-F238E27FC236}">
                <a16:creationId xmlns:a16="http://schemas.microsoft.com/office/drawing/2014/main" id="{6148E66F-ABF6-0B15-CE8B-9C044524F705}"/>
              </a:ext>
            </a:extLst>
          </p:cNvPr>
          <p:cNvSpPr txBox="1"/>
          <p:nvPr/>
        </p:nvSpPr>
        <p:spPr>
          <a:xfrm>
            <a:off x="189756" y="787935"/>
            <a:ext cx="11809312" cy="5632311"/>
          </a:xfrm>
          <a:prstGeom prst="rect">
            <a:avLst/>
          </a:prstGeom>
          <a:noFill/>
        </p:spPr>
        <p:txBody>
          <a:bodyPr wrap="square" rtlCol="0">
            <a:spAutoFit/>
          </a:bodyPr>
          <a:lstStyle/>
          <a:p>
            <a:pPr marL="342900" marR="0" lvl="0" indent="-34290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Segoe UI"/>
                <a:ea typeface="+mn-ea"/>
                <a:cs typeface="+mn-cs"/>
                <a:sym typeface="Wingdings" panose="05000000000000000000" pitchFamily="2" charset="2"/>
              </a:rPr>
              <a:t>What is the best-practice/ gold-standard to build sap </a:t>
            </a:r>
            <a:r>
              <a:rPr kumimoji="0" lang="en-US" sz="1800" b="0" i="0" u="none" strike="noStrike" kern="1200" cap="none" spc="0" normalizeH="0" baseline="0" noProof="0" dirty="0" err="1">
                <a:ln>
                  <a:noFill/>
                </a:ln>
                <a:solidFill>
                  <a:prstClr val="white"/>
                </a:solidFill>
                <a:effectLst/>
                <a:uLnTx/>
                <a:uFillTx/>
                <a:latin typeface="Segoe UI"/>
                <a:ea typeface="+mn-ea"/>
                <a:cs typeface="+mn-cs"/>
                <a:sym typeface="Wingdings" panose="05000000000000000000" pitchFamily="2" charset="2"/>
              </a:rPr>
              <a:t>btp</a:t>
            </a:r>
            <a:r>
              <a:rPr kumimoji="0" lang="en-US" sz="1800" b="0" i="0" u="none" strike="noStrike" kern="1200" cap="none" spc="0" normalizeH="0" baseline="0" noProof="0" dirty="0">
                <a:ln>
                  <a:noFill/>
                </a:ln>
                <a:solidFill>
                  <a:prstClr val="white"/>
                </a:solidFill>
                <a:effectLst/>
                <a:uLnTx/>
                <a:uFillTx/>
                <a:latin typeface="Segoe UI"/>
                <a:ea typeface="+mn-ea"/>
                <a:cs typeface="+mn-cs"/>
                <a:sym typeface="Wingdings" panose="05000000000000000000" pitchFamily="2" charset="2"/>
              </a:rPr>
              <a:t> applications, recommendation by SAP</a:t>
            </a:r>
          </a:p>
          <a:p>
            <a:pPr marL="342900" marR="0" lvl="0" indent="-34290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Segoe UI"/>
                <a:ea typeface="+mn-ea"/>
                <a:cs typeface="+mn-cs"/>
                <a:sym typeface="Wingdings" panose="05000000000000000000" pitchFamily="2" charset="2"/>
              </a:rPr>
              <a:t>Are there any existing sample apps which we can follow to build our app</a:t>
            </a:r>
          </a:p>
          <a:p>
            <a:pPr marL="342900" marR="0" lvl="0" indent="-34290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Segoe UI"/>
                <a:ea typeface="+mn-ea"/>
                <a:cs typeface="+mn-cs"/>
                <a:sym typeface="Wingdings" panose="05000000000000000000" pitchFamily="2" charset="2"/>
              </a:rPr>
              <a:t>Many times, as a developer it is hard to add each part of app like files, dependencies, deploy descriptor, lots of code. Can this process be simplified?</a:t>
            </a:r>
          </a:p>
          <a:p>
            <a:pPr marL="342900" marR="0" lvl="0" indent="-34290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Segoe UI"/>
                <a:ea typeface="+mn-ea"/>
                <a:cs typeface="+mn-cs"/>
                <a:sym typeface="Wingdings" panose="05000000000000000000" pitchFamily="2" charset="2"/>
              </a:rPr>
              <a:t>How can we have reusability of the code to speed up my development and use sap provided tools to generate the skeleton of the apps</a:t>
            </a:r>
          </a:p>
          <a:p>
            <a:pPr marL="342900" marR="0" lvl="0" indent="-34290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Segoe UI"/>
                <a:ea typeface="+mn-ea"/>
                <a:cs typeface="+mn-cs"/>
                <a:sym typeface="Wingdings" panose="05000000000000000000" pitchFamily="2" charset="2"/>
              </a:rPr>
              <a:t>As a developer we want to focus more on functional aspect implementation rather initial project setup</a:t>
            </a:r>
          </a:p>
          <a:p>
            <a:pPr marL="342900" marR="0" lvl="0" indent="-34290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Segoe UI"/>
                <a:ea typeface="+mn-ea"/>
                <a:cs typeface="+mn-cs"/>
                <a:sym typeface="Wingdings" panose="05000000000000000000" pitchFamily="2" charset="2"/>
              </a:rPr>
              <a:t>Our apps are sometime tightly coupled with DB technology, develop DB agnostic apps</a:t>
            </a:r>
          </a:p>
          <a:p>
            <a:pPr marL="342900" marR="0" lvl="0" indent="-34290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Segoe UI"/>
                <a:ea typeface="+mn-ea"/>
                <a:cs typeface="+mn-cs"/>
                <a:sym typeface="Wingdings" panose="05000000000000000000" pitchFamily="2" charset="2"/>
              </a:rPr>
              <a:t>No matter what is the area we belong FIN, SD, MM, PP, PM, APO, CRM, HR etc. eventually as a developer we all do same work. Design tables, write logic, build UI</a:t>
            </a:r>
          </a:p>
          <a:p>
            <a:pPr marL="342900" marR="0" lvl="0" indent="-34290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Segoe UI"/>
                <a:ea typeface="+mn-ea"/>
                <a:cs typeface="+mn-cs"/>
                <a:sym typeface="Wingdings" panose="05000000000000000000" pitchFamily="2" charset="2"/>
              </a:rPr>
              <a:t>How to develop software in BTP, which does not require too much time in handovers</a:t>
            </a: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Segoe UI"/>
                <a:ea typeface="+mn-ea"/>
                <a:cs typeface="+mn-cs"/>
                <a:sym typeface="Wingdings" panose="05000000000000000000" pitchFamily="2" charset="2"/>
              </a:rPr>
              <a:t>SAP CAPM – Cloud Application Programming Model</a:t>
            </a: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Segoe UI"/>
                <a:ea typeface="+mn-ea"/>
                <a:cs typeface="+mn-cs"/>
                <a:sym typeface="Wingdings" panose="05000000000000000000" pitchFamily="2" charset="2"/>
              </a:rPr>
              <a:t>It’s a SAP provided framework to develop SaaS apps in BTP which is PaaS. If the developer wants to use open source technologies like Node and Java. Great cost saving and freedom of choice of technology and consultants available easily in market. </a:t>
            </a: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Segoe UI"/>
                <a:ea typeface="+mn-ea"/>
                <a:cs typeface="+mn-cs"/>
                <a:sym typeface="Wingdings" panose="05000000000000000000" pitchFamily="2" charset="2"/>
              </a:rPr>
              <a:t>SAP RAP – Restful Application Programming Model</a:t>
            </a: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Segoe UI"/>
                <a:ea typeface="+mn-ea"/>
                <a:cs typeface="+mn-cs"/>
                <a:sym typeface="Wingdings" panose="05000000000000000000" pitchFamily="2" charset="2"/>
              </a:rPr>
              <a:t>It is based on ABAP on Cloud. We can build extensions and SaaS application using this framework. The skill required will be ABAP and CDS knowledge. The deployment is very costly as compared to open-source technologies used in CAP.</a:t>
            </a:r>
          </a:p>
          <a:p>
            <a:pPr marL="0" marR="0" lvl="0" indent="0" algn="l" defTabSz="1218987"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Segoe UI"/>
              <a:ea typeface="+mn-ea"/>
              <a:cs typeface="+mn-cs"/>
            </a:endParaRPr>
          </a:p>
        </p:txBody>
      </p:sp>
    </p:spTree>
    <p:extLst>
      <p:ext uri="{BB962C8B-B14F-4D97-AF65-F5344CB8AC3E}">
        <p14:creationId xmlns:p14="http://schemas.microsoft.com/office/powerpoint/2010/main" val="32016630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14" presetClass="entr" presetSubtype="10" fill="hold"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Effect transition="in" filter="randombar(horizontal)">
                                      <p:cBhvr>
                                        <p:cTn id="55" dur="500"/>
                                        <p:tgtEl>
                                          <p:spTgt spid="3">
                                            <p:txEl>
                                              <p:pRg st="8" end="8"/>
                                            </p:txEl>
                                          </p:spTgt>
                                        </p:tgtEl>
                                      </p:cBhvr>
                                    </p:animEffect>
                                  </p:childTnLst>
                                </p:cTn>
                              </p:par>
                              <p:par>
                                <p:cTn id="56" presetID="14" presetClass="entr" presetSubtype="10" fill="hold" nodeType="withEffect">
                                  <p:stCondLst>
                                    <p:cond delay="0"/>
                                  </p:stCondLst>
                                  <p:childTnLst>
                                    <p:set>
                                      <p:cBhvr>
                                        <p:cTn id="57" dur="1" fill="hold">
                                          <p:stCondLst>
                                            <p:cond delay="0"/>
                                          </p:stCondLst>
                                        </p:cTn>
                                        <p:tgtEl>
                                          <p:spTgt spid="3">
                                            <p:txEl>
                                              <p:pRg st="9" end="9"/>
                                            </p:txEl>
                                          </p:spTgt>
                                        </p:tgtEl>
                                        <p:attrNameLst>
                                          <p:attrName>style.visibility</p:attrName>
                                        </p:attrNameLst>
                                      </p:cBhvr>
                                      <p:to>
                                        <p:strVal val="visible"/>
                                      </p:to>
                                    </p:set>
                                    <p:animEffect transition="in" filter="randombar(horizontal)">
                                      <p:cBhvr>
                                        <p:cTn id="58" dur="500"/>
                                        <p:tgtEl>
                                          <p:spTgt spid="3">
                                            <p:txEl>
                                              <p:pRg st="9" end="9"/>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14" presetClass="entr" presetSubtype="10" fill="hold" nodeType="clickEffect">
                                  <p:stCondLst>
                                    <p:cond delay="0"/>
                                  </p:stCondLst>
                                  <p:childTnLst>
                                    <p:set>
                                      <p:cBhvr>
                                        <p:cTn id="62" dur="1" fill="hold">
                                          <p:stCondLst>
                                            <p:cond delay="0"/>
                                          </p:stCondLst>
                                        </p:cTn>
                                        <p:tgtEl>
                                          <p:spTgt spid="3">
                                            <p:txEl>
                                              <p:pRg st="10" end="10"/>
                                            </p:txEl>
                                          </p:spTgt>
                                        </p:tgtEl>
                                        <p:attrNameLst>
                                          <p:attrName>style.visibility</p:attrName>
                                        </p:attrNameLst>
                                      </p:cBhvr>
                                      <p:to>
                                        <p:strVal val="visible"/>
                                      </p:to>
                                    </p:set>
                                    <p:animEffect transition="in" filter="randombar(horizontal)">
                                      <p:cBhvr>
                                        <p:cTn id="63" dur="500"/>
                                        <p:tgtEl>
                                          <p:spTgt spid="3">
                                            <p:txEl>
                                              <p:pRg st="10" end="10"/>
                                            </p:txEl>
                                          </p:spTgt>
                                        </p:tgtEl>
                                      </p:cBhvr>
                                    </p:animEffect>
                                  </p:childTnLst>
                                </p:cTn>
                              </p:par>
                              <p:par>
                                <p:cTn id="64" presetID="14" presetClass="entr" presetSubtype="10" fill="hold" nodeType="withEffect">
                                  <p:stCondLst>
                                    <p:cond delay="0"/>
                                  </p:stCondLst>
                                  <p:childTnLst>
                                    <p:set>
                                      <p:cBhvr>
                                        <p:cTn id="65" dur="1" fill="hold">
                                          <p:stCondLst>
                                            <p:cond delay="0"/>
                                          </p:stCondLst>
                                        </p:cTn>
                                        <p:tgtEl>
                                          <p:spTgt spid="3">
                                            <p:txEl>
                                              <p:pRg st="11" end="11"/>
                                            </p:txEl>
                                          </p:spTgt>
                                        </p:tgtEl>
                                        <p:attrNameLst>
                                          <p:attrName>style.visibility</p:attrName>
                                        </p:attrNameLst>
                                      </p:cBhvr>
                                      <p:to>
                                        <p:strVal val="visible"/>
                                      </p:to>
                                    </p:set>
                                    <p:animEffect transition="in" filter="randombar(horizontal)">
                                      <p:cBhvr>
                                        <p:cTn id="66"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sz="3600" dirty="0">
                <a:latin typeface="Cooper Black" panose="0208090404030B020404" pitchFamily="18" charset="0"/>
              </a:rPr>
              <a:t>Business Application Studio</a:t>
            </a:r>
            <a:endParaRPr lang="en-US" dirty="0"/>
          </a:p>
        </p:txBody>
      </p:sp>
      <p:sp>
        <p:nvSpPr>
          <p:cNvPr id="6" name="TextBox 5">
            <a:extLst>
              <a:ext uri="{FF2B5EF4-FFF2-40B4-BE49-F238E27FC236}">
                <a16:creationId xmlns:a16="http://schemas.microsoft.com/office/drawing/2014/main" id="{C594CE1D-B3DA-A62D-88CA-50DE7E765445}"/>
              </a:ext>
            </a:extLst>
          </p:cNvPr>
          <p:cNvSpPr txBox="1"/>
          <p:nvPr/>
        </p:nvSpPr>
        <p:spPr>
          <a:xfrm>
            <a:off x="94877" y="980728"/>
            <a:ext cx="11999069" cy="2554545"/>
          </a:xfrm>
          <a:prstGeom prst="rect">
            <a:avLst/>
          </a:prstGeom>
          <a:noFill/>
        </p:spPr>
        <p:txBody>
          <a:bodyPr wrap="square">
            <a:spAutoFit/>
          </a:bodyPr>
          <a:lstStyle/>
          <a:p>
            <a:pPr algn="l"/>
            <a:r>
              <a:rPr lang="en-US" sz="2000" b="0" i="0" dirty="0">
                <a:solidFill>
                  <a:schemeClr val="bg1"/>
                </a:solidFill>
                <a:effectLst/>
                <a:latin typeface="72-Regular"/>
              </a:rPr>
              <a:t>SAP Business Application Studio is a development environment available on SAP Business Technology Platform. Before you can start developing using SAP Business Application Studio, administrators must perform the required onboarding steps that are described in this tutorial.</a:t>
            </a:r>
          </a:p>
          <a:p>
            <a:pPr algn="l"/>
            <a:r>
              <a:rPr lang="en-US" sz="2000" b="0" i="0" dirty="0">
                <a:solidFill>
                  <a:schemeClr val="bg1"/>
                </a:solidFill>
                <a:effectLst/>
                <a:latin typeface="72-Regular"/>
              </a:rPr>
              <a:t>In an Enterprise Account you can set up SAP Business Application Studio as a Free-Tier service by checking its </a:t>
            </a:r>
            <a:r>
              <a:rPr lang="en-US" sz="2000" b="0" i="0" dirty="0">
                <a:solidFill>
                  <a:schemeClr val="bg1"/>
                </a:solidFill>
                <a:effectLst/>
                <a:latin typeface="72-Bold"/>
              </a:rPr>
              <a:t>free</a:t>
            </a:r>
            <a:r>
              <a:rPr lang="en-US" sz="2000" b="0" i="0" dirty="0">
                <a:solidFill>
                  <a:schemeClr val="bg1"/>
                </a:solidFill>
                <a:effectLst/>
                <a:latin typeface="72-Regular"/>
              </a:rPr>
              <a:t> plan during its entitlement configuration.</a:t>
            </a:r>
          </a:p>
          <a:p>
            <a:br>
              <a:rPr lang="en-US" sz="2000" dirty="0">
                <a:solidFill>
                  <a:schemeClr val="bg1"/>
                </a:solidFill>
              </a:rPr>
            </a:br>
            <a:br>
              <a:rPr lang="en-US" sz="2000" dirty="0">
                <a:solidFill>
                  <a:schemeClr val="bg1"/>
                </a:solidFill>
              </a:rPr>
            </a:br>
            <a:endParaRPr lang="en-US" sz="2000" dirty="0">
              <a:solidFill>
                <a:schemeClr val="bg1"/>
              </a:solidFill>
            </a:endParaRPr>
          </a:p>
        </p:txBody>
      </p:sp>
      <p:pic>
        <p:nvPicPr>
          <p:cNvPr id="1026" name="Picture 2" descr="launch sap business application studio">
            <a:extLst>
              <a:ext uri="{FF2B5EF4-FFF2-40B4-BE49-F238E27FC236}">
                <a16:creationId xmlns:a16="http://schemas.microsoft.com/office/drawing/2014/main" id="{45B63570-F26D-A3DA-B361-D7EDE2AAA57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22004" y="2852936"/>
            <a:ext cx="6696744" cy="3600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83883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Dev Space in BAS</a:t>
            </a:r>
          </a:p>
        </p:txBody>
      </p:sp>
      <p:sp>
        <p:nvSpPr>
          <p:cNvPr id="17" name="Rectangle 16">
            <a:extLst>
              <a:ext uri="{FF2B5EF4-FFF2-40B4-BE49-F238E27FC236}">
                <a16:creationId xmlns:a16="http://schemas.microsoft.com/office/drawing/2014/main" id="{BDC1B650-F7AB-4DF4-479E-6E9EA76770BC}"/>
              </a:ext>
            </a:extLst>
          </p:cNvPr>
          <p:cNvSpPr/>
          <p:nvPr/>
        </p:nvSpPr>
        <p:spPr>
          <a:xfrm>
            <a:off x="981844" y="5805264"/>
            <a:ext cx="10009112" cy="711081"/>
          </a:xfrm>
          <a:prstGeom prst="rect">
            <a:avLst/>
          </a:prstGeom>
          <a:solidFill>
            <a:schemeClr val="accent4">
              <a:lumMod val="75000"/>
            </a:schemeClr>
          </a:solidFill>
        </p:spPr>
        <p:style>
          <a:lnRef idx="2">
            <a:schemeClr val="accent2"/>
          </a:lnRef>
          <a:fillRef idx="1">
            <a:schemeClr val="lt1"/>
          </a:fillRef>
          <a:effectRef idx="0">
            <a:schemeClr val="accent2"/>
          </a:effectRef>
          <a:fontRef idx="minor">
            <a:schemeClr val="dk1"/>
          </a:fontRef>
        </p:style>
        <p:txBody>
          <a:bodyPr rtlCol="0" anchor="ctr"/>
          <a:lstStyle/>
          <a:p>
            <a:pPr algn="ctr"/>
            <a:r>
              <a:rPr lang="en-US" b="1" dirty="0">
                <a:ln w="22225">
                  <a:solidFill>
                    <a:schemeClr val="accent2"/>
                  </a:solidFill>
                  <a:prstDash val="solid"/>
                </a:ln>
                <a:solidFill>
                  <a:schemeClr val="accent2">
                    <a:lumMod val="40000"/>
                    <a:lumOff val="60000"/>
                  </a:schemeClr>
                </a:solidFill>
              </a:rPr>
              <a:t>IaaS – Infrastructure as a Service</a:t>
            </a:r>
            <a:endParaRPr lang="en-US" dirty="0"/>
          </a:p>
        </p:txBody>
      </p:sp>
      <p:sp>
        <p:nvSpPr>
          <p:cNvPr id="18" name="Rectangle 17">
            <a:extLst>
              <a:ext uri="{FF2B5EF4-FFF2-40B4-BE49-F238E27FC236}">
                <a16:creationId xmlns:a16="http://schemas.microsoft.com/office/drawing/2014/main" id="{DD1DB476-E02C-82F6-8D1A-6016946C24F4}"/>
              </a:ext>
            </a:extLst>
          </p:cNvPr>
          <p:cNvSpPr/>
          <p:nvPr/>
        </p:nvSpPr>
        <p:spPr>
          <a:xfrm>
            <a:off x="986946" y="4437112"/>
            <a:ext cx="10009112" cy="1115319"/>
          </a:xfrm>
          <a:prstGeom prst="rect">
            <a:avLst/>
          </a:prstGeom>
          <a:solidFill>
            <a:schemeClr val="accent4">
              <a:lumMod val="75000"/>
            </a:schemeClr>
          </a:solidFill>
        </p:spPr>
        <p:style>
          <a:lnRef idx="2">
            <a:schemeClr val="accent2"/>
          </a:lnRef>
          <a:fillRef idx="1">
            <a:schemeClr val="lt1"/>
          </a:fillRef>
          <a:effectRef idx="0">
            <a:schemeClr val="accent2"/>
          </a:effectRef>
          <a:fontRef idx="minor">
            <a:schemeClr val="dk1"/>
          </a:fontRef>
        </p:style>
        <p:txBody>
          <a:bodyPr rtlCol="0" anchor="ctr"/>
          <a:lstStyle/>
          <a:p>
            <a:pPr algn="ctr"/>
            <a:r>
              <a:rPr lang="en-US" b="1" dirty="0">
                <a:ln w="22225">
                  <a:solidFill>
                    <a:schemeClr val="accent2"/>
                  </a:solidFill>
                  <a:prstDash val="solid"/>
                </a:ln>
                <a:solidFill>
                  <a:schemeClr val="accent2">
                    <a:lumMod val="40000"/>
                    <a:lumOff val="60000"/>
                  </a:schemeClr>
                </a:solidFill>
              </a:rPr>
              <a:t>SAP BTP – Platform as a Service</a:t>
            </a:r>
            <a:endParaRPr lang="en-US" dirty="0"/>
          </a:p>
        </p:txBody>
      </p:sp>
      <p:sp>
        <p:nvSpPr>
          <p:cNvPr id="19" name="Rectangle 18">
            <a:extLst>
              <a:ext uri="{FF2B5EF4-FFF2-40B4-BE49-F238E27FC236}">
                <a16:creationId xmlns:a16="http://schemas.microsoft.com/office/drawing/2014/main" id="{89EEE269-6CAC-FCAE-3101-01FB77B70447}"/>
              </a:ext>
            </a:extLst>
          </p:cNvPr>
          <p:cNvSpPr/>
          <p:nvPr/>
        </p:nvSpPr>
        <p:spPr>
          <a:xfrm>
            <a:off x="981844" y="3473198"/>
            <a:ext cx="10009112" cy="711081"/>
          </a:xfrm>
          <a:prstGeom prst="rect">
            <a:avLst/>
          </a:prstGeom>
          <a:solidFill>
            <a:schemeClr val="accent4">
              <a:lumMod val="75000"/>
            </a:schemeClr>
          </a:solidFill>
        </p:spPr>
        <p:style>
          <a:lnRef idx="2">
            <a:schemeClr val="accent2"/>
          </a:lnRef>
          <a:fillRef idx="1">
            <a:schemeClr val="lt1"/>
          </a:fillRef>
          <a:effectRef idx="0">
            <a:schemeClr val="accent2"/>
          </a:effectRef>
          <a:fontRef idx="minor">
            <a:schemeClr val="dk1"/>
          </a:fontRef>
        </p:style>
        <p:txBody>
          <a:bodyPr rtlCol="0" anchor="ctr"/>
          <a:lstStyle/>
          <a:p>
            <a:pPr algn="ctr"/>
            <a:r>
              <a:rPr lang="en-US" b="1" dirty="0">
                <a:ln w="22225">
                  <a:solidFill>
                    <a:schemeClr val="accent2"/>
                  </a:solidFill>
                  <a:prstDash val="solid"/>
                </a:ln>
                <a:solidFill>
                  <a:schemeClr val="accent2">
                    <a:lumMod val="40000"/>
                    <a:lumOff val="60000"/>
                  </a:schemeClr>
                </a:solidFill>
              </a:rPr>
              <a:t>SAP BAS – Business App Studio</a:t>
            </a:r>
            <a:endParaRPr lang="en-US" dirty="0"/>
          </a:p>
        </p:txBody>
      </p:sp>
      <p:sp>
        <p:nvSpPr>
          <p:cNvPr id="20" name="Smiley Face 19">
            <a:extLst>
              <a:ext uri="{FF2B5EF4-FFF2-40B4-BE49-F238E27FC236}">
                <a16:creationId xmlns:a16="http://schemas.microsoft.com/office/drawing/2014/main" id="{5939B698-1347-5870-D247-F9E45CA78A21}"/>
              </a:ext>
            </a:extLst>
          </p:cNvPr>
          <p:cNvSpPr/>
          <p:nvPr/>
        </p:nvSpPr>
        <p:spPr>
          <a:xfrm>
            <a:off x="1125860" y="784925"/>
            <a:ext cx="792088" cy="711081"/>
          </a:xfrm>
          <a:prstGeom prst="smileyFac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Smiley Face 20">
            <a:extLst>
              <a:ext uri="{FF2B5EF4-FFF2-40B4-BE49-F238E27FC236}">
                <a16:creationId xmlns:a16="http://schemas.microsoft.com/office/drawing/2014/main" id="{C126ABD9-EFE0-A42A-B1F7-43C982841B4F}"/>
              </a:ext>
            </a:extLst>
          </p:cNvPr>
          <p:cNvSpPr/>
          <p:nvPr/>
        </p:nvSpPr>
        <p:spPr>
          <a:xfrm>
            <a:off x="2710036" y="784925"/>
            <a:ext cx="792088" cy="711081"/>
          </a:xfrm>
          <a:prstGeom prst="smileyFac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Smiley Face 21">
            <a:extLst>
              <a:ext uri="{FF2B5EF4-FFF2-40B4-BE49-F238E27FC236}">
                <a16:creationId xmlns:a16="http://schemas.microsoft.com/office/drawing/2014/main" id="{38EFB29A-3506-2B63-2C81-189C0D48D09E}"/>
              </a:ext>
            </a:extLst>
          </p:cNvPr>
          <p:cNvSpPr/>
          <p:nvPr/>
        </p:nvSpPr>
        <p:spPr>
          <a:xfrm>
            <a:off x="4438228" y="784925"/>
            <a:ext cx="792088" cy="711081"/>
          </a:xfrm>
          <a:prstGeom prst="smileyFac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Smiley Face 22">
            <a:extLst>
              <a:ext uri="{FF2B5EF4-FFF2-40B4-BE49-F238E27FC236}">
                <a16:creationId xmlns:a16="http://schemas.microsoft.com/office/drawing/2014/main" id="{806381B3-A5F3-9EEE-09FA-6C62C392C21A}"/>
              </a:ext>
            </a:extLst>
          </p:cNvPr>
          <p:cNvSpPr/>
          <p:nvPr/>
        </p:nvSpPr>
        <p:spPr>
          <a:xfrm>
            <a:off x="6241331" y="784923"/>
            <a:ext cx="792088" cy="711081"/>
          </a:xfrm>
          <a:prstGeom prst="smileyFac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Smiley Face 23">
            <a:extLst>
              <a:ext uri="{FF2B5EF4-FFF2-40B4-BE49-F238E27FC236}">
                <a16:creationId xmlns:a16="http://schemas.microsoft.com/office/drawing/2014/main" id="{B1A74A0F-0775-3446-1858-4CEFA8F955A0}"/>
              </a:ext>
            </a:extLst>
          </p:cNvPr>
          <p:cNvSpPr/>
          <p:nvPr/>
        </p:nvSpPr>
        <p:spPr>
          <a:xfrm>
            <a:off x="8304471" y="784923"/>
            <a:ext cx="792088" cy="711081"/>
          </a:xfrm>
          <a:prstGeom prst="smileyFace">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16401AF4-348B-66F7-3106-0A6B01EAFF5E}"/>
              </a:ext>
            </a:extLst>
          </p:cNvPr>
          <p:cNvSpPr txBox="1"/>
          <p:nvPr/>
        </p:nvSpPr>
        <p:spPr>
          <a:xfrm>
            <a:off x="5734372" y="1628800"/>
            <a:ext cx="6264696" cy="1477328"/>
          </a:xfrm>
          <a:prstGeom prst="rect">
            <a:avLst/>
          </a:prstGeom>
          <a:noFill/>
        </p:spPr>
        <p:txBody>
          <a:bodyPr wrap="square" rtlCol="0">
            <a:spAutoFit/>
          </a:bodyPr>
          <a:lstStyle/>
          <a:p>
            <a:pPr marL="285750" indent="-285750">
              <a:buFont typeface="Arial" panose="020B0604020202020204" pitchFamily="34" charset="0"/>
              <a:buChar char="•"/>
            </a:pPr>
            <a:r>
              <a:rPr lang="en-US" sz="1800" dirty="0">
                <a:solidFill>
                  <a:srgbClr val="FF0000"/>
                </a:solidFill>
              </a:rPr>
              <a:t>We don’t want a single developer to consume all the available resources</a:t>
            </a:r>
          </a:p>
          <a:p>
            <a:pPr marL="285750" indent="-285750">
              <a:buFont typeface="Arial" panose="020B0604020202020204" pitchFamily="34" charset="0"/>
              <a:buChar char="•"/>
            </a:pPr>
            <a:r>
              <a:rPr lang="en-US" sz="1800" dirty="0">
                <a:solidFill>
                  <a:srgbClr val="FF0000"/>
                </a:solidFill>
              </a:rPr>
              <a:t>We want a clear isolation of one developer with another</a:t>
            </a:r>
          </a:p>
          <a:p>
            <a:pPr marL="285750" indent="-285750">
              <a:buFont typeface="Arial" panose="020B0604020202020204" pitchFamily="34" charset="0"/>
              <a:buChar char="•"/>
            </a:pPr>
            <a:r>
              <a:rPr lang="en-US" sz="1800" dirty="0">
                <a:solidFill>
                  <a:srgbClr val="FF0000"/>
                </a:solidFill>
              </a:rPr>
              <a:t>Pre-configured by sap for specific development</a:t>
            </a:r>
          </a:p>
          <a:p>
            <a:r>
              <a:rPr lang="en-US" sz="1800" dirty="0">
                <a:solidFill>
                  <a:srgbClr val="FF0000"/>
                </a:solidFill>
              </a:rPr>
              <a:t>Solution - Virtualize</a:t>
            </a:r>
          </a:p>
        </p:txBody>
      </p:sp>
      <p:sp>
        <p:nvSpPr>
          <p:cNvPr id="26" name="Rectangle 25">
            <a:extLst>
              <a:ext uri="{FF2B5EF4-FFF2-40B4-BE49-F238E27FC236}">
                <a16:creationId xmlns:a16="http://schemas.microsoft.com/office/drawing/2014/main" id="{7BA8F4EC-11B3-5EFF-EF93-2BA08C3E35A3}"/>
              </a:ext>
            </a:extLst>
          </p:cNvPr>
          <p:cNvSpPr/>
          <p:nvPr/>
        </p:nvSpPr>
        <p:spPr>
          <a:xfrm>
            <a:off x="981844" y="2060848"/>
            <a:ext cx="1296144" cy="104528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Dev Space</a:t>
            </a:r>
          </a:p>
        </p:txBody>
      </p:sp>
      <p:sp>
        <p:nvSpPr>
          <p:cNvPr id="27" name="Rectangle 26">
            <a:extLst>
              <a:ext uri="{FF2B5EF4-FFF2-40B4-BE49-F238E27FC236}">
                <a16:creationId xmlns:a16="http://schemas.microsoft.com/office/drawing/2014/main" id="{DBD2BB0E-599E-0962-4C77-91109A4D9C54}"/>
              </a:ext>
            </a:extLst>
          </p:cNvPr>
          <p:cNvSpPr/>
          <p:nvPr/>
        </p:nvSpPr>
        <p:spPr>
          <a:xfrm>
            <a:off x="2458008" y="2058700"/>
            <a:ext cx="1296144" cy="104528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Dev Space</a:t>
            </a:r>
          </a:p>
        </p:txBody>
      </p:sp>
      <p:sp>
        <p:nvSpPr>
          <p:cNvPr id="28" name="Rectangle 27">
            <a:extLst>
              <a:ext uri="{FF2B5EF4-FFF2-40B4-BE49-F238E27FC236}">
                <a16:creationId xmlns:a16="http://schemas.microsoft.com/office/drawing/2014/main" id="{FA7CD5C9-81B7-2433-A65B-748BA1E9CCAD}"/>
              </a:ext>
            </a:extLst>
          </p:cNvPr>
          <p:cNvSpPr/>
          <p:nvPr/>
        </p:nvSpPr>
        <p:spPr>
          <a:xfrm>
            <a:off x="3946987" y="2037670"/>
            <a:ext cx="1296144" cy="104528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Dev Space</a:t>
            </a:r>
          </a:p>
        </p:txBody>
      </p:sp>
      <p:sp>
        <p:nvSpPr>
          <p:cNvPr id="29" name="Explosion: 8 Points 28">
            <a:extLst>
              <a:ext uri="{FF2B5EF4-FFF2-40B4-BE49-F238E27FC236}">
                <a16:creationId xmlns:a16="http://schemas.microsoft.com/office/drawing/2014/main" id="{D2C17AAB-8CC5-373A-CEA9-A57771005ED2}"/>
              </a:ext>
            </a:extLst>
          </p:cNvPr>
          <p:cNvSpPr/>
          <p:nvPr/>
        </p:nvSpPr>
        <p:spPr>
          <a:xfrm>
            <a:off x="646896" y="1808015"/>
            <a:ext cx="839004" cy="597895"/>
          </a:xfrm>
          <a:prstGeom prst="irregularSeal1">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744504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7FD31E-9BB7-DA4E-7D45-02FEB863B568}"/>
              </a:ext>
            </a:extLst>
          </p:cNvPr>
          <p:cNvSpPr>
            <a:spLocks noGrp="1"/>
          </p:cNvSpPr>
          <p:nvPr>
            <p:ph type="title"/>
          </p:nvPr>
        </p:nvSpPr>
        <p:spPr/>
        <p:txBody>
          <a:bodyPr/>
          <a:lstStyle/>
          <a:p>
            <a:r>
              <a:rPr lang="en-US" dirty="0"/>
              <a:t>Hands on: Move App to BAS</a:t>
            </a:r>
          </a:p>
        </p:txBody>
      </p:sp>
      <p:pic>
        <p:nvPicPr>
          <p:cNvPr id="4098" name="Picture 2" descr="sap-business-application-studio' tag wiki - Stack Overflow">
            <a:extLst>
              <a:ext uri="{FF2B5EF4-FFF2-40B4-BE49-F238E27FC236}">
                <a16:creationId xmlns:a16="http://schemas.microsoft.com/office/drawing/2014/main" id="{B628B1C7-35EE-AFDF-1D28-F19652D1D63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7692" r="25883"/>
          <a:stretch/>
        </p:blipFill>
        <p:spPr bwMode="auto">
          <a:xfrm>
            <a:off x="7534575" y="1268760"/>
            <a:ext cx="4104454" cy="504871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20100103-09DD-17DF-2B2B-43B045B7E9F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3812" y="1575477"/>
            <a:ext cx="3960440" cy="3960440"/>
          </a:xfrm>
          <a:prstGeom prst="rect">
            <a:avLst/>
          </a:prstGeom>
          <a:noFill/>
          <a:extLst>
            <a:ext uri="{909E8E84-426E-40DD-AFC4-6F175D3DCCD1}">
              <a14:hiddenFill xmlns:a14="http://schemas.microsoft.com/office/drawing/2010/main">
                <a:solidFill>
                  <a:srgbClr val="FFFFFF"/>
                </a:solidFill>
              </a14:hiddenFill>
            </a:ext>
          </a:extLst>
        </p:spPr>
      </p:pic>
      <p:sp>
        <p:nvSpPr>
          <p:cNvPr id="3" name="Arrow: Right 2">
            <a:extLst>
              <a:ext uri="{FF2B5EF4-FFF2-40B4-BE49-F238E27FC236}">
                <a16:creationId xmlns:a16="http://schemas.microsoft.com/office/drawing/2014/main" id="{CE8F1BB3-77BE-F84C-6C36-BF4AEBCF2142}"/>
              </a:ext>
            </a:extLst>
          </p:cNvPr>
          <p:cNvSpPr/>
          <p:nvPr/>
        </p:nvSpPr>
        <p:spPr>
          <a:xfrm>
            <a:off x="5590356" y="2780928"/>
            <a:ext cx="1800200" cy="1872208"/>
          </a:xfrm>
          <a:prstGeom prst="rightArrow">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451446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CAPM Introduction</a:t>
            </a:r>
          </a:p>
        </p:txBody>
      </p:sp>
      <p:sp>
        <p:nvSpPr>
          <p:cNvPr id="3" name="TextBox 2">
            <a:extLst>
              <a:ext uri="{FF2B5EF4-FFF2-40B4-BE49-F238E27FC236}">
                <a16:creationId xmlns:a16="http://schemas.microsoft.com/office/drawing/2014/main" id="{3B5C91F9-8D30-80D7-24C7-7E4D9F3757AA}"/>
              </a:ext>
            </a:extLst>
          </p:cNvPr>
          <p:cNvSpPr txBox="1"/>
          <p:nvPr/>
        </p:nvSpPr>
        <p:spPr>
          <a:xfrm>
            <a:off x="189757" y="784925"/>
            <a:ext cx="11809312" cy="193899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Segoe UI"/>
                <a:ea typeface="+mn-ea"/>
                <a:cs typeface="+mn-cs"/>
              </a:rPr>
              <a:t>CAPM is a framework of (a framework is a collection of libraries, classes, function, attributes, events)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Segoe UI"/>
                <a:ea typeface="+mn-ea"/>
                <a:cs typeface="+mn-cs"/>
              </a:rPr>
              <a:t>Languages – Java and Node JS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Segoe UI"/>
                <a:ea typeface="+mn-ea"/>
                <a:cs typeface="+mn-cs"/>
              </a:rPr>
              <a:t>Libraries – Node modules like </a:t>
            </a:r>
            <a:r>
              <a:rPr kumimoji="0" lang="en-US" sz="2000" b="0" i="0" u="none" strike="noStrike" kern="0" cap="none" spc="0" normalizeH="0" baseline="0" noProof="0" dirty="0" err="1">
                <a:ln>
                  <a:noFill/>
                </a:ln>
                <a:solidFill>
                  <a:prstClr val="white"/>
                </a:solidFill>
                <a:effectLst/>
                <a:uLnTx/>
                <a:uFillTx/>
                <a:latin typeface="Segoe UI"/>
                <a:ea typeface="+mn-ea"/>
                <a:cs typeface="+mn-cs"/>
              </a:rPr>
              <a:t>cds</a:t>
            </a:r>
            <a:r>
              <a:rPr kumimoji="0" lang="en-US" sz="2000" b="0" i="0" u="none" strike="noStrike" kern="0" cap="none" spc="0" normalizeH="0" baseline="0" noProof="0" dirty="0">
                <a:ln>
                  <a:noFill/>
                </a:ln>
                <a:solidFill>
                  <a:prstClr val="white"/>
                </a:solidFill>
                <a:effectLst/>
                <a:uLnTx/>
                <a:uFillTx/>
                <a:latin typeface="Segoe UI"/>
                <a:ea typeface="+mn-ea"/>
                <a:cs typeface="+mn-cs"/>
              </a:rPr>
              <a:t>, </a:t>
            </a:r>
            <a:r>
              <a:rPr kumimoji="0" lang="en-US" sz="2000" b="0" i="0" u="none" strike="noStrike" kern="0" cap="none" spc="0" normalizeH="0" baseline="0" noProof="0" dirty="0" err="1">
                <a:ln>
                  <a:noFill/>
                </a:ln>
                <a:solidFill>
                  <a:prstClr val="white"/>
                </a:solidFill>
                <a:effectLst/>
                <a:uLnTx/>
                <a:uFillTx/>
                <a:latin typeface="Segoe UI"/>
                <a:ea typeface="+mn-ea"/>
                <a:cs typeface="+mn-cs"/>
              </a:rPr>
              <a:t>cds</a:t>
            </a:r>
            <a:r>
              <a:rPr kumimoji="0" lang="en-US" sz="2000" b="0" i="0" u="none" strike="noStrike" kern="0" cap="none" spc="0" normalizeH="0" baseline="0" noProof="0" dirty="0">
                <a:ln>
                  <a:noFill/>
                </a:ln>
                <a:solidFill>
                  <a:prstClr val="white"/>
                </a:solidFill>
                <a:effectLst/>
                <a:uLnTx/>
                <a:uFillTx/>
                <a:latin typeface="Segoe UI"/>
                <a:ea typeface="+mn-ea"/>
                <a:cs typeface="+mn-cs"/>
              </a:rPr>
              <a:t>-dk etc.</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Segoe UI"/>
                <a:ea typeface="+mn-ea"/>
                <a:cs typeface="+mn-cs"/>
              </a:rPr>
              <a:t>And Tools – VS Code or BAS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Segoe UI"/>
                <a:ea typeface="+mn-ea"/>
                <a:cs typeface="+mn-cs"/>
              </a:rPr>
              <a:t>The CAP framework is used for building enterprise grade applications &amp; extensions which are cloud-native in SAP BTP.</a:t>
            </a:r>
            <a:endParaRPr kumimoji="0" lang="en-IN" sz="2000" b="0" i="0" u="none" strike="noStrike" kern="0" cap="none" spc="0" normalizeH="0" baseline="0" noProof="0" dirty="0">
              <a:ln>
                <a:noFill/>
              </a:ln>
              <a:solidFill>
                <a:prstClr val="white"/>
              </a:solidFill>
              <a:effectLst/>
              <a:uLnTx/>
              <a:uFillTx/>
              <a:latin typeface="Segoe UI"/>
              <a:ea typeface="+mn-ea"/>
              <a:cs typeface="+mn-cs"/>
            </a:endParaRPr>
          </a:p>
        </p:txBody>
      </p:sp>
    </p:spTree>
    <p:extLst>
      <p:ext uri="{BB962C8B-B14F-4D97-AF65-F5344CB8AC3E}">
        <p14:creationId xmlns:p14="http://schemas.microsoft.com/office/powerpoint/2010/main" val="23007227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sz="3600" dirty="0">
                <a:latin typeface="Cooper Black" panose="0208090404030B020404" pitchFamily="18" charset="0"/>
              </a:rPr>
              <a:t>CDS – Core Data and Services </a:t>
            </a:r>
            <a:endParaRPr lang="en-US" dirty="0"/>
          </a:p>
        </p:txBody>
      </p:sp>
      <p:sp>
        <p:nvSpPr>
          <p:cNvPr id="3" name="TextBox 2">
            <a:extLst>
              <a:ext uri="{FF2B5EF4-FFF2-40B4-BE49-F238E27FC236}">
                <a16:creationId xmlns:a16="http://schemas.microsoft.com/office/drawing/2014/main" id="{DC6F944F-40C8-B576-8042-58CDF7803F33}"/>
              </a:ext>
            </a:extLst>
          </p:cNvPr>
          <p:cNvSpPr txBox="1"/>
          <p:nvPr/>
        </p:nvSpPr>
        <p:spPr>
          <a:xfrm>
            <a:off x="189757" y="764802"/>
            <a:ext cx="11809312" cy="132343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Segoe UI"/>
                <a:ea typeface="+mn-ea"/>
                <a:cs typeface="+mn-cs"/>
              </a:rPr>
              <a:t>Conceptually CDS is same concept but different flavor. The concept says that, we have a design time object which is a </a:t>
            </a:r>
            <a:r>
              <a:rPr kumimoji="0" lang="en-US" sz="2000" b="0" i="0" u="none" strike="noStrike" kern="0" cap="none" spc="0" normalizeH="0" baseline="0" noProof="0" dirty="0" err="1">
                <a:ln>
                  <a:noFill/>
                </a:ln>
                <a:solidFill>
                  <a:prstClr val="white"/>
                </a:solidFill>
                <a:effectLst/>
                <a:uLnTx/>
                <a:uFillTx/>
                <a:latin typeface="Segoe UI"/>
                <a:ea typeface="+mn-ea"/>
                <a:cs typeface="+mn-cs"/>
              </a:rPr>
              <a:t>cds</a:t>
            </a:r>
            <a:r>
              <a:rPr kumimoji="0" lang="en-US" sz="2000" b="0" i="0" u="none" strike="noStrike" kern="0" cap="none" spc="0" normalizeH="0" baseline="0" noProof="0" dirty="0">
                <a:ln>
                  <a:noFill/>
                </a:ln>
                <a:solidFill>
                  <a:prstClr val="white"/>
                </a:solidFill>
                <a:effectLst/>
                <a:uLnTx/>
                <a:uFillTx/>
                <a:latin typeface="Segoe UI"/>
                <a:ea typeface="+mn-ea"/>
                <a:cs typeface="+mn-cs"/>
              </a:rPr>
              <a:t> file. We will create a </a:t>
            </a:r>
            <a:r>
              <a:rPr kumimoji="0" lang="en-US" sz="2000" b="1" i="0" u="none" strike="noStrike" kern="0" cap="none" spc="0" normalizeH="0" baseline="0" noProof="0" dirty="0">
                <a:ln>
                  <a:noFill/>
                </a:ln>
                <a:solidFill>
                  <a:prstClr val="white"/>
                </a:solidFill>
                <a:effectLst/>
                <a:uLnTx/>
                <a:uFillTx/>
                <a:latin typeface="Segoe UI"/>
                <a:ea typeface="+mn-ea"/>
                <a:cs typeface="+mn-cs"/>
              </a:rPr>
              <a:t>.</a:t>
            </a:r>
            <a:r>
              <a:rPr kumimoji="0" lang="en-US" sz="2000" b="1" i="0" u="none" strike="noStrike" kern="0" cap="none" spc="0" normalizeH="0" baseline="0" noProof="0" dirty="0" err="1">
                <a:ln>
                  <a:noFill/>
                </a:ln>
                <a:solidFill>
                  <a:prstClr val="white"/>
                </a:solidFill>
                <a:effectLst/>
                <a:uLnTx/>
                <a:uFillTx/>
                <a:latin typeface="Segoe UI"/>
                <a:ea typeface="+mn-ea"/>
                <a:cs typeface="+mn-cs"/>
              </a:rPr>
              <a:t>cds</a:t>
            </a:r>
            <a:r>
              <a:rPr kumimoji="0" lang="en-US" sz="2000" b="1" i="0" u="none" strike="noStrike" kern="0" cap="none" spc="0" normalizeH="0" baseline="0" noProof="0" dirty="0">
                <a:ln>
                  <a:noFill/>
                </a:ln>
                <a:solidFill>
                  <a:prstClr val="white"/>
                </a:solidFill>
                <a:effectLst/>
                <a:uLnTx/>
                <a:uFillTx/>
                <a:latin typeface="Segoe UI"/>
                <a:ea typeface="+mn-ea"/>
                <a:cs typeface="+mn-cs"/>
              </a:rPr>
              <a:t> </a:t>
            </a:r>
            <a:r>
              <a:rPr kumimoji="0" lang="en-US" sz="2000" b="0" i="0" u="none" strike="noStrike" kern="0" cap="none" spc="0" normalizeH="0" baseline="0" noProof="0" dirty="0">
                <a:ln>
                  <a:noFill/>
                </a:ln>
                <a:solidFill>
                  <a:prstClr val="white"/>
                </a:solidFill>
                <a:effectLst/>
                <a:uLnTx/>
                <a:uFillTx/>
                <a:latin typeface="Segoe UI"/>
                <a:ea typeface="+mn-ea"/>
                <a:cs typeface="+mn-cs"/>
              </a:rPr>
              <a:t>file for almost everything e.g. database tables, views, models, services, UI/UX. This design time object file is compiled by CAPM framework (inside CAP we have node module called </a:t>
            </a:r>
            <a:r>
              <a:rPr kumimoji="0" lang="en-US" sz="2000" b="1" i="0" u="none" strike="noStrike" kern="0" cap="none" spc="0" normalizeH="0" baseline="0" noProof="0" dirty="0">
                <a:ln>
                  <a:noFill/>
                </a:ln>
                <a:solidFill>
                  <a:prstClr val="white"/>
                </a:solidFill>
                <a:effectLst/>
                <a:uLnTx/>
                <a:uFillTx/>
                <a:latin typeface="Segoe UI"/>
                <a:ea typeface="+mn-ea"/>
                <a:cs typeface="+mn-cs"/>
              </a:rPr>
              <a:t>@sap/cds)</a:t>
            </a:r>
            <a:r>
              <a:rPr kumimoji="0" lang="en-US" sz="2000" b="0" i="0" u="none" strike="noStrike" kern="0" cap="none" spc="0" normalizeH="0" baseline="0" noProof="0" dirty="0">
                <a:ln>
                  <a:noFill/>
                </a:ln>
                <a:solidFill>
                  <a:prstClr val="white"/>
                </a:solidFill>
                <a:effectLst/>
                <a:uLnTx/>
                <a:uFillTx/>
                <a:latin typeface="Segoe UI"/>
                <a:ea typeface="+mn-ea"/>
                <a:cs typeface="+mn-cs"/>
              </a:rPr>
              <a:t> Once the compilation is successful a </a:t>
            </a:r>
            <a:r>
              <a:rPr kumimoji="0" lang="en-US" sz="2000" b="1" i="0" u="none" strike="noStrike" kern="0" cap="none" spc="0" normalizeH="0" baseline="0" noProof="0" dirty="0">
                <a:ln>
                  <a:noFill/>
                </a:ln>
                <a:solidFill>
                  <a:prstClr val="white"/>
                </a:solidFill>
                <a:effectLst/>
                <a:uLnTx/>
                <a:uFillTx/>
                <a:latin typeface="Segoe UI"/>
                <a:ea typeface="+mn-ea"/>
                <a:cs typeface="+mn-cs"/>
              </a:rPr>
              <a:t>runtime</a:t>
            </a:r>
            <a:r>
              <a:rPr kumimoji="0" lang="en-US" sz="2000" b="0" i="0" u="none" strike="noStrike" kern="0" cap="none" spc="0" normalizeH="0" baseline="0" noProof="0" dirty="0">
                <a:ln>
                  <a:noFill/>
                </a:ln>
                <a:solidFill>
                  <a:prstClr val="white"/>
                </a:solidFill>
                <a:effectLst/>
                <a:uLnTx/>
                <a:uFillTx/>
                <a:latin typeface="Segoe UI"/>
                <a:ea typeface="+mn-ea"/>
                <a:cs typeface="+mn-cs"/>
              </a:rPr>
              <a:t> object gets created.</a:t>
            </a:r>
            <a:endParaRPr kumimoji="0" lang="en-IN" sz="2000" b="0" i="0" u="none" strike="noStrike" kern="0" cap="none" spc="0" normalizeH="0" baseline="0" noProof="0" dirty="0">
              <a:ln>
                <a:noFill/>
              </a:ln>
              <a:solidFill>
                <a:prstClr val="white"/>
              </a:solidFill>
              <a:effectLst/>
              <a:uLnTx/>
              <a:uFillTx/>
              <a:latin typeface="Segoe UI"/>
              <a:ea typeface="+mn-ea"/>
              <a:cs typeface="+mn-cs"/>
            </a:endParaRPr>
          </a:p>
        </p:txBody>
      </p:sp>
      <p:sp>
        <p:nvSpPr>
          <p:cNvPr id="4" name="Rectangle 3">
            <a:extLst>
              <a:ext uri="{FF2B5EF4-FFF2-40B4-BE49-F238E27FC236}">
                <a16:creationId xmlns:a16="http://schemas.microsoft.com/office/drawing/2014/main" id="{14C97D6F-AA53-D025-A8BC-97B38BF92B0E}"/>
              </a:ext>
            </a:extLst>
          </p:cNvPr>
          <p:cNvSpPr/>
          <p:nvPr/>
        </p:nvSpPr>
        <p:spPr>
          <a:xfrm>
            <a:off x="1243076" y="5290135"/>
            <a:ext cx="1800200" cy="825631"/>
          </a:xfrm>
          <a:prstGeom prst="rect">
            <a:avLst/>
          </a:prstGeom>
          <a:solidFill>
            <a:srgbClr val="202B50"/>
          </a:solidFill>
          <a:ln w="25400" cap="flat" cmpd="sng" algn="ctr">
            <a:solidFill>
              <a:srgbClr val="202B5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MySQL</a:t>
            </a:r>
          </a:p>
        </p:txBody>
      </p:sp>
      <p:sp>
        <p:nvSpPr>
          <p:cNvPr id="5" name="TextBox 4">
            <a:extLst>
              <a:ext uri="{FF2B5EF4-FFF2-40B4-BE49-F238E27FC236}">
                <a16:creationId xmlns:a16="http://schemas.microsoft.com/office/drawing/2014/main" id="{502740B2-396C-7B09-6F05-57352F5B989E}"/>
              </a:ext>
            </a:extLst>
          </p:cNvPr>
          <p:cNvSpPr txBox="1"/>
          <p:nvPr/>
        </p:nvSpPr>
        <p:spPr>
          <a:xfrm>
            <a:off x="693812" y="2413183"/>
            <a:ext cx="3240360"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white"/>
                </a:solidFill>
                <a:effectLst/>
                <a:uLnTx/>
                <a:uFillTx/>
                <a:latin typeface="Segoe UI"/>
                <a:ea typeface="+mn-ea"/>
                <a:cs typeface="+mn-cs"/>
              </a:rPr>
              <a:t>CREATE TABLE tab COLUMNS c1 integer, c2 varchar, KEY c1;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white"/>
                </a:solidFill>
                <a:effectLst/>
                <a:uLnTx/>
                <a:uFillTx/>
                <a:latin typeface="Segoe UI"/>
                <a:ea typeface="+mn-ea"/>
                <a:cs typeface="+mn-cs"/>
              </a:rPr>
              <a:t>--20 lakh SQL statements</a:t>
            </a:r>
          </a:p>
        </p:txBody>
      </p:sp>
      <p:sp>
        <p:nvSpPr>
          <p:cNvPr id="6" name="Arrow: Down 5">
            <a:extLst>
              <a:ext uri="{FF2B5EF4-FFF2-40B4-BE49-F238E27FC236}">
                <a16:creationId xmlns:a16="http://schemas.microsoft.com/office/drawing/2014/main" id="{BC027F23-20DB-1584-2B1F-2C706F4CC0A7}"/>
              </a:ext>
            </a:extLst>
          </p:cNvPr>
          <p:cNvSpPr/>
          <p:nvPr/>
        </p:nvSpPr>
        <p:spPr>
          <a:xfrm>
            <a:off x="1989956" y="3345919"/>
            <a:ext cx="360040" cy="1656184"/>
          </a:xfrm>
          <a:prstGeom prst="downArrow">
            <a:avLst/>
          </a:prstGeom>
          <a:solidFill>
            <a:srgbClr val="202B50"/>
          </a:solidFill>
          <a:ln w="25400" cap="flat" cmpd="sng" algn="ctr">
            <a:solidFill>
              <a:srgbClr val="202B5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Segoe UI"/>
              <a:ea typeface="+mn-ea"/>
              <a:cs typeface="+mn-cs"/>
            </a:endParaRPr>
          </a:p>
        </p:txBody>
      </p:sp>
      <p:sp>
        <p:nvSpPr>
          <p:cNvPr id="7" name="Rectangle 6">
            <a:extLst>
              <a:ext uri="{FF2B5EF4-FFF2-40B4-BE49-F238E27FC236}">
                <a16:creationId xmlns:a16="http://schemas.microsoft.com/office/drawing/2014/main" id="{3658874E-454E-1BD0-F383-B955248FFC11}"/>
              </a:ext>
            </a:extLst>
          </p:cNvPr>
          <p:cNvSpPr/>
          <p:nvPr/>
        </p:nvSpPr>
        <p:spPr>
          <a:xfrm>
            <a:off x="5086300" y="5290135"/>
            <a:ext cx="1800200" cy="825631"/>
          </a:xfrm>
          <a:prstGeom prst="rect">
            <a:avLst/>
          </a:prstGeom>
          <a:solidFill>
            <a:srgbClr val="202B50"/>
          </a:solidFill>
          <a:ln w="25400" cap="flat" cmpd="sng" algn="ctr">
            <a:solidFill>
              <a:srgbClr val="202B5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HANA</a:t>
            </a:r>
          </a:p>
        </p:txBody>
      </p:sp>
      <p:sp>
        <p:nvSpPr>
          <p:cNvPr id="8" name="Arrow: Down 7">
            <a:extLst>
              <a:ext uri="{FF2B5EF4-FFF2-40B4-BE49-F238E27FC236}">
                <a16:creationId xmlns:a16="http://schemas.microsoft.com/office/drawing/2014/main" id="{E66C5E84-AD3A-5B03-4F0B-B866473C75EE}"/>
              </a:ext>
            </a:extLst>
          </p:cNvPr>
          <p:cNvSpPr/>
          <p:nvPr/>
        </p:nvSpPr>
        <p:spPr>
          <a:xfrm>
            <a:off x="5734372" y="3345919"/>
            <a:ext cx="360040" cy="1656184"/>
          </a:xfrm>
          <a:prstGeom prst="downArrow">
            <a:avLst/>
          </a:prstGeom>
          <a:solidFill>
            <a:srgbClr val="202B50"/>
          </a:solidFill>
          <a:ln w="25400" cap="flat" cmpd="sng" algn="ctr">
            <a:solidFill>
              <a:srgbClr val="202B5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Segoe UI"/>
              <a:ea typeface="+mn-ea"/>
              <a:cs typeface="+mn-cs"/>
            </a:endParaRPr>
          </a:p>
        </p:txBody>
      </p:sp>
      <p:sp>
        <p:nvSpPr>
          <p:cNvPr id="9" name="Arrow: Down 8">
            <a:extLst>
              <a:ext uri="{FF2B5EF4-FFF2-40B4-BE49-F238E27FC236}">
                <a16:creationId xmlns:a16="http://schemas.microsoft.com/office/drawing/2014/main" id="{01BA5F7C-EEBF-9116-7607-D8BA196BFC0E}"/>
              </a:ext>
            </a:extLst>
          </p:cNvPr>
          <p:cNvSpPr/>
          <p:nvPr/>
        </p:nvSpPr>
        <p:spPr>
          <a:xfrm rot="19225908">
            <a:off x="3709153" y="3237906"/>
            <a:ext cx="648072" cy="1872208"/>
          </a:xfrm>
          <a:prstGeom prst="downArrow">
            <a:avLst/>
          </a:prstGeom>
          <a:solidFill>
            <a:srgbClr val="202B50"/>
          </a:solidFill>
          <a:ln w="25400" cap="flat" cmpd="sng" algn="ctr">
            <a:solidFill>
              <a:srgbClr val="202B5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Segoe UI"/>
              <a:ea typeface="+mn-ea"/>
              <a:cs typeface="+mn-cs"/>
            </a:endParaRPr>
          </a:p>
        </p:txBody>
      </p:sp>
      <p:sp>
        <p:nvSpPr>
          <p:cNvPr id="10" name="&quot;Not Allowed&quot; Symbol 9">
            <a:extLst>
              <a:ext uri="{FF2B5EF4-FFF2-40B4-BE49-F238E27FC236}">
                <a16:creationId xmlns:a16="http://schemas.microsoft.com/office/drawing/2014/main" id="{81E2AC82-DED5-D611-95D1-34338C0945F7}"/>
              </a:ext>
            </a:extLst>
          </p:cNvPr>
          <p:cNvSpPr/>
          <p:nvPr/>
        </p:nvSpPr>
        <p:spPr>
          <a:xfrm>
            <a:off x="3574132" y="3569122"/>
            <a:ext cx="864096" cy="830997"/>
          </a:xfrm>
          <a:prstGeom prst="noSmoking">
            <a:avLst/>
          </a:prstGeom>
          <a:solidFill>
            <a:srgbClr val="FF0000"/>
          </a:solidFill>
          <a:ln w="25400" cap="flat" cmpd="sng" algn="ctr">
            <a:solidFill>
              <a:srgbClr val="202B5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Segoe UI"/>
              <a:ea typeface="+mn-ea"/>
              <a:cs typeface="+mn-cs"/>
            </a:endParaRPr>
          </a:p>
        </p:txBody>
      </p:sp>
      <p:sp>
        <p:nvSpPr>
          <p:cNvPr id="11" name="TextBox 10">
            <a:extLst>
              <a:ext uri="{FF2B5EF4-FFF2-40B4-BE49-F238E27FC236}">
                <a16:creationId xmlns:a16="http://schemas.microsoft.com/office/drawing/2014/main" id="{EF5E6E4A-BCB9-A94B-FB06-D6F0D7F285F3}"/>
              </a:ext>
            </a:extLst>
          </p:cNvPr>
          <p:cNvSpPr txBox="1"/>
          <p:nvPr/>
        </p:nvSpPr>
        <p:spPr>
          <a:xfrm>
            <a:off x="4294212" y="2236621"/>
            <a:ext cx="3240360" cy="107721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white"/>
                </a:solidFill>
                <a:effectLst/>
                <a:uLnTx/>
                <a:uFillTx/>
                <a:latin typeface="Segoe UI"/>
                <a:ea typeface="+mn-ea"/>
                <a:cs typeface="+mn-cs"/>
              </a:rPr>
              <a:t>CREATE TABLE tab(c1 integer, c2 varchar(30), primary key (c1));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white"/>
                </a:solidFill>
                <a:effectLst/>
                <a:uLnTx/>
                <a:uFillTx/>
                <a:latin typeface="Segoe UI"/>
                <a:ea typeface="+mn-ea"/>
                <a:cs typeface="+mn-cs"/>
              </a:rPr>
              <a:t>---2mn </a:t>
            </a:r>
            <a:r>
              <a:rPr kumimoji="0" lang="en-US" sz="1600" b="0" i="0" u="none" strike="noStrike" kern="0" cap="none" spc="0" normalizeH="0" baseline="0" noProof="0" dirty="0" err="1">
                <a:ln>
                  <a:noFill/>
                </a:ln>
                <a:solidFill>
                  <a:prstClr val="white"/>
                </a:solidFill>
                <a:effectLst/>
                <a:uLnTx/>
                <a:uFillTx/>
                <a:latin typeface="Segoe UI"/>
                <a:ea typeface="+mn-ea"/>
                <a:cs typeface="+mn-cs"/>
              </a:rPr>
              <a:t>sql</a:t>
            </a:r>
            <a:r>
              <a:rPr kumimoji="0" lang="en-US" sz="1600" b="0" i="0" u="none" strike="noStrike" kern="0" cap="none" spc="0" normalizeH="0" baseline="0" noProof="0" dirty="0">
                <a:ln>
                  <a:noFill/>
                </a:ln>
                <a:solidFill>
                  <a:prstClr val="white"/>
                </a:solidFill>
                <a:effectLst/>
                <a:uLnTx/>
                <a:uFillTx/>
                <a:latin typeface="Segoe UI"/>
                <a:ea typeface="+mn-ea"/>
                <a:cs typeface="+mn-cs"/>
              </a:rPr>
              <a:t> statements again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white"/>
                </a:solidFill>
                <a:effectLst/>
                <a:uLnTx/>
                <a:uFillTx/>
                <a:latin typeface="Segoe UI"/>
                <a:ea typeface="+mn-ea"/>
                <a:cs typeface="+mn-cs"/>
              </a:rPr>
              <a:t>20bn dollars of investment</a:t>
            </a:r>
          </a:p>
        </p:txBody>
      </p:sp>
      <p:sp>
        <p:nvSpPr>
          <p:cNvPr id="12" name="TextBox 11">
            <a:extLst>
              <a:ext uri="{FF2B5EF4-FFF2-40B4-BE49-F238E27FC236}">
                <a16:creationId xmlns:a16="http://schemas.microsoft.com/office/drawing/2014/main" id="{1D03AE17-3F96-D0FF-95A3-FD2B8476D1F6}"/>
              </a:ext>
            </a:extLst>
          </p:cNvPr>
          <p:cNvSpPr txBox="1"/>
          <p:nvPr/>
        </p:nvSpPr>
        <p:spPr>
          <a:xfrm>
            <a:off x="2472148" y="6111399"/>
            <a:ext cx="367240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0" cap="none" spc="0" normalizeH="0" baseline="0" noProof="0" dirty="0">
                <a:ln>
                  <a:noFill/>
                </a:ln>
                <a:solidFill>
                  <a:prstClr val="white"/>
                </a:solidFill>
                <a:effectLst/>
                <a:uLnTx/>
                <a:uFillTx/>
                <a:latin typeface="Segoe UI"/>
                <a:ea typeface="+mn-ea"/>
                <a:cs typeface="+mn-cs"/>
              </a:rPr>
              <a:t>Too much database coupled</a:t>
            </a:r>
          </a:p>
        </p:txBody>
      </p:sp>
    </p:spTree>
    <p:extLst>
      <p:ext uri="{BB962C8B-B14F-4D97-AF65-F5344CB8AC3E}">
        <p14:creationId xmlns:p14="http://schemas.microsoft.com/office/powerpoint/2010/main" val="181167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additive="base">
                                        <p:cTn id="14" dur="500" fill="hold"/>
                                        <p:tgtEl>
                                          <p:spTgt spid="5"/>
                                        </p:tgtEl>
                                        <p:attrNameLst>
                                          <p:attrName>ppt_x</p:attrName>
                                        </p:attrNameLst>
                                      </p:cBhvr>
                                      <p:tavLst>
                                        <p:tav tm="0">
                                          <p:val>
                                            <p:strVal val="#ppt_x"/>
                                          </p:val>
                                        </p:tav>
                                        <p:tav tm="100000">
                                          <p:val>
                                            <p:strVal val="#ppt_x"/>
                                          </p:val>
                                        </p:tav>
                                      </p:tavLst>
                                    </p:anim>
                                    <p:anim calcmode="lin" valueType="num">
                                      <p:cBhvr additive="base">
                                        <p:cTn id="15" dur="500" fill="hold"/>
                                        <p:tgtEl>
                                          <p:spTgt spid="5"/>
                                        </p:tgtEl>
                                        <p:attrNameLst>
                                          <p:attrName>ppt_y</p:attrName>
                                        </p:attrNameLst>
                                      </p:cBhvr>
                                      <p:tavLst>
                                        <p:tav tm="0">
                                          <p:val>
                                            <p:strVal val="1+#ppt_h/2"/>
                                          </p:val>
                                        </p:tav>
                                        <p:tav tm="100000">
                                          <p:val>
                                            <p:strVal val="#ppt_y"/>
                                          </p:val>
                                        </p:tav>
                                      </p:tavLst>
                                    </p:anim>
                                  </p:childTnLst>
                                </p:cTn>
                              </p:par>
                              <p:par>
                                <p:cTn id="16" presetID="2" presetClass="entr" presetSubtype="4"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ppt_x"/>
                                          </p:val>
                                        </p:tav>
                                        <p:tav tm="100000">
                                          <p:val>
                                            <p:strVal val="#ppt_x"/>
                                          </p:val>
                                        </p:tav>
                                      </p:tavLst>
                                    </p:anim>
                                    <p:anim calcmode="lin" valueType="num">
                                      <p:cBhvr additive="base">
                                        <p:cTn id="19" dur="500" fill="hold"/>
                                        <p:tgtEl>
                                          <p:spTgt spid="6"/>
                                        </p:tgtEl>
                                        <p:attrNameLst>
                                          <p:attrName>ppt_y</p:attrName>
                                        </p:attrNameLst>
                                      </p:cBhvr>
                                      <p:tavLst>
                                        <p:tav tm="0">
                                          <p:val>
                                            <p:strVal val="1+#ppt_h/2"/>
                                          </p:val>
                                        </p:tav>
                                        <p:tav tm="100000">
                                          <p:val>
                                            <p:strVal val="#ppt_y"/>
                                          </p:val>
                                        </p:tav>
                                      </p:tavLst>
                                    </p:anim>
                                  </p:childTnLst>
                                </p:cTn>
                              </p:par>
                              <p:par>
                                <p:cTn id="20" presetID="2" presetClass="entr" presetSubtype="4" fill="hold" grpId="0" nodeType="withEffect">
                                  <p:stCondLst>
                                    <p:cond delay="0"/>
                                  </p:stCondLst>
                                  <p:childTnLst>
                                    <p:set>
                                      <p:cBhvr>
                                        <p:cTn id="21" dur="1" fill="hold">
                                          <p:stCondLst>
                                            <p:cond delay="0"/>
                                          </p:stCondLst>
                                        </p:cTn>
                                        <p:tgtEl>
                                          <p:spTgt spid="4"/>
                                        </p:tgtEl>
                                        <p:attrNameLst>
                                          <p:attrName>style.visibility</p:attrName>
                                        </p:attrNameLst>
                                      </p:cBhvr>
                                      <p:to>
                                        <p:strVal val="visible"/>
                                      </p:to>
                                    </p:set>
                                    <p:anim calcmode="lin" valueType="num">
                                      <p:cBhvr additive="base">
                                        <p:cTn id="22" dur="500" fill="hold"/>
                                        <p:tgtEl>
                                          <p:spTgt spid="4"/>
                                        </p:tgtEl>
                                        <p:attrNameLst>
                                          <p:attrName>ppt_x</p:attrName>
                                        </p:attrNameLst>
                                      </p:cBhvr>
                                      <p:tavLst>
                                        <p:tav tm="0">
                                          <p:val>
                                            <p:strVal val="#ppt_x"/>
                                          </p:val>
                                        </p:tav>
                                        <p:tav tm="100000">
                                          <p:val>
                                            <p:strVal val="#ppt_x"/>
                                          </p:val>
                                        </p:tav>
                                      </p:tavLst>
                                    </p:anim>
                                    <p:anim calcmode="lin" valueType="num">
                                      <p:cBhvr additive="base">
                                        <p:cTn id="2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 calcmode="lin" valueType="num">
                                      <p:cBhvr additive="base">
                                        <p:cTn id="28" dur="500" fill="hold"/>
                                        <p:tgtEl>
                                          <p:spTgt spid="7"/>
                                        </p:tgtEl>
                                        <p:attrNameLst>
                                          <p:attrName>ppt_x</p:attrName>
                                        </p:attrNameLst>
                                      </p:cBhvr>
                                      <p:tavLst>
                                        <p:tav tm="0">
                                          <p:val>
                                            <p:strVal val="#ppt_x"/>
                                          </p:val>
                                        </p:tav>
                                        <p:tav tm="100000">
                                          <p:val>
                                            <p:strVal val="#ppt_x"/>
                                          </p:val>
                                        </p:tav>
                                      </p:tavLst>
                                    </p:anim>
                                    <p:anim calcmode="lin" valueType="num">
                                      <p:cBhvr additive="base">
                                        <p:cTn id="29" dur="500" fill="hold"/>
                                        <p:tgtEl>
                                          <p:spTgt spid="7"/>
                                        </p:tgtEl>
                                        <p:attrNameLst>
                                          <p:attrName>ppt_y</p:attrName>
                                        </p:attrNameLst>
                                      </p:cBhvr>
                                      <p:tavLst>
                                        <p:tav tm="0">
                                          <p:val>
                                            <p:strVal val="1+#ppt_h/2"/>
                                          </p:val>
                                        </p:tav>
                                        <p:tav tm="100000">
                                          <p:val>
                                            <p:strVal val="#ppt_y"/>
                                          </p:val>
                                        </p:tav>
                                      </p:tavLst>
                                    </p:anim>
                                  </p:childTnLst>
                                </p:cTn>
                              </p:par>
                              <p:par>
                                <p:cTn id="30" presetID="2" presetClass="entr" presetSubtype="4"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 calcmode="lin" valueType="num">
                                      <p:cBhvr additive="base">
                                        <p:cTn id="32" dur="500" fill="hold"/>
                                        <p:tgtEl>
                                          <p:spTgt spid="9"/>
                                        </p:tgtEl>
                                        <p:attrNameLst>
                                          <p:attrName>ppt_x</p:attrName>
                                        </p:attrNameLst>
                                      </p:cBhvr>
                                      <p:tavLst>
                                        <p:tav tm="0">
                                          <p:val>
                                            <p:strVal val="#ppt_x"/>
                                          </p:val>
                                        </p:tav>
                                        <p:tav tm="100000">
                                          <p:val>
                                            <p:strVal val="#ppt_x"/>
                                          </p:val>
                                        </p:tav>
                                      </p:tavLst>
                                    </p:anim>
                                    <p:anim calcmode="lin" valueType="num">
                                      <p:cBhvr additive="base">
                                        <p:cTn id="33"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1" presetClass="entr" presetSubtype="1" fill="hold" grpId="0" nodeType="click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wheel(1)">
                                      <p:cBhvr>
                                        <p:cTn id="38" dur="2000"/>
                                        <p:tgtEl>
                                          <p:spTgt spid="10"/>
                                        </p:tgtEl>
                                      </p:cBhvr>
                                    </p:animEffect>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fade">
                                      <p:cBhvr>
                                        <p:cTn id="43" dur="1000"/>
                                        <p:tgtEl>
                                          <p:spTgt spid="8"/>
                                        </p:tgtEl>
                                      </p:cBhvr>
                                    </p:animEffect>
                                    <p:anim calcmode="lin" valueType="num">
                                      <p:cBhvr>
                                        <p:cTn id="44" dur="1000" fill="hold"/>
                                        <p:tgtEl>
                                          <p:spTgt spid="8"/>
                                        </p:tgtEl>
                                        <p:attrNameLst>
                                          <p:attrName>ppt_x</p:attrName>
                                        </p:attrNameLst>
                                      </p:cBhvr>
                                      <p:tavLst>
                                        <p:tav tm="0">
                                          <p:val>
                                            <p:strVal val="#ppt_x"/>
                                          </p:val>
                                        </p:tav>
                                        <p:tav tm="100000">
                                          <p:val>
                                            <p:strVal val="#ppt_x"/>
                                          </p:val>
                                        </p:tav>
                                      </p:tavLst>
                                    </p:anim>
                                    <p:anim calcmode="lin" valueType="num">
                                      <p:cBhvr>
                                        <p:cTn id="45" dur="1000" fill="hold"/>
                                        <p:tgtEl>
                                          <p:spTgt spid="8"/>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1000"/>
                                        <p:tgtEl>
                                          <p:spTgt spid="11"/>
                                        </p:tgtEl>
                                      </p:cBhvr>
                                    </p:animEffect>
                                    <p:anim calcmode="lin" valueType="num">
                                      <p:cBhvr>
                                        <p:cTn id="49" dur="1000" fill="hold"/>
                                        <p:tgtEl>
                                          <p:spTgt spid="11"/>
                                        </p:tgtEl>
                                        <p:attrNameLst>
                                          <p:attrName>ppt_x</p:attrName>
                                        </p:attrNameLst>
                                      </p:cBhvr>
                                      <p:tavLst>
                                        <p:tav tm="0">
                                          <p:val>
                                            <p:strVal val="#ppt_x"/>
                                          </p:val>
                                        </p:tav>
                                        <p:tav tm="100000">
                                          <p:val>
                                            <p:strVal val="#ppt_x"/>
                                          </p:val>
                                        </p:tav>
                                      </p:tavLst>
                                    </p:anim>
                                    <p:anim calcmode="lin" valueType="num">
                                      <p:cBhvr>
                                        <p:cTn id="50"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5" grpId="0"/>
      <p:bldP spid="6" grpId="0" animBg="1"/>
      <p:bldP spid="7" grpId="0" animBg="1"/>
      <p:bldP spid="8" grpId="0" animBg="1"/>
      <p:bldP spid="9" grpId="0" animBg="1"/>
      <p:bldP spid="10" grpId="0" animBg="1"/>
      <p:bldP spid="1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sz="3600" dirty="0">
                <a:latin typeface="Cooper Black" panose="0208090404030B020404" pitchFamily="18" charset="0"/>
              </a:rPr>
              <a:t>Solution – use CAP framework</a:t>
            </a:r>
            <a:endParaRPr lang="en-US" dirty="0"/>
          </a:p>
        </p:txBody>
      </p:sp>
      <p:sp>
        <p:nvSpPr>
          <p:cNvPr id="3" name="Rectangle: Folded Corner 2">
            <a:extLst>
              <a:ext uri="{FF2B5EF4-FFF2-40B4-BE49-F238E27FC236}">
                <a16:creationId xmlns:a16="http://schemas.microsoft.com/office/drawing/2014/main" id="{9A95FA0B-4A9F-333C-1AA7-C5E921F7181F}"/>
              </a:ext>
            </a:extLst>
          </p:cNvPr>
          <p:cNvSpPr/>
          <p:nvPr/>
        </p:nvSpPr>
        <p:spPr>
          <a:xfrm>
            <a:off x="1413892" y="1001761"/>
            <a:ext cx="2232248" cy="1728192"/>
          </a:xfrm>
          <a:prstGeom prst="foldedCorner">
            <a:avLst/>
          </a:prstGeom>
          <a:solidFill>
            <a:srgbClr val="202B50"/>
          </a:solidFill>
          <a:ln w="25400" cap="flat" cmpd="sng" algn="ctr">
            <a:solidFill>
              <a:srgbClr val="202B50">
                <a:shade val="50000"/>
              </a:srgbClr>
            </a:solid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entity tab{</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c1 number,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c2 string(20)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a:t>
            </a:r>
          </a:p>
        </p:txBody>
      </p:sp>
      <p:sp>
        <p:nvSpPr>
          <p:cNvPr id="4" name="TextBox 3">
            <a:extLst>
              <a:ext uri="{FF2B5EF4-FFF2-40B4-BE49-F238E27FC236}">
                <a16:creationId xmlns:a16="http://schemas.microsoft.com/office/drawing/2014/main" id="{45DD6FC9-763F-819C-63CC-1867BA47F2F0}"/>
              </a:ext>
            </a:extLst>
          </p:cNvPr>
          <p:cNvSpPr txBox="1"/>
          <p:nvPr/>
        </p:nvSpPr>
        <p:spPr>
          <a:xfrm>
            <a:off x="3646140" y="1124744"/>
            <a:ext cx="1872208"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Design time artefact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prstClr val="white"/>
                </a:solidFill>
                <a:effectLst/>
                <a:uLnTx/>
                <a:uFillTx/>
                <a:latin typeface="Segoe UI"/>
                <a:ea typeface="+mn-ea"/>
                <a:cs typeface="+mn-cs"/>
              </a:rPr>
              <a:t>.</a:t>
            </a:r>
            <a:r>
              <a:rPr kumimoji="0" lang="en-US" sz="1800" b="1" i="0" u="none" strike="noStrike" kern="0" cap="none" spc="0" normalizeH="0" baseline="0" noProof="0" dirty="0" err="1">
                <a:ln>
                  <a:noFill/>
                </a:ln>
                <a:solidFill>
                  <a:prstClr val="white"/>
                </a:solidFill>
                <a:effectLst/>
                <a:uLnTx/>
                <a:uFillTx/>
                <a:latin typeface="Segoe UI"/>
                <a:ea typeface="+mn-ea"/>
                <a:cs typeface="+mn-cs"/>
              </a:rPr>
              <a:t>cds</a:t>
            </a:r>
            <a:endParaRPr kumimoji="0" lang="en-US" sz="1800" b="1" i="0" u="none" strike="noStrike" kern="0" cap="none" spc="0" normalizeH="0" baseline="0" noProof="0" dirty="0">
              <a:ln>
                <a:noFill/>
              </a:ln>
              <a:solidFill>
                <a:prstClr val="white"/>
              </a:solidFill>
              <a:effectLst/>
              <a:uLnTx/>
              <a:uFillTx/>
              <a:latin typeface="Segoe UI"/>
              <a:ea typeface="+mn-ea"/>
              <a:cs typeface="+mn-cs"/>
            </a:endParaRPr>
          </a:p>
        </p:txBody>
      </p:sp>
      <p:sp>
        <p:nvSpPr>
          <p:cNvPr id="5" name="Arrow: Down 4">
            <a:extLst>
              <a:ext uri="{FF2B5EF4-FFF2-40B4-BE49-F238E27FC236}">
                <a16:creationId xmlns:a16="http://schemas.microsoft.com/office/drawing/2014/main" id="{BEF93AA1-4FB8-2205-EE54-FA761629A5E9}"/>
              </a:ext>
            </a:extLst>
          </p:cNvPr>
          <p:cNvSpPr/>
          <p:nvPr/>
        </p:nvSpPr>
        <p:spPr>
          <a:xfrm>
            <a:off x="2195025" y="2872911"/>
            <a:ext cx="792088" cy="720080"/>
          </a:xfrm>
          <a:prstGeom prst="downArrow">
            <a:avLst/>
          </a:prstGeom>
          <a:solidFill>
            <a:srgbClr val="202B50"/>
          </a:solidFill>
          <a:ln w="25400" cap="flat" cmpd="sng" algn="ctr">
            <a:solidFill>
              <a:srgbClr val="202B5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Segoe UI"/>
              <a:ea typeface="+mn-ea"/>
              <a:cs typeface="+mn-cs"/>
            </a:endParaRPr>
          </a:p>
        </p:txBody>
      </p:sp>
      <p:sp>
        <p:nvSpPr>
          <p:cNvPr id="6" name="Rectangle: Rounded Corners 5">
            <a:extLst>
              <a:ext uri="{FF2B5EF4-FFF2-40B4-BE49-F238E27FC236}">
                <a16:creationId xmlns:a16="http://schemas.microsoft.com/office/drawing/2014/main" id="{BEED0806-C88E-25DF-81EA-74AD3B4FCCB8}"/>
              </a:ext>
            </a:extLst>
          </p:cNvPr>
          <p:cNvSpPr/>
          <p:nvPr/>
        </p:nvSpPr>
        <p:spPr>
          <a:xfrm>
            <a:off x="970889" y="3681516"/>
            <a:ext cx="3240359" cy="1060145"/>
          </a:xfrm>
          <a:prstGeom prst="roundRect">
            <a:avLst/>
          </a:prstGeom>
          <a:solidFill>
            <a:srgbClr val="202B50"/>
          </a:solidFill>
          <a:ln w="25400" cap="flat" cmpd="sng" algn="ctr">
            <a:solidFill>
              <a:srgbClr val="202B5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CAPM Framework</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Segoe U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Segoe UI"/>
              <a:ea typeface="+mn-ea"/>
              <a:cs typeface="+mn-cs"/>
            </a:endParaRPr>
          </a:p>
        </p:txBody>
      </p:sp>
      <p:sp>
        <p:nvSpPr>
          <p:cNvPr id="7" name="Rectangle: Rounded Corners 6">
            <a:extLst>
              <a:ext uri="{FF2B5EF4-FFF2-40B4-BE49-F238E27FC236}">
                <a16:creationId xmlns:a16="http://schemas.microsoft.com/office/drawing/2014/main" id="{15722310-6A47-C40B-8707-AFC990AD696F}"/>
              </a:ext>
            </a:extLst>
          </p:cNvPr>
          <p:cNvSpPr/>
          <p:nvPr/>
        </p:nvSpPr>
        <p:spPr>
          <a:xfrm>
            <a:off x="1485900" y="4077072"/>
            <a:ext cx="2232248" cy="576064"/>
          </a:xfrm>
          <a:prstGeom prst="roundRect">
            <a:avLst/>
          </a:prstGeom>
          <a:gradFill rotWithShape="1">
            <a:gsLst>
              <a:gs pos="0">
                <a:srgbClr val="38C6C6">
                  <a:tint val="50000"/>
                  <a:satMod val="300000"/>
                </a:srgbClr>
              </a:gs>
              <a:gs pos="35000">
                <a:srgbClr val="38C6C6">
                  <a:tint val="37000"/>
                  <a:satMod val="300000"/>
                </a:srgbClr>
              </a:gs>
              <a:gs pos="100000">
                <a:srgbClr val="38C6C6">
                  <a:tint val="15000"/>
                  <a:satMod val="350000"/>
                </a:srgbClr>
              </a:gs>
            </a:gsLst>
            <a:lin ang="16200000" scaled="1"/>
          </a:gradFill>
          <a:ln w="9525" cap="flat" cmpd="sng" algn="ctr">
            <a:solidFill>
              <a:srgbClr val="38C6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prstClr val="black"/>
                </a:solidFill>
                <a:effectLst/>
                <a:uLnTx/>
                <a:uFillTx/>
                <a:latin typeface="Segoe UI"/>
                <a:ea typeface="+mn-ea"/>
                <a:cs typeface="+mn-cs"/>
              </a:rPr>
              <a:t>@sap/cds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prstClr val="black"/>
                </a:solidFill>
                <a:effectLst/>
                <a:uLnTx/>
                <a:uFillTx/>
                <a:latin typeface="Segoe UI"/>
                <a:ea typeface="+mn-ea"/>
                <a:cs typeface="+mn-cs"/>
              </a:rPr>
              <a:t>CDS Engine</a:t>
            </a:r>
          </a:p>
        </p:txBody>
      </p:sp>
      <p:sp>
        <p:nvSpPr>
          <p:cNvPr id="8" name="Arrow: Down 7">
            <a:extLst>
              <a:ext uri="{FF2B5EF4-FFF2-40B4-BE49-F238E27FC236}">
                <a16:creationId xmlns:a16="http://schemas.microsoft.com/office/drawing/2014/main" id="{0FF8E203-9B98-83E5-9DFF-897861D81898}"/>
              </a:ext>
            </a:extLst>
          </p:cNvPr>
          <p:cNvSpPr/>
          <p:nvPr/>
        </p:nvSpPr>
        <p:spPr>
          <a:xfrm>
            <a:off x="2277988" y="4893603"/>
            <a:ext cx="648072" cy="521822"/>
          </a:xfrm>
          <a:prstGeom prst="downArrow">
            <a:avLst/>
          </a:prstGeom>
          <a:solidFill>
            <a:srgbClr val="202B50"/>
          </a:solidFill>
          <a:ln w="25400" cap="flat" cmpd="sng" algn="ctr">
            <a:solidFill>
              <a:srgbClr val="202B5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Segoe UI"/>
              <a:ea typeface="+mn-ea"/>
              <a:cs typeface="+mn-cs"/>
            </a:endParaRPr>
          </a:p>
        </p:txBody>
      </p:sp>
      <p:sp>
        <p:nvSpPr>
          <p:cNvPr id="9" name="Rectangle 8">
            <a:extLst>
              <a:ext uri="{FF2B5EF4-FFF2-40B4-BE49-F238E27FC236}">
                <a16:creationId xmlns:a16="http://schemas.microsoft.com/office/drawing/2014/main" id="{AE3AC2C6-5214-3993-1341-66AEBD051856}"/>
              </a:ext>
            </a:extLst>
          </p:cNvPr>
          <p:cNvSpPr/>
          <p:nvPr/>
        </p:nvSpPr>
        <p:spPr>
          <a:xfrm>
            <a:off x="1618960" y="5555116"/>
            <a:ext cx="1944216" cy="580872"/>
          </a:xfrm>
          <a:prstGeom prst="rect">
            <a:avLst/>
          </a:prstGeom>
          <a:solidFill>
            <a:srgbClr val="202B50"/>
          </a:solidFill>
          <a:ln w="25400" cap="flat" cmpd="sng" algn="ctr">
            <a:solidFill>
              <a:srgbClr val="202B5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SQL Code</a:t>
            </a:r>
          </a:p>
        </p:txBody>
      </p:sp>
      <p:sp>
        <p:nvSpPr>
          <p:cNvPr id="10" name="Flowchart: Magnetic Disk 9">
            <a:extLst>
              <a:ext uri="{FF2B5EF4-FFF2-40B4-BE49-F238E27FC236}">
                <a16:creationId xmlns:a16="http://schemas.microsoft.com/office/drawing/2014/main" id="{AFC8D9F1-7729-B25E-62C2-EC833E7F6DA2}"/>
              </a:ext>
            </a:extLst>
          </p:cNvPr>
          <p:cNvSpPr/>
          <p:nvPr/>
        </p:nvSpPr>
        <p:spPr>
          <a:xfrm>
            <a:off x="4726260" y="3681516"/>
            <a:ext cx="1440160" cy="646331"/>
          </a:xfrm>
          <a:prstGeom prst="flowChartMagneticDisk">
            <a:avLst/>
          </a:prstGeom>
          <a:solidFill>
            <a:srgbClr val="202B50"/>
          </a:solidFill>
          <a:ln w="25400" cap="flat" cmpd="sng" algn="ctr">
            <a:solidFill>
              <a:srgbClr val="202B5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SQLite</a:t>
            </a:r>
          </a:p>
        </p:txBody>
      </p:sp>
      <p:sp>
        <p:nvSpPr>
          <p:cNvPr id="11" name="&quot;Not Allowed&quot; Symbol 10">
            <a:extLst>
              <a:ext uri="{FF2B5EF4-FFF2-40B4-BE49-F238E27FC236}">
                <a16:creationId xmlns:a16="http://schemas.microsoft.com/office/drawing/2014/main" id="{12C1A82B-0D62-BB78-32C4-B2E3B6C53FE3}"/>
              </a:ext>
            </a:extLst>
          </p:cNvPr>
          <p:cNvSpPr/>
          <p:nvPr/>
        </p:nvSpPr>
        <p:spPr>
          <a:xfrm>
            <a:off x="5014292" y="3592991"/>
            <a:ext cx="1080120" cy="720080"/>
          </a:xfrm>
          <a:prstGeom prst="noSmoking">
            <a:avLst/>
          </a:prstGeom>
          <a:solidFill>
            <a:srgbClr val="FFC000"/>
          </a:solidFill>
          <a:ln w="25400" cap="flat" cmpd="sng" algn="ctr">
            <a:solidFill>
              <a:srgbClr val="202B5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w="22225">
                <a:solidFill>
                  <a:srgbClr val="38C6C6"/>
                </a:solidFill>
                <a:prstDash val="solid"/>
              </a:ln>
              <a:solidFill>
                <a:prstClr val="white"/>
              </a:solidFill>
              <a:effectLst/>
              <a:uLnTx/>
              <a:uFillTx/>
              <a:latin typeface="Segoe UI"/>
              <a:ea typeface="+mn-ea"/>
              <a:cs typeface="+mn-cs"/>
            </a:endParaRPr>
          </a:p>
        </p:txBody>
      </p:sp>
      <p:sp>
        <p:nvSpPr>
          <p:cNvPr id="12" name="Flowchart: Magnetic Disk 11">
            <a:extLst>
              <a:ext uri="{FF2B5EF4-FFF2-40B4-BE49-F238E27FC236}">
                <a16:creationId xmlns:a16="http://schemas.microsoft.com/office/drawing/2014/main" id="{82D31DB3-9CB9-25FA-5DC2-7C2E7DF2ACAD}"/>
              </a:ext>
            </a:extLst>
          </p:cNvPr>
          <p:cNvSpPr/>
          <p:nvPr/>
        </p:nvSpPr>
        <p:spPr>
          <a:xfrm>
            <a:off x="4762266" y="4465471"/>
            <a:ext cx="1440160" cy="646331"/>
          </a:xfrm>
          <a:prstGeom prst="flowChartMagneticDisk">
            <a:avLst/>
          </a:prstGeom>
          <a:solidFill>
            <a:srgbClr val="202B50"/>
          </a:solidFill>
          <a:ln w="25400" cap="flat" cmpd="sng" algn="ctr">
            <a:solidFill>
              <a:srgbClr val="202B5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HANA</a:t>
            </a:r>
          </a:p>
        </p:txBody>
      </p:sp>
      <p:sp>
        <p:nvSpPr>
          <p:cNvPr id="13" name="TextBox 12">
            <a:extLst>
              <a:ext uri="{FF2B5EF4-FFF2-40B4-BE49-F238E27FC236}">
                <a16:creationId xmlns:a16="http://schemas.microsoft.com/office/drawing/2014/main" id="{6C3A3EF8-9D04-0A9E-B2CC-C8AA3142A0D9}"/>
              </a:ext>
            </a:extLst>
          </p:cNvPr>
          <p:cNvSpPr txBox="1"/>
          <p:nvPr/>
        </p:nvSpPr>
        <p:spPr>
          <a:xfrm>
            <a:off x="4283344" y="5660886"/>
            <a:ext cx="224311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0" cap="none" spc="0" normalizeH="0" baseline="0" noProof="0" dirty="0">
                <a:ln>
                  <a:noFill/>
                </a:ln>
                <a:solidFill>
                  <a:prstClr val="white"/>
                </a:solidFill>
                <a:effectLst/>
                <a:uLnTx/>
                <a:uFillTx/>
                <a:latin typeface="Segoe UI"/>
                <a:ea typeface="+mn-ea"/>
                <a:cs typeface="+mn-cs"/>
              </a:rPr>
              <a:t>Database Agnostic</a:t>
            </a:r>
          </a:p>
        </p:txBody>
      </p:sp>
      <p:sp>
        <p:nvSpPr>
          <p:cNvPr id="14" name="TextBox 13">
            <a:extLst>
              <a:ext uri="{FF2B5EF4-FFF2-40B4-BE49-F238E27FC236}">
                <a16:creationId xmlns:a16="http://schemas.microsoft.com/office/drawing/2014/main" id="{315DC700-9C1A-9BAC-FDEA-995B1D72F73D}"/>
              </a:ext>
            </a:extLst>
          </p:cNvPr>
          <p:cNvSpPr txBox="1"/>
          <p:nvPr/>
        </p:nvSpPr>
        <p:spPr>
          <a:xfrm>
            <a:off x="6530990" y="980728"/>
            <a:ext cx="3882761"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hlinkClick r:id="rId2">
                  <a:extLst>
                    <a:ext uri="{A12FA001-AC4F-418D-AE19-62706E023703}">
                      <ahyp:hlinkClr xmlns:ahyp="http://schemas.microsoft.com/office/drawing/2018/hyperlinkcolor" val="tx"/>
                    </a:ext>
                  </a:extLst>
                </a:hlinkClick>
              </a:rPr>
              <a:t>https://cap.cloud.sap/</a:t>
            </a:r>
            <a:endParaRPr kumimoji="0" lang="en-US" sz="1800" b="0" i="0" u="none" strike="noStrike" kern="0" cap="none" spc="0" normalizeH="0" baseline="0" noProof="0" dirty="0">
              <a:ln>
                <a:noFill/>
              </a:ln>
              <a:solidFill>
                <a:prstClr val="white"/>
              </a:solidFill>
              <a:effectLst/>
              <a:uLnTx/>
              <a:uFillTx/>
              <a:latin typeface="Segoe U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Segoe UI"/>
              <a:ea typeface="+mn-ea"/>
              <a:cs typeface="+mn-cs"/>
            </a:endParaRPr>
          </a:p>
        </p:txBody>
      </p:sp>
      <mc:AlternateContent xmlns:mc="http://schemas.openxmlformats.org/markup-compatibility/2006" xmlns:p14="http://schemas.microsoft.com/office/powerpoint/2010/main">
        <mc:Choice Requires="p14">
          <p:contentPart p14:bwMode="auto" r:id="rId3">
            <p14:nvContentPartPr>
              <p14:cNvPr id="19" name="Ink 18">
                <a:extLst>
                  <a:ext uri="{FF2B5EF4-FFF2-40B4-BE49-F238E27FC236}">
                    <a16:creationId xmlns:a16="http://schemas.microsoft.com/office/drawing/2014/main" id="{AEF15A25-27E2-F1CF-28A6-8B044331A431}"/>
                  </a:ext>
                </a:extLst>
              </p14:cNvPr>
              <p14:cNvContentPartPr/>
              <p14:nvPr/>
            </p14:nvContentPartPr>
            <p14:xfrm>
              <a:off x="3162240" y="4030980"/>
              <a:ext cx="289080" cy="360"/>
            </p14:xfrm>
          </p:contentPart>
        </mc:Choice>
        <mc:Fallback xmlns="">
          <p:pic>
            <p:nvPicPr>
              <p:cNvPr id="19" name="Ink 18">
                <a:extLst>
                  <a:ext uri="{FF2B5EF4-FFF2-40B4-BE49-F238E27FC236}">
                    <a16:creationId xmlns:a16="http://schemas.microsoft.com/office/drawing/2014/main" id="{AEF15A25-27E2-F1CF-28A6-8B044331A431}"/>
                  </a:ext>
                </a:extLst>
              </p:cNvPr>
              <p:cNvPicPr/>
              <p:nvPr/>
            </p:nvPicPr>
            <p:blipFill>
              <a:blip r:embed="rId10"/>
              <a:stretch>
                <a:fillRect/>
              </a:stretch>
            </p:blipFill>
            <p:spPr>
              <a:xfrm>
                <a:off x="3153240" y="4021980"/>
                <a:ext cx="306720" cy="18000"/>
              </a:xfrm>
              <a:prstGeom prst="rect">
                <a:avLst/>
              </a:prstGeom>
            </p:spPr>
          </p:pic>
        </mc:Fallback>
      </mc:AlternateContent>
    </p:spTree>
    <p:extLst>
      <p:ext uri="{BB962C8B-B14F-4D97-AF65-F5344CB8AC3E}">
        <p14:creationId xmlns:p14="http://schemas.microsoft.com/office/powerpoint/2010/main" val="9161900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1000"/>
                                        <p:tgtEl>
                                          <p:spTgt spid="5"/>
                                        </p:tgtEl>
                                      </p:cBhvr>
                                    </p:animEffect>
                                    <p:anim calcmode="lin" valueType="num">
                                      <p:cBhvr>
                                        <p:cTn id="18" dur="1000" fill="hold"/>
                                        <p:tgtEl>
                                          <p:spTgt spid="5"/>
                                        </p:tgtEl>
                                        <p:attrNameLst>
                                          <p:attrName>ppt_x</p:attrName>
                                        </p:attrNameLst>
                                      </p:cBhvr>
                                      <p:tavLst>
                                        <p:tav tm="0">
                                          <p:val>
                                            <p:strVal val="#ppt_x"/>
                                          </p:val>
                                        </p:tav>
                                        <p:tav tm="100000">
                                          <p:val>
                                            <p:strVal val="#ppt_x"/>
                                          </p:val>
                                        </p:tav>
                                      </p:tavLst>
                                    </p:anim>
                                    <p:anim calcmode="lin" valueType="num">
                                      <p:cBhvr>
                                        <p:cTn id="1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anim calcmode="lin" valueType="num">
                                      <p:cBhvr additive="base">
                                        <p:cTn id="24" dur="500" fill="hold"/>
                                        <p:tgtEl>
                                          <p:spTgt spid="6"/>
                                        </p:tgtEl>
                                        <p:attrNameLst>
                                          <p:attrName>ppt_x</p:attrName>
                                        </p:attrNameLst>
                                      </p:cBhvr>
                                      <p:tavLst>
                                        <p:tav tm="0">
                                          <p:val>
                                            <p:strVal val="#ppt_x"/>
                                          </p:val>
                                        </p:tav>
                                        <p:tav tm="100000">
                                          <p:val>
                                            <p:strVal val="#ppt_x"/>
                                          </p:val>
                                        </p:tav>
                                      </p:tavLst>
                                    </p:anim>
                                    <p:anim calcmode="lin" valueType="num">
                                      <p:cBhvr additive="base">
                                        <p:cTn id="25" dur="500" fill="hold"/>
                                        <p:tgtEl>
                                          <p:spTgt spid="6"/>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0"/>
                                  </p:stCondLst>
                                  <p:childTnLst>
                                    <p:set>
                                      <p:cBhvr>
                                        <p:cTn id="27" dur="1" fill="hold">
                                          <p:stCondLst>
                                            <p:cond delay="0"/>
                                          </p:stCondLst>
                                        </p:cTn>
                                        <p:tgtEl>
                                          <p:spTgt spid="7"/>
                                        </p:tgtEl>
                                        <p:attrNameLst>
                                          <p:attrName>style.visibility</p:attrName>
                                        </p:attrNameLst>
                                      </p:cBhvr>
                                      <p:to>
                                        <p:strVal val="visible"/>
                                      </p:to>
                                    </p:set>
                                    <p:anim calcmode="lin" valueType="num">
                                      <p:cBhvr additive="base">
                                        <p:cTn id="28" dur="500" fill="hold"/>
                                        <p:tgtEl>
                                          <p:spTgt spid="7"/>
                                        </p:tgtEl>
                                        <p:attrNameLst>
                                          <p:attrName>ppt_x</p:attrName>
                                        </p:attrNameLst>
                                      </p:cBhvr>
                                      <p:tavLst>
                                        <p:tav tm="0">
                                          <p:val>
                                            <p:strVal val="#ppt_x"/>
                                          </p:val>
                                        </p:tav>
                                        <p:tav tm="100000">
                                          <p:val>
                                            <p:strVal val="#ppt_x"/>
                                          </p:val>
                                        </p:tav>
                                      </p:tavLst>
                                    </p:anim>
                                    <p:anim calcmode="lin" valueType="num">
                                      <p:cBhvr additive="base">
                                        <p:cTn id="29" dur="500" fill="hold"/>
                                        <p:tgtEl>
                                          <p:spTgt spid="7"/>
                                        </p:tgtEl>
                                        <p:attrNameLst>
                                          <p:attrName>ppt_y</p:attrName>
                                        </p:attrNameLst>
                                      </p:cBhvr>
                                      <p:tavLst>
                                        <p:tav tm="0">
                                          <p:val>
                                            <p:strVal val="1+#ppt_h/2"/>
                                          </p:val>
                                        </p:tav>
                                        <p:tav tm="100000">
                                          <p:val>
                                            <p:strVal val="#ppt_y"/>
                                          </p:val>
                                        </p:tav>
                                      </p:tavLst>
                                    </p:anim>
                                  </p:childTnLst>
                                </p:cTn>
                              </p:par>
                              <p:par>
                                <p:cTn id="30" presetID="2" presetClass="entr" presetSubtype="4" fill="hold" grpId="0" nodeType="withEffect">
                                  <p:stCondLst>
                                    <p:cond delay="0"/>
                                  </p:stCondLst>
                                  <p:childTnLst>
                                    <p:set>
                                      <p:cBhvr>
                                        <p:cTn id="31" dur="1" fill="hold">
                                          <p:stCondLst>
                                            <p:cond delay="0"/>
                                          </p:stCondLst>
                                        </p:cTn>
                                        <p:tgtEl>
                                          <p:spTgt spid="8"/>
                                        </p:tgtEl>
                                        <p:attrNameLst>
                                          <p:attrName>style.visibility</p:attrName>
                                        </p:attrNameLst>
                                      </p:cBhvr>
                                      <p:to>
                                        <p:strVal val="visible"/>
                                      </p:to>
                                    </p:set>
                                    <p:anim calcmode="lin" valueType="num">
                                      <p:cBhvr additive="base">
                                        <p:cTn id="32" dur="500" fill="hold"/>
                                        <p:tgtEl>
                                          <p:spTgt spid="8"/>
                                        </p:tgtEl>
                                        <p:attrNameLst>
                                          <p:attrName>ppt_x</p:attrName>
                                        </p:attrNameLst>
                                      </p:cBhvr>
                                      <p:tavLst>
                                        <p:tav tm="0">
                                          <p:val>
                                            <p:strVal val="#ppt_x"/>
                                          </p:val>
                                        </p:tav>
                                        <p:tav tm="100000">
                                          <p:val>
                                            <p:strVal val="#ppt_x"/>
                                          </p:val>
                                        </p:tav>
                                      </p:tavLst>
                                    </p:anim>
                                    <p:anim calcmode="lin" valueType="num">
                                      <p:cBhvr additive="base">
                                        <p:cTn id="33" dur="500" fill="hold"/>
                                        <p:tgtEl>
                                          <p:spTgt spid="8"/>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0"/>
                                  </p:stCondLst>
                                  <p:childTnLst>
                                    <p:set>
                                      <p:cBhvr>
                                        <p:cTn id="35" dur="1" fill="hold">
                                          <p:stCondLst>
                                            <p:cond delay="0"/>
                                          </p:stCondLst>
                                        </p:cTn>
                                        <p:tgtEl>
                                          <p:spTgt spid="9"/>
                                        </p:tgtEl>
                                        <p:attrNameLst>
                                          <p:attrName>style.visibility</p:attrName>
                                        </p:attrNameLst>
                                      </p:cBhvr>
                                      <p:to>
                                        <p:strVal val="visible"/>
                                      </p:to>
                                    </p:set>
                                    <p:anim calcmode="lin" valueType="num">
                                      <p:cBhvr additive="base">
                                        <p:cTn id="36" dur="500" fill="hold"/>
                                        <p:tgtEl>
                                          <p:spTgt spid="9"/>
                                        </p:tgtEl>
                                        <p:attrNameLst>
                                          <p:attrName>ppt_x</p:attrName>
                                        </p:attrNameLst>
                                      </p:cBhvr>
                                      <p:tavLst>
                                        <p:tav tm="0">
                                          <p:val>
                                            <p:strVal val="#ppt_x"/>
                                          </p:val>
                                        </p:tav>
                                        <p:tav tm="100000">
                                          <p:val>
                                            <p:strVal val="#ppt_x"/>
                                          </p:val>
                                        </p:tav>
                                      </p:tavLst>
                                    </p:anim>
                                    <p:anim calcmode="lin" valueType="num">
                                      <p:cBhvr additive="base">
                                        <p:cTn id="37"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1000"/>
                                        <p:tgtEl>
                                          <p:spTgt spid="10"/>
                                        </p:tgtEl>
                                      </p:cBhvr>
                                    </p:animEffect>
                                    <p:anim calcmode="lin" valueType="num">
                                      <p:cBhvr>
                                        <p:cTn id="43" dur="1000" fill="hold"/>
                                        <p:tgtEl>
                                          <p:spTgt spid="10"/>
                                        </p:tgtEl>
                                        <p:attrNameLst>
                                          <p:attrName>ppt_x</p:attrName>
                                        </p:attrNameLst>
                                      </p:cBhvr>
                                      <p:tavLst>
                                        <p:tav tm="0">
                                          <p:val>
                                            <p:strVal val="#ppt_x"/>
                                          </p:val>
                                        </p:tav>
                                        <p:tav tm="100000">
                                          <p:val>
                                            <p:strVal val="#ppt_x"/>
                                          </p:val>
                                        </p:tav>
                                      </p:tavLst>
                                    </p:anim>
                                    <p:anim calcmode="lin" valueType="num">
                                      <p:cBhvr>
                                        <p:cTn id="4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6" presetClass="entr" presetSubtype="16" fill="hold" grpId="0" nodeType="click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circle(in)">
                                      <p:cBhvr>
                                        <p:cTn id="49" dur="2000"/>
                                        <p:tgtEl>
                                          <p:spTgt spid="11"/>
                                        </p:tgtEl>
                                      </p:cBhvr>
                                    </p:animEffect>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grpId="0" nodeType="clickEffect">
                                  <p:stCondLst>
                                    <p:cond delay="0"/>
                                  </p:stCondLst>
                                  <p:childTnLst>
                                    <p:set>
                                      <p:cBhvr>
                                        <p:cTn id="53" dur="1" fill="hold">
                                          <p:stCondLst>
                                            <p:cond delay="0"/>
                                          </p:stCondLst>
                                        </p:cTn>
                                        <p:tgtEl>
                                          <p:spTgt spid="12"/>
                                        </p:tgtEl>
                                        <p:attrNameLst>
                                          <p:attrName>style.visibility</p:attrName>
                                        </p:attrNameLst>
                                      </p:cBhvr>
                                      <p:to>
                                        <p:strVal val="visible"/>
                                      </p:to>
                                    </p:set>
                                    <p:animEffect transition="in" filter="fade">
                                      <p:cBhvr>
                                        <p:cTn id="54" dur="1000"/>
                                        <p:tgtEl>
                                          <p:spTgt spid="12"/>
                                        </p:tgtEl>
                                      </p:cBhvr>
                                    </p:animEffect>
                                    <p:anim calcmode="lin" valueType="num">
                                      <p:cBhvr>
                                        <p:cTn id="55" dur="1000" fill="hold"/>
                                        <p:tgtEl>
                                          <p:spTgt spid="12"/>
                                        </p:tgtEl>
                                        <p:attrNameLst>
                                          <p:attrName>ppt_x</p:attrName>
                                        </p:attrNameLst>
                                      </p:cBhvr>
                                      <p:tavLst>
                                        <p:tav tm="0">
                                          <p:val>
                                            <p:strVal val="#ppt_x"/>
                                          </p:val>
                                        </p:tav>
                                        <p:tav tm="100000">
                                          <p:val>
                                            <p:strVal val="#ppt_x"/>
                                          </p:val>
                                        </p:tav>
                                      </p:tavLst>
                                    </p:anim>
                                    <p:anim calcmode="lin" valueType="num">
                                      <p:cBhvr>
                                        <p:cTn id="56"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5" presetClass="entr" presetSubtype="0" fill="hold" grpId="0" nodeType="clickEffect">
                                  <p:stCondLst>
                                    <p:cond delay="0"/>
                                  </p:stCondLst>
                                  <p:childTnLst>
                                    <p:set>
                                      <p:cBhvr>
                                        <p:cTn id="60" dur="1" fill="hold">
                                          <p:stCondLst>
                                            <p:cond delay="0"/>
                                          </p:stCondLst>
                                        </p:cTn>
                                        <p:tgtEl>
                                          <p:spTgt spid="13"/>
                                        </p:tgtEl>
                                        <p:attrNameLst>
                                          <p:attrName>style.visibility</p:attrName>
                                        </p:attrNameLst>
                                      </p:cBhvr>
                                      <p:to>
                                        <p:strVal val="visible"/>
                                      </p:to>
                                    </p:set>
                                    <p:animEffect transition="in" filter="fade">
                                      <p:cBhvr>
                                        <p:cTn id="61" dur="2000"/>
                                        <p:tgtEl>
                                          <p:spTgt spid="13"/>
                                        </p:tgtEl>
                                      </p:cBhvr>
                                    </p:animEffect>
                                    <p:anim calcmode="lin" valueType="num">
                                      <p:cBhvr>
                                        <p:cTn id="62" dur="2000" fill="hold"/>
                                        <p:tgtEl>
                                          <p:spTgt spid="13"/>
                                        </p:tgtEl>
                                        <p:attrNameLst>
                                          <p:attrName>ppt_w</p:attrName>
                                        </p:attrNameLst>
                                      </p:cBhvr>
                                      <p:tavLst>
                                        <p:tav tm="0" fmla="#ppt_w*sin(2.5*pi*$)">
                                          <p:val>
                                            <p:fltVal val="0"/>
                                          </p:val>
                                        </p:tav>
                                        <p:tav tm="100000">
                                          <p:val>
                                            <p:fltVal val="1"/>
                                          </p:val>
                                        </p:tav>
                                      </p:tavLst>
                                    </p:anim>
                                    <p:anim calcmode="lin" valueType="num">
                                      <p:cBhvr>
                                        <p:cTn id="63" dur="2000" fill="hold"/>
                                        <p:tgtEl>
                                          <p:spTgt spid="1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animBg="1"/>
      <p:bldP spid="6" grpId="0" animBg="1"/>
      <p:bldP spid="7" grpId="0" animBg="1"/>
      <p:bldP spid="8" grpId="0" animBg="1"/>
      <p:bldP spid="9" grpId="0" animBg="1"/>
      <p:bldP spid="10" grpId="0" animBg="1"/>
      <p:bldP spid="11" grpId="0" animBg="1"/>
      <p:bldP spid="12" grpId="0" animBg="1"/>
      <p:bldP spid="1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14502-BD94-DB9C-DCFD-D4B2242A7DBA}"/>
              </a:ext>
            </a:extLst>
          </p:cNvPr>
          <p:cNvSpPr>
            <a:spLocks noGrp="1"/>
          </p:cNvSpPr>
          <p:nvPr>
            <p:ph type="title"/>
          </p:nvPr>
        </p:nvSpPr>
        <p:spPr/>
        <p:txBody>
          <a:bodyPr/>
          <a:lstStyle/>
          <a:p>
            <a:endParaRPr lang="en-IN"/>
          </a:p>
        </p:txBody>
      </p:sp>
      <p:sp>
        <p:nvSpPr>
          <p:cNvPr id="3" name="Rectangle: Rounded Corners 2">
            <a:extLst>
              <a:ext uri="{FF2B5EF4-FFF2-40B4-BE49-F238E27FC236}">
                <a16:creationId xmlns:a16="http://schemas.microsoft.com/office/drawing/2014/main" id="{0A305E42-01B7-BADD-2065-9F9A290963F9}"/>
              </a:ext>
            </a:extLst>
          </p:cNvPr>
          <p:cNvSpPr/>
          <p:nvPr/>
        </p:nvSpPr>
        <p:spPr>
          <a:xfrm>
            <a:off x="2277988" y="4365104"/>
            <a:ext cx="5472608" cy="936104"/>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IN" dirty="0"/>
              <a:t>Database layer – tables, types, </a:t>
            </a:r>
            <a:r>
              <a:rPr lang="en-IN" dirty="0" err="1"/>
              <a:t>stru</a:t>
            </a:r>
            <a:r>
              <a:rPr lang="en-IN" dirty="0"/>
              <a:t>..</a:t>
            </a:r>
          </a:p>
        </p:txBody>
      </p:sp>
      <p:sp>
        <p:nvSpPr>
          <p:cNvPr id="4" name="Rectangle: Rounded Corners 3">
            <a:extLst>
              <a:ext uri="{FF2B5EF4-FFF2-40B4-BE49-F238E27FC236}">
                <a16:creationId xmlns:a16="http://schemas.microsoft.com/office/drawing/2014/main" id="{7ECC7957-2236-8C14-9DA5-C5EA6E3D2A73}"/>
              </a:ext>
            </a:extLst>
          </p:cNvPr>
          <p:cNvSpPr/>
          <p:nvPr/>
        </p:nvSpPr>
        <p:spPr>
          <a:xfrm>
            <a:off x="2277988" y="2996952"/>
            <a:ext cx="5472608" cy="936104"/>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IN" dirty="0"/>
              <a:t>Business layer – logic, services</a:t>
            </a:r>
          </a:p>
          <a:p>
            <a:pPr algn="ctr"/>
            <a:r>
              <a:rPr lang="en-IN" dirty="0"/>
              <a:t>JS code</a:t>
            </a:r>
          </a:p>
        </p:txBody>
      </p:sp>
      <p:sp>
        <p:nvSpPr>
          <p:cNvPr id="5" name="Rectangle: Rounded Corners 4">
            <a:extLst>
              <a:ext uri="{FF2B5EF4-FFF2-40B4-BE49-F238E27FC236}">
                <a16:creationId xmlns:a16="http://schemas.microsoft.com/office/drawing/2014/main" id="{7F5B7BEF-E6E0-381E-E365-436AAAD95852}"/>
              </a:ext>
            </a:extLst>
          </p:cNvPr>
          <p:cNvSpPr/>
          <p:nvPr/>
        </p:nvSpPr>
        <p:spPr>
          <a:xfrm>
            <a:off x="2277988" y="1601594"/>
            <a:ext cx="5472608" cy="936104"/>
          </a:xfrm>
          <a:prstGeom prst="round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r>
              <a:rPr lang="en-IN" dirty="0"/>
              <a:t>UI layer – screens</a:t>
            </a:r>
          </a:p>
          <a:p>
            <a:pPr algn="ctr"/>
            <a:r>
              <a:rPr lang="en-IN" dirty="0"/>
              <a:t>Fiori UX</a:t>
            </a:r>
          </a:p>
        </p:txBody>
      </p:sp>
      <p:sp>
        <p:nvSpPr>
          <p:cNvPr id="6" name="Arrow: Down 5">
            <a:extLst>
              <a:ext uri="{FF2B5EF4-FFF2-40B4-BE49-F238E27FC236}">
                <a16:creationId xmlns:a16="http://schemas.microsoft.com/office/drawing/2014/main" id="{A4D10362-4682-B3DD-98E5-1EC3F692E11C}"/>
              </a:ext>
            </a:extLst>
          </p:cNvPr>
          <p:cNvSpPr/>
          <p:nvPr/>
        </p:nvSpPr>
        <p:spPr>
          <a:xfrm>
            <a:off x="4870276" y="2564904"/>
            <a:ext cx="360040" cy="432048"/>
          </a:xfrm>
          <a:prstGeom prst="down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IN"/>
          </a:p>
        </p:txBody>
      </p:sp>
      <p:sp>
        <p:nvSpPr>
          <p:cNvPr id="7" name="Arrow: Down 6">
            <a:extLst>
              <a:ext uri="{FF2B5EF4-FFF2-40B4-BE49-F238E27FC236}">
                <a16:creationId xmlns:a16="http://schemas.microsoft.com/office/drawing/2014/main" id="{FBF9A3AA-BBB4-A343-A23C-D1FC31013E0D}"/>
              </a:ext>
            </a:extLst>
          </p:cNvPr>
          <p:cNvSpPr/>
          <p:nvPr/>
        </p:nvSpPr>
        <p:spPr>
          <a:xfrm>
            <a:off x="4870276" y="3960262"/>
            <a:ext cx="360040" cy="432048"/>
          </a:xfrm>
          <a:prstGeom prst="down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036537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sz="3600" dirty="0">
                <a:latin typeface="Cooper Black" panose="0208090404030B020404" pitchFamily="18" charset="0"/>
              </a:rPr>
              <a:t>Hands on: Modules for using CAP</a:t>
            </a:r>
            <a:endParaRPr lang="en-IN" sz="3600" dirty="0">
              <a:latin typeface="Cooper Black" panose="0208090404030B020404" pitchFamily="18" charset="0"/>
            </a:endParaRPr>
          </a:p>
        </p:txBody>
      </p:sp>
      <p:sp>
        <p:nvSpPr>
          <p:cNvPr id="3" name="TextBox 2">
            <a:extLst>
              <a:ext uri="{FF2B5EF4-FFF2-40B4-BE49-F238E27FC236}">
                <a16:creationId xmlns:a16="http://schemas.microsoft.com/office/drawing/2014/main" id="{3BD5C468-C983-C981-7134-1C975624C2ED}"/>
              </a:ext>
            </a:extLst>
          </p:cNvPr>
          <p:cNvSpPr txBox="1"/>
          <p:nvPr/>
        </p:nvSpPr>
        <p:spPr>
          <a:xfrm>
            <a:off x="189757" y="836712"/>
            <a:ext cx="11809312" cy="4401205"/>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kumimoji="0" lang="en-US" sz="2000" b="0" i="0" u="none" strike="noStrike" kern="0" cap="none" spc="0" normalizeH="0" baseline="0" noProof="0" dirty="0">
                <a:ln>
                  <a:noFill/>
                </a:ln>
                <a:solidFill>
                  <a:prstClr val="white"/>
                </a:solidFill>
                <a:effectLst/>
                <a:uLnTx/>
                <a:uFillTx/>
                <a:latin typeface="Segoe UI"/>
                <a:ea typeface="+mn-ea"/>
                <a:cs typeface="+mn-cs"/>
              </a:rPr>
              <a:t>We need to install sap </a:t>
            </a:r>
            <a:r>
              <a:rPr kumimoji="0" lang="en-US" sz="2000" b="0" i="0" u="none" strike="noStrike" kern="0" cap="none" spc="0" normalizeH="0" baseline="0" noProof="0" dirty="0" err="1">
                <a:ln>
                  <a:noFill/>
                </a:ln>
                <a:solidFill>
                  <a:prstClr val="white"/>
                </a:solidFill>
                <a:effectLst/>
                <a:uLnTx/>
                <a:uFillTx/>
                <a:latin typeface="Segoe UI"/>
                <a:ea typeface="+mn-ea"/>
                <a:cs typeface="+mn-cs"/>
              </a:rPr>
              <a:t>cds</a:t>
            </a:r>
            <a:r>
              <a:rPr kumimoji="0" lang="en-US" sz="2000" b="0" i="0" u="none" strike="noStrike" kern="0" cap="none" spc="0" normalizeH="0" baseline="0" noProof="0" dirty="0">
                <a:ln>
                  <a:noFill/>
                </a:ln>
                <a:solidFill>
                  <a:prstClr val="white"/>
                </a:solidFill>
                <a:effectLst/>
                <a:uLnTx/>
                <a:uFillTx/>
                <a:latin typeface="Segoe UI"/>
                <a:ea typeface="+mn-ea"/>
                <a:cs typeface="+mn-cs"/>
              </a:rPr>
              <a:t>-dk (Development kit), This kit includes required framework libraries and source code to build, test, deploy, run cap applications. It comes along with </a:t>
            </a:r>
            <a:r>
              <a:rPr kumimoji="0" lang="en-US" sz="2000" b="0" i="0" u="none" strike="noStrike" kern="0" cap="none" spc="0" normalizeH="0" baseline="0" noProof="0" dirty="0" err="1">
                <a:ln>
                  <a:noFill/>
                </a:ln>
                <a:solidFill>
                  <a:prstClr val="white"/>
                </a:solidFill>
                <a:effectLst/>
                <a:uLnTx/>
                <a:uFillTx/>
                <a:latin typeface="Segoe UI"/>
                <a:ea typeface="+mn-ea"/>
                <a:cs typeface="+mn-cs"/>
              </a:rPr>
              <a:t>cds</a:t>
            </a:r>
            <a:r>
              <a:rPr kumimoji="0" lang="en-US" sz="2000" b="0" i="0" u="none" strike="noStrike" kern="0" cap="none" spc="0" normalizeH="0" baseline="0" noProof="0" dirty="0">
                <a:ln>
                  <a:noFill/>
                </a:ln>
                <a:solidFill>
                  <a:prstClr val="white"/>
                </a:solidFill>
                <a:effectLst/>
                <a:uLnTx/>
                <a:uFillTx/>
                <a:latin typeface="Segoe UI"/>
                <a:ea typeface="+mn-ea"/>
                <a:cs typeface="+mn-cs"/>
              </a:rPr>
              <a:t> CLI which will be used by developers to quickly generate the cap project skeleton. This module needs to be installed globally in our system if we are using VS Code, in case we use BAS, this module is pre-installed.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a:ln>
                  <a:noFill/>
                </a:ln>
                <a:solidFill>
                  <a:prstClr val="white"/>
                </a:solidFill>
                <a:effectLst/>
                <a:uLnTx/>
                <a:uFillTx/>
                <a:latin typeface="Segoe UI"/>
                <a:ea typeface="+mn-ea"/>
                <a:cs typeface="+mn-cs"/>
              </a:rPr>
              <a:t>      </a:t>
            </a:r>
            <a:r>
              <a:rPr kumimoji="0" lang="en-US" sz="2000" b="1" i="0" u="none" strike="noStrike" kern="0" cap="none" spc="0" normalizeH="0" baseline="0" noProof="0" dirty="0" err="1">
                <a:ln>
                  <a:noFill/>
                </a:ln>
                <a:solidFill>
                  <a:prstClr val="white"/>
                </a:solidFill>
                <a:effectLst/>
                <a:uLnTx/>
                <a:uFillTx/>
                <a:latin typeface="Segoe UI"/>
                <a:ea typeface="+mn-ea"/>
                <a:cs typeface="+mn-cs"/>
              </a:rPr>
              <a:t>npm</a:t>
            </a:r>
            <a:r>
              <a:rPr kumimoji="0" lang="en-US" sz="2000" b="1" i="0" u="none" strike="noStrike" kern="0" cap="none" spc="0" normalizeH="0" baseline="0" noProof="0" dirty="0">
                <a:ln>
                  <a:noFill/>
                </a:ln>
                <a:solidFill>
                  <a:prstClr val="white"/>
                </a:solidFill>
                <a:effectLst/>
                <a:uLnTx/>
                <a:uFillTx/>
                <a:latin typeface="Segoe UI"/>
                <a:ea typeface="+mn-ea"/>
                <a:cs typeface="+mn-cs"/>
              </a:rPr>
              <a:t> install -g @sap/cds-dk</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Segoe UI"/>
                <a:ea typeface="+mn-ea"/>
                <a:cs typeface="+mn-cs"/>
              </a:rPr>
              <a:t>      node version &gt;= 14</a:t>
            </a:r>
          </a:p>
          <a:p>
            <a:pPr marL="457200" marR="0" lvl="0" indent="-457200" algn="l" defTabSz="914400" rtl="0" eaLnBrk="1" fontAlgn="auto" latinLnBrk="0" hangingPunct="1">
              <a:lnSpc>
                <a:spcPct val="100000"/>
              </a:lnSpc>
              <a:spcBef>
                <a:spcPts val="0"/>
              </a:spcBef>
              <a:spcAft>
                <a:spcPts val="0"/>
              </a:spcAft>
              <a:buClrTx/>
              <a:buSzTx/>
              <a:buFontTx/>
              <a:buAutoNum type="arabicPeriod" startAt="2"/>
              <a:tabLst/>
              <a:defRPr/>
            </a:pPr>
            <a:r>
              <a:rPr kumimoji="0" lang="en-US" sz="2000" b="0" i="0" u="none" strike="noStrike" kern="0" cap="none" spc="0" normalizeH="0" baseline="0" noProof="0" dirty="0">
                <a:ln>
                  <a:noFill/>
                </a:ln>
                <a:solidFill>
                  <a:prstClr val="white"/>
                </a:solidFill>
                <a:effectLst/>
                <a:uLnTx/>
                <a:uFillTx/>
                <a:latin typeface="Segoe UI"/>
                <a:ea typeface="+mn-ea"/>
                <a:cs typeface="+mn-cs"/>
              </a:rPr>
              <a:t>Check if the CAP is installed in my system </a:t>
            </a:r>
            <a:r>
              <a:rPr kumimoji="0" lang="en-US" sz="2000" b="0" i="0" u="none" strike="noStrike" kern="0" cap="none" spc="0" normalizeH="0" baseline="0" noProof="0" dirty="0">
                <a:ln>
                  <a:noFill/>
                </a:ln>
                <a:solidFill>
                  <a:prstClr val="white"/>
                </a:solidFill>
                <a:effectLst/>
                <a:uLnTx/>
                <a:uFillTx/>
                <a:latin typeface="Segoe UI"/>
                <a:ea typeface="+mn-ea"/>
                <a:cs typeface="+mn-cs"/>
                <a:sym typeface="Wingdings" panose="05000000000000000000" pitchFamily="2" charset="2"/>
              </a:rPr>
              <a:t> </a:t>
            </a:r>
            <a:r>
              <a:rPr kumimoji="0" lang="en-US" sz="2000" b="1" i="0" u="none" strike="noStrike" kern="0" cap="none" spc="0" normalizeH="0" baseline="0" noProof="0" dirty="0" err="1">
                <a:ln>
                  <a:noFill/>
                </a:ln>
                <a:solidFill>
                  <a:prstClr val="white"/>
                </a:solidFill>
                <a:effectLst/>
                <a:uLnTx/>
                <a:uFillTx/>
                <a:latin typeface="Segoe UI"/>
                <a:ea typeface="+mn-ea"/>
                <a:cs typeface="+mn-cs"/>
                <a:sym typeface="Wingdings" panose="05000000000000000000" pitchFamily="2" charset="2"/>
              </a:rPr>
              <a:t>cds</a:t>
            </a:r>
            <a:r>
              <a:rPr kumimoji="0" lang="en-US" sz="2000" b="1" i="0" u="none" strike="noStrike" kern="0" cap="none" spc="0" normalizeH="0" baseline="0" noProof="0" dirty="0">
                <a:ln>
                  <a:noFill/>
                </a:ln>
                <a:solidFill>
                  <a:prstClr val="white"/>
                </a:solidFill>
                <a:effectLst/>
                <a:uLnTx/>
                <a:uFillTx/>
                <a:latin typeface="Segoe UI"/>
                <a:ea typeface="+mn-ea"/>
                <a:cs typeface="+mn-cs"/>
                <a:sym typeface="Wingdings" panose="05000000000000000000" pitchFamily="2" charset="2"/>
              </a:rPr>
              <a:t> –v &amp; </a:t>
            </a:r>
            <a:r>
              <a:rPr kumimoji="0" lang="en-US" sz="2000" b="1" i="0" u="none" strike="noStrike" kern="0" cap="none" spc="0" normalizeH="0" baseline="0" noProof="0" dirty="0" err="1">
                <a:ln>
                  <a:noFill/>
                </a:ln>
                <a:solidFill>
                  <a:prstClr val="white"/>
                </a:solidFill>
                <a:effectLst/>
                <a:uLnTx/>
                <a:uFillTx/>
                <a:latin typeface="Segoe UI"/>
                <a:ea typeface="+mn-ea"/>
                <a:cs typeface="+mn-cs"/>
                <a:sym typeface="Wingdings" panose="05000000000000000000" pitchFamily="2" charset="2"/>
              </a:rPr>
              <a:t>cds</a:t>
            </a:r>
            <a:r>
              <a:rPr kumimoji="0" lang="en-US" sz="2000" b="1" i="0" u="none" strike="noStrike" kern="0" cap="none" spc="0" normalizeH="0" baseline="0" noProof="0" dirty="0">
                <a:ln>
                  <a:noFill/>
                </a:ln>
                <a:solidFill>
                  <a:prstClr val="white"/>
                </a:solidFill>
                <a:effectLst/>
                <a:uLnTx/>
                <a:uFillTx/>
                <a:latin typeface="Segoe UI"/>
                <a:ea typeface="+mn-ea"/>
                <a:cs typeface="+mn-cs"/>
                <a:sym typeface="Wingdings" panose="05000000000000000000" pitchFamily="2" charset="2"/>
              </a:rPr>
              <a:t> --help</a:t>
            </a:r>
          </a:p>
          <a:p>
            <a:pPr marL="457200" marR="0" lvl="0" indent="-457200" algn="l" defTabSz="914400" rtl="0" eaLnBrk="1" fontAlgn="auto" latinLnBrk="0" hangingPunct="1">
              <a:lnSpc>
                <a:spcPct val="100000"/>
              </a:lnSpc>
              <a:spcBef>
                <a:spcPts val="0"/>
              </a:spcBef>
              <a:spcAft>
                <a:spcPts val="0"/>
              </a:spcAft>
              <a:buClrTx/>
              <a:buSzTx/>
              <a:buFontTx/>
              <a:buAutoNum type="arabicPeriod" startAt="2"/>
              <a:tabLst/>
              <a:defRPr/>
            </a:pPr>
            <a:r>
              <a:rPr kumimoji="0" lang="en-US" sz="2000" b="0" i="0" u="none" strike="noStrike" kern="0" cap="none" spc="0" normalizeH="0" baseline="0" noProof="0" dirty="0">
                <a:ln>
                  <a:noFill/>
                </a:ln>
                <a:solidFill>
                  <a:prstClr val="white"/>
                </a:solidFill>
                <a:effectLst/>
                <a:uLnTx/>
                <a:uFillTx/>
                <a:latin typeface="Segoe UI"/>
                <a:ea typeface="+mn-ea"/>
                <a:cs typeface="+mn-cs"/>
              </a:rPr>
              <a:t>Create a folder in our computer, and run </a:t>
            </a:r>
            <a:r>
              <a:rPr kumimoji="0" lang="en-US" sz="2000" b="1" i="0" u="none" strike="noStrike" kern="0" cap="none" spc="0" normalizeH="0" baseline="0" noProof="0" dirty="0" err="1">
                <a:ln>
                  <a:noFill/>
                </a:ln>
                <a:solidFill>
                  <a:prstClr val="white"/>
                </a:solidFill>
                <a:effectLst/>
                <a:uLnTx/>
                <a:uFillTx/>
                <a:latin typeface="Segoe UI"/>
                <a:ea typeface="+mn-ea"/>
                <a:cs typeface="+mn-cs"/>
              </a:rPr>
              <a:t>cds</a:t>
            </a:r>
            <a:r>
              <a:rPr kumimoji="0" lang="en-US" sz="2000" b="1" i="0" u="none" strike="noStrike" kern="0" cap="none" spc="0" normalizeH="0" baseline="0" noProof="0" dirty="0">
                <a:ln>
                  <a:noFill/>
                </a:ln>
                <a:solidFill>
                  <a:prstClr val="white"/>
                </a:solidFill>
                <a:effectLst/>
                <a:uLnTx/>
                <a:uFillTx/>
                <a:latin typeface="Segoe UI"/>
                <a:ea typeface="+mn-ea"/>
                <a:cs typeface="+mn-cs"/>
              </a:rPr>
              <a:t> </a:t>
            </a:r>
            <a:r>
              <a:rPr kumimoji="0" lang="en-US" sz="2000" b="1" i="0" u="none" strike="noStrike" kern="0" cap="none" spc="0" normalizeH="0" baseline="0" noProof="0" dirty="0" err="1">
                <a:ln>
                  <a:noFill/>
                </a:ln>
                <a:solidFill>
                  <a:prstClr val="white"/>
                </a:solidFill>
                <a:effectLst/>
                <a:uLnTx/>
                <a:uFillTx/>
                <a:latin typeface="Segoe UI"/>
                <a:ea typeface="+mn-ea"/>
                <a:cs typeface="+mn-cs"/>
              </a:rPr>
              <a:t>init</a:t>
            </a:r>
            <a:r>
              <a:rPr kumimoji="0" lang="en-US" sz="2000" b="1" i="0" u="none" strike="noStrike" kern="0" cap="none" spc="0" normalizeH="0" baseline="0" noProof="0" dirty="0">
                <a:ln>
                  <a:noFill/>
                </a:ln>
                <a:solidFill>
                  <a:prstClr val="white"/>
                </a:solidFill>
                <a:effectLst/>
                <a:uLnTx/>
                <a:uFillTx/>
                <a:latin typeface="Segoe UI"/>
                <a:ea typeface="+mn-ea"/>
                <a:cs typeface="+mn-cs"/>
              </a:rPr>
              <a:t> </a:t>
            </a:r>
            <a:r>
              <a:rPr kumimoji="0" lang="en-US" sz="2000" b="0" i="0" u="none" strike="noStrike" kern="0" cap="none" spc="0" normalizeH="0" baseline="0" noProof="0" dirty="0">
                <a:ln>
                  <a:noFill/>
                </a:ln>
                <a:solidFill>
                  <a:prstClr val="white"/>
                </a:solidFill>
                <a:effectLst/>
                <a:uLnTx/>
                <a:uFillTx/>
                <a:latin typeface="Segoe UI"/>
                <a:ea typeface="+mn-ea"/>
                <a:cs typeface="+mn-cs"/>
              </a:rPr>
              <a:t>command. This will create a project skeleton automatically which includes </a:t>
            </a:r>
            <a:r>
              <a:rPr kumimoji="0" lang="en-US" sz="2000" b="1" i="0" u="none" strike="noStrike" kern="0" cap="none" spc="0" normalizeH="0" baseline="0" noProof="0" dirty="0" err="1">
                <a:ln>
                  <a:noFill/>
                </a:ln>
                <a:solidFill>
                  <a:prstClr val="white"/>
                </a:solidFill>
                <a:effectLst/>
                <a:uLnTx/>
                <a:uFillTx/>
                <a:latin typeface="Segoe UI"/>
                <a:ea typeface="+mn-ea"/>
                <a:cs typeface="+mn-cs"/>
              </a:rPr>
              <a:t>db</a:t>
            </a:r>
            <a:r>
              <a:rPr kumimoji="0" lang="en-US" sz="2000" b="1" i="0" u="none" strike="noStrike" kern="0" cap="none" spc="0" normalizeH="0" baseline="0" noProof="0" dirty="0">
                <a:ln>
                  <a:noFill/>
                </a:ln>
                <a:solidFill>
                  <a:prstClr val="white"/>
                </a:solidFill>
                <a:effectLst/>
                <a:uLnTx/>
                <a:uFillTx/>
                <a:latin typeface="Segoe UI"/>
                <a:ea typeface="+mn-ea"/>
                <a:cs typeface="+mn-cs"/>
              </a:rPr>
              <a:t>, </a:t>
            </a:r>
            <a:r>
              <a:rPr kumimoji="0" lang="en-US" sz="2000" b="1" i="0" u="none" strike="noStrike" kern="0" cap="none" spc="0" normalizeH="0" baseline="0" noProof="0" dirty="0" err="1">
                <a:ln>
                  <a:noFill/>
                </a:ln>
                <a:solidFill>
                  <a:prstClr val="white"/>
                </a:solidFill>
                <a:effectLst/>
                <a:uLnTx/>
                <a:uFillTx/>
                <a:latin typeface="Segoe UI"/>
                <a:ea typeface="+mn-ea"/>
                <a:cs typeface="+mn-cs"/>
              </a:rPr>
              <a:t>srv</a:t>
            </a:r>
            <a:r>
              <a:rPr kumimoji="0" lang="en-US" sz="2000" b="1" i="0" u="none" strike="noStrike" kern="0" cap="none" spc="0" normalizeH="0" baseline="0" noProof="0" dirty="0">
                <a:ln>
                  <a:noFill/>
                </a:ln>
                <a:solidFill>
                  <a:prstClr val="white"/>
                </a:solidFill>
                <a:effectLst/>
                <a:uLnTx/>
                <a:uFillTx/>
                <a:latin typeface="Segoe UI"/>
                <a:ea typeface="+mn-ea"/>
                <a:cs typeface="+mn-cs"/>
              </a:rPr>
              <a:t>, </a:t>
            </a:r>
            <a:r>
              <a:rPr kumimoji="0" lang="en-US" sz="2000" b="1" i="0" u="none" strike="noStrike" kern="0" cap="none" spc="0" normalizeH="0" baseline="0" noProof="0" dirty="0" err="1">
                <a:ln>
                  <a:noFill/>
                </a:ln>
                <a:solidFill>
                  <a:prstClr val="white"/>
                </a:solidFill>
                <a:effectLst/>
                <a:uLnTx/>
                <a:uFillTx/>
                <a:latin typeface="Segoe UI"/>
                <a:ea typeface="+mn-ea"/>
                <a:cs typeface="+mn-cs"/>
              </a:rPr>
              <a:t>ui</a:t>
            </a:r>
            <a:r>
              <a:rPr kumimoji="0" lang="en-US" sz="2000" b="1" i="0" u="none" strike="noStrike" kern="0" cap="none" spc="0" normalizeH="0" baseline="0" noProof="0" dirty="0">
                <a:ln>
                  <a:noFill/>
                </a:ln>
                <a:solidFill>
                  <a:prstClr val="white"/>
                </a:solidFill>
                <a:effectLst/>
                <a:uLnTx/>
                <a:uFillTx/>
                <a:latin typeface="Segoe UI"/>
                <a:ea typeface="+mn-ea"/>
                <a:cs typeface="+mn-cs"/>
              </a:rPr>
              <a:t> </a:t>
            </a:r>
            <a:r>
              <a:rPr kumimoji="0" lang="en-US" sz="2000" b="0" i="0" u="none" strike="noStrike" kern="0" cap="none" spc="0" normalizeH="0" baseline="0" noProof="0" dirty="0">
                <a:ln>
                  <a:noFill/>
                </a:ln>
                <a:solidFill>
                  <a:prstClr val="white"/>
                </a:solidFill>
                <a:effectLst/>
                <a:uLnTx/>
                <a:uFillTx/>
                <a:latin typeface="Segoe UI"/>
                <a:ea typeface="+mn-ea"/>
                <a:cs typeface="+mn-cs"/>
              </a:rPr>
              <a:t>folders.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0" cap="none" spc="0" normalizeH="0" baseline="0" noProof="0" dirty="0">
                <a:ln>
                  <a:noFill/>
                </a:ln>
                <a:solidFill>
                  <a:prstClr val="white"/>
                </a:solidFill>
                <a:effectLst/>
                <a:uLnTx/>
                <a:uFillTx/>
                <a:latin typeface="Segoe UI"/>
                <a:ea typeface="+mn-ea"/>
                <a:cs typeface="+mn-cs"/>
              </a:rPr>
              <a:t>If you want to quickly manage multiple node versions in your computer you can use </a:t>
            </a:r>
            <a:r>
              <a:rPr kumimoji="0" lang="en-IN" sz="2000" b="0" i="0" u="none" strike="noStrike" kern="0" cap="none" spc="0" normalizeH="0" baseline="0" noProof="0" dirty="0" err="1">
                <a:ln>
                  <a:noFill/>
                </a:ln>
                <a:solidFill>
                  <a:prstClr val="white"/>
                </a:solidFill>
                <a:effectLst/>
                <a:uLnTx/>
                <a:uFillTx/>
                <a:latin typeface="Segoe UI"/>
                <a:ea typeface="+mn-ea"/>
                <a:cs typeface="+mn-cs"/>
              </a:rPr>
              <a:t>nvm</a:t>
            </a:r>
            <a:r>
              <a:rPr kumimoji="0" lang="en-IN" sz="2000" b="0" i="0" u="none" strike="noStrike" kern="0" cap="none" spc="0" normalizeH="0" baseline="0" noProof="0" dirty="0">
                <a:ln>
                  <a:noFill/>
                </a:ln>
                <a:solidFill>
                  <a:prstClr val="white"/>
                </a:solidFill>
                <a:effectLst/>
                <a:uLnTx/>
                <a:uFillTx/>
                <a:latin typeface="Segoe UI"/>
                <a:ea typeface="+mn-ea"/>
                <a:cs typeface="+mn-cs"/>
              </a:rPr>
              <a:t> tool - </a:t>
            </a:r>
            <a:r>
              <a:rPr kumimoji="0" lang="en-IN" sz="2000" b="0" i="0" u="none" strike="noStrike" kern="0" cap="none" spc="0" normalizeH="0" baseline="0" noProof="0" dirty="0">
                <a:ln>
                  <a:noFill/>
                </a:ln>
                <a:solidFill>
                  <a:prstClr val="white"/>
                </a:solidFill>
                <a:effectLst/>
                <a:uLnTx/>
                <a:uFillTx/>
                <a:latin typeface="Segoe UI"/>
                <a:ea typeface="+mn-ea"/>
                <a:cs typeface="+mn-cs"/>
                <a:hlinkClick r:id="rId2">
                  <a:extLst>
                    <a:ext uri="{A12FA001-AC4F-418D-AE19-62706E023703}">
                      <ahyp:hlinkClr xmlns:ahyp="http://schemas.microsoft.com/office/drawing/2018/hyperlinkcolor" val="tx"/>
                    </a:ext>
                  </a:extLst>
                </a:hlinkClick>
              </a:rPr>
              <a:t>https://github.com/coreybutler/nvm-windows/releases</a:t>
            </a:r>
            <a:endParaRPr kumimoji="0" lang="en-IN" sz="2000" b="0" i="0" u="none" strike="noStrike" kern="0" cap="none" spc="0" normalizeH="0" baseline="0" noProof="0" dirty="0">
              <a:ln>
                <a:noFill/>
              </a:ln>
              <a:solidFill>
                <a:prstClr val="white"/>
              </a:solidFill>
              <a:effectLst/>
              <a:uLnTx/>
              <a:uFillTx/>
              <a:latin typeface="Segoe U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2000" b="0" i="0" u="none" strike="noStrike" kern="0" cap="none" spc="0" normalizeH="0" baseline="0" noProof="0" dirty="0">
              <a:ln>
                <a:noFill/>
              </a:ln>
              <a:solidFill>
                <a:prstClr val="white"/>
              </a:solidFill>
              <a:effectLst/>
              <a:uLnTx/>
              <a:uFillTx/>
              <a:latin typeface="Segoe U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0" cap="none" spc="0" normalizeH="0" baseline="0" noProof="0" dirty="0">
                <a:ln>
                  <a:noFill/>
                </a:ln>
                <a:solidFill>
                  <a:prstClr val="white"/>
                </a:solidFill>
                <a:effectLst/>
                <a:uLnTx/>
                <a:uFillTx/>
                <a:latin typeface="Segoe UI"/>
                <a:ea typeface="+mn-ea"/>
                <a:cs typeface="+mn-cs"/>
              </a:rPr>
              <a:t>When we make constant changes to the project, we want project to detect a correction and automatically restart the server. We can use the </a:t>
            </a:r>
            <a:r>
              <a:rPr kumimoji="0" lang="en-IN" sz="2000" b="1" i="0" u="none" strike="noStrike" kern="0" cap="none" spc="0" normalizeH="0" baseline="0" noProof="0" dirty="0" err="1">
                <a:ln>
                  <a:noFill/>
                </a:ln>
                <a:solidFill>
                  <a:prstClr val="white"/>
                </a:solidFill>
                <a:effectLst/>
                <a:uLnTx/>
                <a:uFillTx/>
                <a:latin typeface="Segoe UI"/>
                <a:ea typeface="+mn-ea"/>
                <a:cs typeface="+mn-cs"/>
              </a:rPr>
              <a:t>cds</a:t>
            </a:r>
            <a:r>
              <a:rPr kumimoji="0" lang="en-IN" sz="2000" b="1" i="0" u="none" strike="noStrike" kern="0" cap="none" spc="0" normalizeH="0" baseline="0" noProof="0" dirty="0">
                <a:ln>
                  <a:noFill/>
                </a:ln>
                <a:solidFill>
                  <a:prstClr val="white"/>
                </a:solidFill>
                <a:effectLst/>
                <a:uLnTx/>
                <a:uFillTx/>
                <a:latin typeface="Segoe UI"/>
                <a:ea typeface="+mn-ea"/>
                <a:cs typeface="+mn-cs"/>
              </a:rPr>
              <a:t> watch </a:t>
            </a:r>
            <a:r>
              <a:rPr kumimoji="0" lang="en-IN" sz="2000" b="0" i="0" u="none" strike="noStrike" kern="0" cap="none" spc="0" normalizeH="0" baseline="0" noProof="0" dirty="0">
                <a:ln>
                  <a:noFill/>
                </a:ln>
                <a:solidFill>
                  <a:prstClr val="white"/>
                </a:solidFill>
                <a:effectLst/>
                <a:uLnTx/>
                <a:uFillTx/>
                <a:latin typeface="Segoe UI"/>
                <a:ea typeface="+mn-ea"/>
                <a:cs typeface="+mn-cs"/>
              </a:rPr>
              <a:t>command instead of </a:t>
            </a:r>
            <a:r>
              <a:rPr kumimoji="0" lang="en-IN" sz="2000" b="1" i="0" u="none" strike="noStrike" kern="0" cap="none" spc="0" normalizeH="0" baseline="0" noProof="0" dirty="0" err="1">
                <a:ln>
                  <a:noFill/>
                </a:ln>
                <a:solidFill>
                  <a:prstClr val="white"/>
                </a:solidFill>
                <a:effectLst/>
                <a:uLnTx/>
                <a:uFillTx/>
                <a:latin typeface="Segoe UI"/>
                <a:ea typeface="+mn-ea"/>
                <a:cs typeface="+mn-cs"/>
              </a:rPr>
              <a:t>cds</a:t>
            </a:r>
            <a:r>
              <a:rPr kumimoji="0" lang="en-IN" sz="2000" b="1" i="0" u="none" strike="noStrike" kern="0" cap="none" spc="0" normalizeH="0" baseline="0" noProof="0" dirty="0">
                <a:ln>
                  <a:noFill/>
                </a:ln>
                <a:solidFill>
                  <a:prstClr val="white"/>
                </a:solidFill>
                <a:effectLst/>
                <a:uLnTx/>
                <a:uFillTx/>
                <a:latin typeface="Segoe UI"/>
                <a:ea typeface="+mn-ea"/>
                <a:cs typeface="+mn-cs"/>
              </a:rPr>
              <a:t> run</a:t>
            </a:r>
            <a:endParaRPr kumimoji="0" lang="en-IN" sz="2000" b="0" i="0" u="none" strike="noStrike" kern="0" cap="none" spc="0" normalizeH="0" baseline="0" noProof="0" dirty="0">
              <a:ln>
                <a:noFill/>
              </a:ln>
              <a:solidFill>
                <a:prstClr val="white"/>
              </a:solidFill>
              <a:effectLst/>
              <a:uLnTx/>
              <a:uFillTx/>
              <a:latin typeface="Segoe UI"/>
              <a:ea typeface="+mn-ea"/>
              <a:cs typeface="+mn-cs"/>
            </a:endParaRPr>
          </a:p>
        </p:txBody>
      </p:sp>
    </p:spTree>
    <p:extLst>
      <p:ext uri="{BB962C8B-B14F-4D97-AF65-F5344CB8AC3E}">
        <p14:creationId xmlns:p14="http://schemas.microsoft.com/office/powerpoint/2010/main" val="8436975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DB Design</a:t>
            </a:r>
          </a:p>
        </p:txBody>
      </p:sp>
      <p:sp>
        <p:nvSpPr>
          <p:cNvPr id="3" name="Rectangle 2">
            <a:extLst>
              <a:ext uri="{FF2B5EF4-FFF2-40B4-BE49-F238E27FC236}">
                <a16:creationId xmlns:a16="http://schemas.microsoft.com/office/drawing/2014/main" id="{EA20F50A-CB9E-23E1-DC37-E78CCBD617BA}"/>
              </a:ext>
            </a:extLst>
          </p:cNvPr>
          <p:cNvSpPr/>
          <p:nvPr/>
        </p:nvSpPr>
        <p:spPr>
          <a:xfrm>
            <a:off x="449806" y="2889216"/>
            <a:ext cx="2448272" cy="1296144"/>
          </a:xfrm>
          <a:prstGeom prst="rect">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Business partner</a:t>
            </a:r>
          </a:p>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a:t>
            </a:r>
            <a:r>
              <a:rPr kumimoji="0" lang="en-US" sz="1800" b="0" i="0" u="none" strike="noStrike" kern="1200" cap="none" spc="0" normalizeH="0" baseline="0" noProof="0" dirty="0">
                <a:ln>
                  <a:noFill/>
                </a:ln>
                <a:solidFill>
                  <a:prstClr val="white"/>
                </a:solidFill>
                <a:effectLst/>
                <a:uLnTx/>
                <a:uFillTx/>
                <a:latin typeface="Segoe UI"/>
                <a:ea typeface="+mn-ea"/>
                <a:cs typeface="+mn-cs"/>
              </a:rPr>
              <a:t>Customers, Suppliers)</a:t>
            </a:r>
            <a:endParaRPr kumimoji="0" lang="en-US" sz="2400" b="0" i="0" u="none" strike="noStrike" kern="1200" cap="none" spc="0" normalizeH="0" baseline="0" noProof="0" dirty="0">
              <a:ln>
                <a:noFill/>
              </a:ln>
              <a:solidFill>
                <a:prstClr val="white"/>
              </a:solidFill>
              <a:effectLst/>
              <a:uLnTx/>
              <a:uFillTx/>
              <a:latin typeface="Segoe UI"/>
              <a:ea typeface="+mn-ea"/>
              <a:cs typeface="+mn-cs"/>
            </a:endParaRPr>
          </a:p>
        </p:txBody>
      </p:sp>
      <p:sp>
        <p:nvSpPr>
          <p:cNvPr id="4" name="Rectangle 3">
            <a:extLst>
              <a:ext uri="{FF2B5EF4-FFF2-40B4-BE49-F238E27FC236}">
                <a16:creationId xmlns:a16="http://schemas.microsoft.com/office/drawing/2014/main" id="{3C70A250-995E-4FAE-671E-12D15849E10E}"/>
              </a:ext>
            </a:extLst>
          </p:cNvPr>
          <p:cNvSpPr/>
          <p:nvPr/>
        </p:nvSpPr>
        <p:spPr>
          <a:xfrm>
            <a:off x="449806" y="1310939"/>
            <a:ext cx="2448272" cy="786189"/>
          </a:xfrm>
          <a:prstGeom prst="rect">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Addresses</a:t>
            </a:r>
          </a:p>
        </p:txBody>
      </p:sp>
      <p:cxnSp>
        <p:nvCxnSpPr>
          <p:cNvPr id="5" name="Straight Connector 4">
            <a:extLst>
              <a:ext uri="{FF2B5EF4-FFF2-40B4-BE49-F238E27FC236}">
                <a16:creationId xmlns:a16="http://schemas.microsoft.com/office/drawing/2014/main" id="{23CAA533-07B7-451A-408E-566D8082B1EF}"/>
              </a:ext>
            </a:extLst>
          </p:cNvPr>
          <p:cNvCxnSpPr>
            <a:stCxn id="4" idx="2"/>
            <a:endCxn id="3" idx="0"/>
          </p:cNvCxnSpPr>
          <p:nvPr/>
        </p:nvCxnSpPr>
        <p:spPr>
          <a:xfrm>
            <a:off x="1673942" y="2097128"/>
            <a:ext cx="0" cy="792088"/>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85EE02F7-7DF6-2EE9-BEA7-743EC18A42AE}"/>
              </a:ext>
            </a:extLst>
          </p:cNvPr>
          <p:cNvSpPr/>
          <p:nvPr/>
        </p:nvSpPr>
        <p:spPr>
          <a:xfrm>
            <a:off x="4122214" y="2924944"/>
            <a:ext cx="2448272" cy="822507"/>
          </a:xfrm>
          <a:prstGeom prst="rect">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Purchase order</a:t>
            </a:r>
          </a:p>
        </p:txBody>
      </p:sp>
      <p:cxnSp>
        <p:nvCxnSpPr>
          <p:cNvPr id="7" name="Connector: Elbow 6">
            <a:extLst>
              <a:ext uri="{FF2B5EF4-FFF2-40B4-BE49-F238E27FC236}">
                <a16:creationId xmlns:a16="http://schemas.microsoft.com/office/drawing/2014/main" id="{F917C211-2860-8724-D9F5-9329ABAE0B00}"/>
              </a:ext>
            </a:extLst>
          </p:cNvPr>
          <p:cNvCxnSpPr>
            <a:cxnSpLocks/>
            <a:stCxn id="3" idx="3"/>
            <a:endCxn id="6" idx="1"/>
          </p:cNvCxnSpPr>
          <p:nvPr/>
        </p:nvCxnSpPr>
        <p:spPr>
          <a:xfrm flipV="1">
            <a:off x="2898078" y="3336198"/>
            <a:ext cx="1224136" cy="201090"/>
          </a:xfrm>
          <a:prstGeom prst="bentConnector3">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42F37EE8-FC34-37D5-E210-AFE042B15CA9}"/>
              </a:ext>
            </a:extLst>
          </p:cNvPr>
          <p:cNvSpPr/>
          <p:nvPr/>
        </p:nvSpPr>
        <p:spPr>
          <a:xfrm>
            <a:off x="4103572" y="4703191"/>
            <a:ext cx="2448272" cy="822507"/>
          </a:xfrm>
          <a:prstGeom prst="rect">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Purchase order Items</a:t>
            </a:r>
          </a:p>
        </p:txBody>
      </p:sp>
      <p:cxnSp>
        <p:nvCxnSpPr>
          <p:cNvPr id="9" name="Connector: Elbow 8">
            <a:extLst>
              <a:ext uri="{FF2B5EF4-FFF2-40B4-BE49-F238E27FC236}">
                <a16:creationId xmlns:a16="http://schemas.microsoft.com/office/drawing/2014/main" id="{B5AE692E-309C-6D07-FB96-3BDA7FC1B78D}"/>
              </a:ext>
            </a:extLst>
          </p:cNvPr>
          <p:cNvCxnSpPr>
            <a:stCxn id="6" idx="2"/>
            <a:endCxn id="8" idx="0"/>
          </p:cNvCxnSpPr>
          <p:nvPr/>
        </p:nvCxnSpPr>
        <p:spPr>
          <a:xfrm rot="5400000">
            <a:off x="4859159" y="4216000"/>
            <a:ext cx="955740" cy="18642"/>
          </a:xfrm>
          <a:prstGeom prst="bentConnector3">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DDDE7273-06D2-D315-6382-B8DD1BF36F53}"/>
              </a:ext>
            </a:extLst>
          </p:cNvPr>
          <p:cNvSpPr/>
          <p:nvPr/>
        </p:nvSpPr>
        <p:spPr>
          <a:xfrm>
            <a:off x="8442694" y="4617408"/>
            <a:ext cx="2736304" cy="1015663"/>
          </a:xfrm>
          <a:prstGeom prst="rect">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Product</a:t>
            </a:r>
          </a:p>
        </p:txBody>
      </p:sp>
      <p:cxnSp>
        <p:nvCxnSpPr>
          <p:cNvPr id="11" name="Connector: Elbow 10">
            <a:extLst>
              <a:ext uri="{FF2B5EF4-FFF2-40B4-BE49-F238E27FC236}">
                <a16:creationId xmlns:a16="http://schemas.microsoft.com/office/drawing/2014/main" id="{6ECB2D63-79EE-1B31-E55B-79CAEC7FF367}"/>
              </a:ext>
            </a:extLst>
          </p:cNvPr>
          <p:cNvCxnSpPr>
            <a:stCxn id="8" idx="3"/>
            <a:endCxn id="10" idx="1"/>
          </p:cNvCxnSpPr>
          <p:nvPr/>
        </p:nvCxnSpPr>
        <p:spPr>
          <a:xfrm>
            <a:off x="6551844" y="5114445"/>
            <a:ext cx="1890850" cy="10795"/>
          </a:xfrm>
          <a:prstGeom prst="bentConnector3">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09DF3925-FFE3-01C8-92A3-82EA23EC9784}"/>
              </a:ext>
            </a:extLst>
          </p:cNvPr>
          <p:cNvSpPr/>
          <p:nvPr/>
        </p:nvSpPr>
        <p:spPr>
          <a:xfrm>
            <a:off x="8457382" y="2828365"/>
            <a:ext cx="2736304" cy="1015663"/>
          </a:xfrm>
          <a:prstGeom prst="rect">
            <a:avLst/>
          </a:prstGeom>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Product Text</a:t>
            </a:r>
          </a:p>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(localized)</a:t>
            </a:r>
          </a:p>
        </p:txBody>
      </p:sp>
      <p:cxnSp>
        <p:nvCxnSpPr>
          <p:cNvPr id="13" name="Connector: Elbow 12">
            <a:extLst>
              <a:ext uri="{FF2B5EF4-FFF2-40B4-BE49-F238E27FC236}">
                <a16:creationId xmlns:a16="http://schemas.microsoft.com/office/drawing/2014/main" id="{EBDD0C4B-85D4-E4B5-4A6C-6D11C2F9A5D5}"/>
              </a:ext>
            </a:extLst>
          </p:cNvPr>
          <p:cNvCxnSpPr>
            <a:stCxn id="12" idx="2"/>
            <a:endCxn id="10" idx="0"/>
          </p:cNvCxnSpPr>
          <p:nvPr/>
        </p:nvCxnSpPr>
        <p:spPr>
          <a:xfrm rot="5400000">
            <a:off x="9431500" y="4223374"/>
            <a:ext cx="773380" cy="14688"/>
          </a:xfrm>
          <a:prstGeom prst="bentConnector3">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F3DC6AFA-1A63-88AE-E9CA-25885343CC64}"/>
              </a:ext>
            </a:extLst>
          </p:cNvPr>
          <p:cNvSpPr txBox="1"/>
          <p:nvPr/>
        </p:nvSpPr>
        <p:spPr>
          <a:xfrm>
            <a:off x="1853963" y="2241144"/>
            <a:ext cx="1116122" cy="461665"/>
          </a:xfrm>
          <a:prstGeom prst="rect">
            <a:avLst/>
          </a:prstGeom>
          <a:noFill/>
          <a:ln>
            <a:noFill/>
          </a:ln>
        </p:spPr>
        <p:txBody>
          <a:bodyPr wrap="square" rtlCol="0">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1..1</a:t>
            </a:r>
          </a:p>
        </p:txBody>
      </p:sp>
      <p:sp>
        <p:nvSpPr>
          <p:cNvPr id="15" name="TextBox 14">
            <a:extLst>
              <a:ext uri="{FF2B5EF4-FFF2-40B4-BE49-F238E27FC236}">
                <a16:creationId xmlns:a16="http://schemas.microsoft.com/office/drawing/2014/main" id="{E3F4B239-2E8C-B6BF-1237-BF1705B90805}"/>
              </a:ext>
            </a:extLst>
          </p:cNvPr>
          <p:cNvSpPr txBox="1"/>
          <p:nvPr/>
        </p:nvSpPr>
        <p:spPr>
          <a:xfrm>
            <a:off x="3096377" y="2895202"/>
            <a:ext cx="881821" cy="461665"/>
          </a:xfrm>
          <a:prstGeom prst="rect">
            <a:avLst/>
          </a:prstGeom>
          <a:noFill/>
          <a:ln>
            <a:noFill/>
          </a:ln>
        </p:spPr>
        <p:txBody>
          <a:bodyPr wrap="square">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1..*</a:t>
            </a:r>
          </a:p>
        </p:txBody>
      </p:sp>
      <p:sp>
        <p:nvSpPr>
          <p:cNvPr id="16" name="TextBox 15">
            <a:extLst>
              <a:ext uri="{FF2B5EF4-FFF2-40B4-BE49-F238E27FC236}">
                <a16:creationId xmlns:a16="http://schemas.microsoft.com/office/drawing/2014/main" id="{4FAE37F6-701D-F062-A38D-693DE4C4C026}"/>
              </a:ext>
            </a:extLst>
          </p:cNvPr>
          <p:cNvSpPr txBox="1"/>
          <p:nvPr/>
        </p:nvSpPr>
        <p:spPr>
          <a:xfrm>
            <a:off x="5571790" y="3994488"/>
            <a:ext cx="881821" cy="461665"/>
          </a:xfrm>
          <a:prstGeom prst="rect">
            <a:avLst/>
          </a:prstGeom>
          <a:noFill/>
          <a:ln>
            <a:noFill/>
          </a:ln>
        </p:spPr>
        <p:txBody>
          <a:bodyPr wrap="square">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1..*</a:t>
            </a:r>
          </a:p>
        </p:txBody>
      </p:sp>
      <p:sp>
        <p:nvSpPr>
          <p:cNvPr id="17" name="TextBox 16">
            <a:extLst>
              <a:ext uri="{FF2B5EF4-FFF2-40B4-BE49-F238E27FC236}">
                <a16:creationId xmlns:a16="http://schemas.microsoft.com/office/drawing/2014/main" id="{8B15D7C1-BF60-5530-53BD-C009CCE0D8F0}"/>
              </a:ext>
            </a:extLst>
          </p:cNvPr>
          <p:cNvSpPr txBox="1"/>
          <p:nvPr/>
        </p:nvSpPr>
        <p:spPr>
          <a:xfrm>
            <a:off x="7218558" y="4730269"/>
            <a:ext cx="881821" cy="461665"/>
          </a:xfrm>
          <a:prstGeom prst="rect">
            <a:avLst/>
          </a:prstGeom>
          <a:noFill/>
          <a:ln>
            <a:noFill/>
          </a:ln>
        </p:spPr>
        <p:txBody>
          <a:bodyPr wrap="square">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1..1</a:t>
            </a:r>
          </a:p>
        </p:txBody>
      </p:sp>
      <p:sp>
        <p:nvSpPr>
          <p:cNvPr id="18" name="TextBox 17">
            <a:extLst>
              <a:ext uri="{FF2B5EF4-FFF2-40B4-BE49-F238E27FC236}">
                <a16:creationId xmlns:a16="http://schemas.microsoft.com/office/drawing/2014/main" id="{DAB2FCD0-92E2-B406-33F3-FB25960B1291}"/>
              </a:ext>
            </a:extLst>
          </p:cNvPr>
          <p:cNvSpPr txBox="1"/>
          <p:nvPr/>
        </p:nvSpPr>
        <p:spPr>
          <a:xfrm>
            <a:off x="9954862" y="3985420"/>
            <a:ext cx="881821" cy="461665"/>
          </a:xfrm>
          <a:prstGeom prst="rect">
            <a:avLst/>
          </a:prstGeom>
          <a:noFill/>
          <a:ln>
            <a:noFill/>
          </a:ln>
        </p:spPr>
        <p:txBody>
          <a:bodyPr wrap="square">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1..*</a:t>
            </a:r>
          </a:p>
        </p:txBody>
      </p:sp>
    </p:spTree>
    <p:extLst>
      <p:ext uri="{BB962C8B-B14F-4D97-AF65-F5344CB8AC3E}">
        <p14:creationId xmlns:p14="http://schemas.microsoft.com/office/powerpoint/2010/main" val="1845492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sz="3600" dirty="0">
                <a:latin typeface="Cooper Black" panose="0208090404030B020404" pitchFamily="18" charset="0"/>
              </a:rPr>
              <a:t>Hands on: Create DB Module</a:t>
            </a:r>
            <a:endParaRPr lang="en-US" dirty="0"/>
          </a:p>
        </p:txBody>
      </p:sp>
      <p:sp>
        <p:nvSpPr>
          <p:cNvPr id="5" name="TextBox 4">
            <a:extLst>
              <a:ext uri="{FF2B5EF4-FFF2-40B4-BE49-F238E27FC236}">
                <a16:creationId xmlns:a16="http://schemas.microsoft.com/office/drawing/2014/main" id="{C21469E4-175F-C0F0-122A-A58E62C81574}"/>
              </a:ext>
            </a:extLst>
          </p:cNvPr>
          <p:cNvSpPr txBox="1"/>
          <p:nvPr/>
        </p:nvSpPr>
        <p:spPr>
          <a:xfrm>
            <a:off x="189756" y="980728"/>
            <a:ext cx="11665296" cy="1200329"/>
          </a:xfrm>
          <a:prstGeom prst="rect">
            <a:avLst/>
          </a:prstGeom>
          <a:noFill/>
          <a:ln>
            <a:solidFill>
              <a:schemeClr val="bg1"/>
            </a:solidFill>
          </a:ln>
        </p:spPr>
        <p:txBody>
          <a:bodyPr wrap="square" rtlCol="0">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white"/>
                </a:solidFill>
                <a:effectLst/>
                <a:uLnTx/>
                <a:uFillTx/>
                <a:latin typeface="Segoe UI"/>
                <a:ea typeface="+mn-ea"/>
                <a:cs typeface="+mn-cs"/>
              </a:rPr>
              <a:t>Solution:</a:t>
            </a: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Segoe UI"/>
                <a:ea typeface="+mn-ea"/>
                <a:cs typeface="+mn-cs"/>
                <a:hlinkClick r:id="rId2"/>
              </a:rPr>
              <a:t>https://github.com/soyuztechnologies/SAP_BTP_Training_CLD200/blob/master/Day%203/01%20db.zip</a:t>
            </a:r>
            <a:endParaRPr kumimoji="0" lang="en-US" sz="2400" b="0" i="0" u="none" strike="noStrike" kern="1200" cap="none" spc="0" normalizeH="0" baseline="0" noProof="0" dirty="0">
              <a:ln>
                <a:noFill/>
              </a:ln>
              <a:solidFill>
                <a:prstClr val="black"/>
              </a:solidFill>
              <a:effectLst/>
              <a:uLnTx/>
              <a:uFillTx/>
              <a:latin typeface="Segoe UI"/>
              <a:ea typeface="+mn-ea"/>
              <a:cs typeface="+mn-cs"/>
            </a:endParaRPr>
          </a:p>
        </p:txBody>
      </p:sp>
      <p:pic>
        <p:nvPicPr>
          <p:cNvPr id="1026" name="Picture 2" descr="Database icons for free download | Freepik">
            <a:extLst>
              <a:ext uri="{FF2B5EF4-FFF2-40B4-BE49-F238E27FC236}">
                <a16:creationId xmlns:a16="http://schemas.microsoft.com/office/drawing/2014/main" id="{53697E66-CE08-835A-8815-829DBD6ED9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34172" y="2708920"/>
            <a:ext cx="3580656" cy="35806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3152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sz="3600" dirty="0">
                <a:latin typeface="Cooper Black" panose="0208090404030B020404" pitchFamily="18" charset="0"/>
              </a:rPr>
              <a:t>Reuse Types and aspects</a:t>
            </a:r>
            <a:endParaRPr lang="en-US" dirty="0"/>
          </a:p>
        </p:txBody>
      </p:sp>
      <p:sp>
        <p:nvSpPr>
          <p:cNvPr id="3" name="TextBox 2">
            <a:extLst>
              <a:ext uri="{FF2B5EF4-FFF2-40B4-BE49-F238E27FC236}">
                <a16:creationId xmlns:a16="http://schemas.microsoft.com/office/drawing/2014/main" id="{7D710071-42A0-95C3-A71A-A66D7DB444D3}"/>
              </a:ext>
            </a:extLst>
          </p:cNvPr>
          <p:cNvSpPr txBox="1"/>
          <p:nvPr/>
        </p:nvSpPr>
        <p:spPr>
          <a:xfrm>
            <a:off x="189756" y="791728"/>
            <a:ext cx="11809312" cy="3170099"/>
          </a:xfrm>
          <a:prstGeom prst="rect">
            <a:avLst/>
          </a:prstGeom>
          <a:noFill/>
        </p:spPr>
        <p:txBody>
          <a:bodyPr wrap="square" rtlCol="0">
            <a:spAutoFit/>
          </a:bodyPr>
          <a:lstStyle/>
          <a:p>
            <a:r>
              <a:rPr lang="en-US" sz="2000" dirty="0">
                <a:solidFill>
                  <a:schemeClr val="bg1"/>
                </a:solidFill>
              </a:rPr>
              <a:t>When we design database artefacts, at times we have many similar objects and their data types. Instead of hardcoding the type as primitive type, it is recommended to create custom data types. Using custom data type increase reusability and reduce maintenance.</a:t>
            </a:r>
          </a:p>
          <a:p>
            <a:r>
              <a:rPr lang="en-US" sz="2000" dirty="0">
                <a:solidFill>
                  <a:schemeClr val="bg1"/>
                </a:solidFill>
              </a:rPr>
              <a:t>When we create a separate CDS file for reuse purpose and consume it. This file contain types, enumerators and aspects.</a:t>
            </a:r>
          </a:p>
          <a:p>
            <a:endParaRPr lang="en-US" sz="2000" dirty="0">
              <a:solidFill>
                <a:schemeClr val="bg1"/>
              </a:solidFill>
            </a:endParaRPr>
          </a:p>
          <a:p>
            <a:r>
              <a:rPr lang="en-US" sz="2000" dirty="0">
                <a:solidFill>
                  <a:schemeClr val="bg1"/>
                </a:solidFill>
              </a:rPr>
              <a:t>Every project would need some common aspects and types related to primary key generation, admin data (created by, created on, changed by, changed on) – temporal, Currency.</a:t>
            </a:r>
          </a:p>
          <a:p>
            <a:endParaRPr lang="en-IN" sz="2000" dirty="0">
              <a:solidFill>
                <a:schemeClr val="bg1"/>
              </a:solidFill>
            </a:endParaRPr>
          </a:p>
          <a:p>
            <a:r>
              <a:rPr lang="en-IN" sz="2000" dirty="0">
                <a:solidFill>
                  <a:schemeClr val="bg1"/>
                </a:solidFill>
              </a:rPr>
              <a:t>Aspect (structures in </a:t>
            </a:r>
            <a:r>
              <a:rPr lang="en-IN" sz="2000" dirty="0" err="1">
                <a:solidFill>
                  <a:schemeClr val="bg1"/>
                </a:solidFill>
              </a:rPr>
              <a:t>abap</a:t>
            </a:r>
            <a:r>
              <a:rPr lang="en-IN" sz="2000" dirty="0">
                <a:solidFill>
                  <a:schemeClr val="bg1"/>
                </a:solidFill>
              </a:rPr>
              <a:t>) is combination of many fields.</a:t>
            </a:r>
          </a:p>
        </p:txBody>
      </p:sp>
    </p:spTree>
    <p:extLst>
      <p:ext uri="{BB962C8B-B14F-4D97-AF65-F5344CB8AC3E}">
        <p14:creationId xmlns:p14="http://schemas.microsoft.com/office/powerpoint/2010/main" val="33397932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752F8-6CB7-3854-A476-30D4F8FBC5ED}"/>
              </a:ext>
            </a:extLst>
          </p:cNvPr>
          <p:cNvSpPr>
            <a:spLocks noGrp="1"/>
          </p:cNvSpPr>
          <p:nvPr>
            <p:ph type="title"/>
          </p:nvPr>
        </p:nvSpPr>
        <p:spPr/>
        <p:txBody>
          <a:bodyPr/>
          <a:lstStyle/>
          <a:p>
            <a:r>
              <a:rPr lang="en-IN" dirty="0"/>
              <a:t>EPM Data Model</a:t>
            </a:r>
          </a:p>
        </p:txBody>
      </p:sp>
      <p:sp>
        <p:nvSpPr>
          <p:cNvPr id="3" name="Rectangle 2">
            <a:extLst>
              <a:ext uri="{FF2B5EF4-FFF2-40B4-BE49-F238E27FC236}">
                <a16:creationId xmlns:a16="http://schemas.microsoft.com/office/drawing/2014/main" id="{F1AEAB0E-753B-81DF-4CE8-0E8299954937}"/>
              </a:ext>
            </a:extLst>
          </p:cNvPr>
          <p:cNvSpPr/>
          <p:nvPr/>
        </p:nvSpPr>
        <p:spPr>
          <a:xfrm>
            <a:off x="4366220" y="1556792"/>
            <a:ext cx="2880320" cy="3816424"/>
          </a:xfrm>
          <a:prstGeom prst="rect">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r>
              <a:rPr lang="en-IN" dirty="0" err="1"/>
              <a:t>ITeIO</a:t>
            </a:r>
            <a:endParaRPr lang="en-IN" dirty="0"/>
          </a:p>
        </p:txBody>
      </p:sp>
      <p:sp>
        <p:nvSpPr>
          <p:cNvPr id="4" name="Rectangle 3">
            <a:extLst>
              <a:ext uri="{FF2B5EF4-FFF2-40B4-BE49-F238E27FC236}">
                <a16:creationId xmlns:a16="http://schemas.microsoft.com/office/drawing/2014/main" id="{B90665D6-8944-845D-2260-8A9C1A4FB0EA}"/>
              </a:ext>
            </a:extLst>
          </p:cNvPr>
          <p:cNvSpPr/>
          <p:nvPr/>
        </p:nvSpPr>
        <p:spPr>
          <a:xfrm>
            <a:off x="10126860" y="2708920"/>
            <a:ext cx="1728192" cy="1152128"/>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r>
              <a:rPr lang="en-IN" dirty="0"/>
              <a:t>Supplier</a:t>
            </a:r>
          </a:p>
          <a:p>
            <a:pPr algn="ctr"/>
            <a:r>
              <a:rPr lang="en-IN" dirty="0"/>
              <a:t>Vendors</a:t>
            </a:r>
          </a:p>
        </p:txBody>
      </p:sp>
      <p:sp>
        <p:nvSpPr>
          <p:cNvPr id="5" name="Arrow: Right 4">
            <a:extLst>
              <a:ext uri="{FF2B5EF4-FFF2-40B4-BE49-F238E27FC236}">
                <a16:creationId xmlns:a16="http://schemas.microsoft.com/office/drawing/2014/main" id="{90D3D3A3-F75E-FB26-57C8-DB7D94A6318B}"/>
              </a:ext>
            </a:extLst>
          </p:cNvPr>
          <p:cNvSpPr/>
          <p:nvPr/>
        </p:nvSpPr>
        <p:spPr>
          <a:xfrm>
            <a:off x="7174532" y="2708920"/>
            <a:ext cx="3024336" cy="576064"/>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IN" dirty="0"/>
              <a:t>Purchase order</a:t>
            </a:r>
          </a:p>
        </p:txBody>
      </p:sp>
      <p:sp>
        <p:nvSpPr>
          <p:cNvPr id="6" name="Flowchart: Magnetic Disk 5">
            <a:extLst>
              <a:ext uri="{FF2B5EF4-FFF2-40B4-BE49-F238E27FC236}">
                <a16:creationId xmlns:a16="http://schemas.microsoft.com/office/drawing/2014/main" id="{CB508124-4656-6527-782A-1BF7F1F46623}"/>
              </a:ext>
            </a:extLst>
          </p:cNvPr>
          <p:cNvSpPr/>
          <p:nvPr/>
        </p:nvSpPr>
        <p:spPr>
          <a:xfrm>
            <a:off x="6814492" y="4689140"/>
            <a:ext cx="1368152" cy="1224136"/>
          </a:xfrm>
          <a:prstGeom prst="flowChartMagneticDisk">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en-IN" dirty="0"/>
          </a:p>
        </p:txBody>
      </p:sp>
      <p:sp>
        <p:nvSpPr>
          <p:cNvPr id="7" name="Rectangle 6">
            <a:extLst>
              <a:ext uri="{FF2B5EF4-FFF2-40B4-BE49-F238E27FC236}">
                <a16:creationId xmlns:a16="http://schemas.microsoft.com/office/drawing/2014/main" id="{4CE22ABA-18B2-D376-2025-931527EB9095}"/>
              </a:ext>
            </a:extLst>
          </p:cNvPr>
          <p:cNvSpPr/>
          <p:nvPr/>
        </p:nvSpPr>
        <p:spPr>
          <a:xfrm>
            <a:off x="189756" y="2627913"/>
            <a:ext cx="1944216" cy="1152128"/>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IN" dirty="0"/>
              <a:t>Customer</a:t>
            </a:r>
          </a:p>
        </p:txBody>
      </p:sp>
      <p:sp>
        <p:nvSpPr>
          <p:cNvPr id="8" name="Arrow: Right 7">
            <a:extLst>
              <a:ext uri="{FF2B5EF4-FFF2-40B4-BE49-F238E27FC236}">
                <a16:creationId xmlns:a16="http://schemas.microsoft.com/office/drawing/2014/main" id="{94995294-BCD4-2A9D-DC5D-428A36C5978F}"/>
              </a:ext>
            </a:extLst>
          </p:cNvPr>
          <p:cNvSpPr/>
          <p:nvPr/>
        </p:nvSpPr>
        <p:spPr>
          <a:xfrm>
            <a:off x="2061964" y="2610295"/>
            <a:ext cx="2880320" cy="576064"/>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IN" dirty="0"/>
              <a:t>Sales order</a:t>
            </a:r>
          </a:p>
        </p:txBody>
      </p:sp>
      <p:sp>
        <p:nvSpPr>
          <p:cNvPr id="9" name="TextBox 8">
            <a:extLst>
              <a:ext uri="{FF2B5EF4-FFF2-40B4-BE49-F238E27FC236}">
                <a16:creationId xmlns:a16="http://schemas.microsoft.com/office/drawing/2014/main" id="{065C8589-E4B8-D522-BC03-C17965ECCD3F}"/>
              </a:ext>
            </a:extLst>
          </p:cNvPr>
          <p:cNvSpPr txBox="1"/>
          <p:nvPr/>
        </p:nvSpPr>
        <p:spPr>
          <a:xfrm>
            <a:off x="7534572" y="980728"/>
            <a:ext cx="3528392" cy="1908215"/>
          </a:xfrm>
          <a:prstGeom prst="rect">
            <a:avLst/>
          </a:prstGeom>
          <a:noFill/>
        </p:spPr>
        <p:txBody>
          <a:bodyPr wrap="square" rtlCol="0">
            <a:spAutoFit/>
          </a:bodyPr>
          <a:lstStyle/>
          <a:p>
            <a:r>
              <a:rPr lang="en-IN" dirty="0">
                <a:solidFill>
                  <a:srgbClr val="FF0000"/>
                </a:solidFill>
              </a:rPr>
              <a:t>Purchase order header</a:t>
            </a:r>
          </a:p>
          <a:p>
            <a:r>
              <a:rPr lang="en-IN" sz="1600" dirty="0">
                <a:solidFill>
                  <a:srgbClr val="FF0000"/>
                </a:solidFill>
              </a:rPr>
              <a:t>Supplier, date, total, </a:t>
            </a:r>
            <a:r>
              <a:rPr lang="en-IN" sz="1600" dirty="0" err="1">
                <a:solidFill>
                  <a:srgbClr val="FF0000"/>
                </a:solidFill>
              </a:rPr>
              <a:t>curr</a:t>
            </a:r>
            <a:endParaRPr lang="en-IN" sz="1600" dirty="0">
              <a:solidFill>
                <a:srgbClr val="FF0000"/>
              </a:solidFill>
            </a:endParaRPr>
          </a:p>
          <a:p>
            <a:r>
              <a:rPr lang="en-IN" dirty="0">
                <a:solidFill>
                  <a:srgbClr val="FF0000"/>
                </a:solidFill>
              </a:rPr>
              <a:t>Purchase order Items</a:t>
            </a:r>
          </a:p>
          <a:p>
            <a:pPr marL="285750" indent="-285750">
              <a:buFont typeface="Arial" panose="020B0604020202020204" pitchFamily="34" charset="0"/>
              <a:buChar char="•"/>
            </a:pPr>
            <a:r>
              <a:rPr lang="en-IN" sz="1800" dirty="0">
                <a:solidFill>
                  <a:srgbClr val="FF0000"/>
                </a:solidFill>
              </a:rPr>
              <a:t>100 laptops</a:t>
            </a:r>
          </a:p>
          <a:p>
            <a:pPr marL="285750" indent="-285750">
              <a:buFont typeface="Arial" panose="020B0604020202020204" pitchFamily="34" charset="0"/>
              <a:buChar char="•"/>
            </a:pPr>
            <a:r>
              <a:rPr lang="en-IN" sz="1800" dirty="0">
                <a:solidFill>
                  <a:srgbClr val="FF0000"/>
                </a:solidFill>
              </a:rPr>
              <a:t>200 webcams</a:t>
            </a:r>
          </a:p>
          <a:p>
            <a:pPr marL="285750" indent="-285750">
              <a:buFont typeface="Arial" panose="020B0604020202020204" pitchFamily="34" charset="0"/>
              <a:buChar char="•"/>
            </a:pPr>
            <a:r>
              <a:rPr lang="en-IN" sz="1800" dirty="0">
                <a:solidFill>
                  <a:srgbClr val="FF0000"/>
                </a:solidFill>
              </a:rPr>
              <a:t>50 printer</a:t>
            </a:r>
          </a:p>
        </p:txBody>
      </p:sp>
    </p:spTree>
    <p:extLst>
      <p:ext uri="{BB962C8B-B14F-4D97-AF65-F5344CB8AC3E}">
        <p14:creationId xmlns:p14="http://schemas.microsoft.com/office/powerpoint/2010/main" val="37831031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sz="3600" dirty="0">
                <a:latin typeface="Cooper Black" panose="0208090404030B020404" pitchFamily="18" charset="0"/>
              </a:rPr>
              <a:t>Hands on: Service creation</a:t>
            </a:r>
            <a:endParaRPr lang="en-US" dirty="0"/>
          </a:p>
        </p:txBody>
      </p:sp>
      <p:pic>
        <p:nvPicPr>
          <p:cNvPr id="2050" name="Picture 2" descr="Page 12 | Clean Input Images - Free Download on Freepik">
            <a:extLst>
              <a:ext uri="{FF2B5EF4-FFF2-40B4-BE49-F238E27FC236}">
                <a16:creationId xmlns:a16="http://schemas.microsoft.com/office/drawing/2014/main" id="{BAA36297-F35D-C0B5-2012-493056F981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46140" y="2996952"/>
            <a:ext cx="3374505" cy="337450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035E34EB-DCB8-C785-1853-C655B5BF6A95}"/>
              </a:ext>
            </a:extLst>
          </p:cNvPr>
          <p:cNvSpPr txBox="1"/>
          <p:nvPr/>
        </p:nvSpPr>
        <p:spPr>
          <a:xfrm>
            <a:off x="189756" y="980728"/>
            <a:ext cx="11737304" cy="1200329"/>
          </a:xfrm>
          <a:prstGeom prst="rect">
            <a:avLst/>
          </a:prstGeom>
          <a:noFill/>
          <a:ln>
            <a:solidFill>
              <a:schemeClr val="bg1"/>
            </a:solidFill>
          </a:ln>
        </p:spPr>
        <p:txBody>
          <a:bodyPr wrap="square" rtlCol="0">
            <a:spAutoFit/>
          </a:bodyPr>
          <a:lstStyle/>
          <a:p>
            <a:r>
              <a:rPr lang="en-US" dirty="0">
                <a:solidFill>
                  <a:schemeClr val="bg1"/>
                </a:solidFill>
              </a:rPr>
              <a:t>Solution</a:t>
            </a:r>
          </a:p>
          <a:p>
            <a:r>
              <a:rPr lang="en-US" dirty="0">
                <a:solidFill>
                  <a:schemeClr val="bg1"/>
                </a:solidFill>
                <a:hlinkClick r:id="rId3"/>
              </a:rPr>
              <a:t>https://github.com/soyuztechnologies/SAP_BTP_Training_CLD200/blob/master/Day%203/02%20srv.zip</a:t>
            </a:r>
            <a:endParaRPr lang="en-US" dirty="0">
              <a:solidFill>
                <a:schemeClr val="bg1"/>
              </a:solidFill>
            </a:endParaRPr>
          </a:p>
        </p:txBody>
      </p:sp>
    </p:spTree>
    <p:extLst>
      <p:ext uri="{BB962C8B-B14F-4D97-AF65-F5344CB8AC3E}">
        <p14:creationId xmlns:p14="http://schemas.microsoft.com/office/powerpoint/2010/main" val="36569991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E71F3-7223-6535-6631-0650302FAD8B}"/>
              </a:ext>
            </a:extLst>
          </p:cNvPr>
          <p:cNvSpPr>
            <a:spLocks noGrp="1"/>
          </p:cNvSpPr>
          <p:nvPr>
            <p:ph type="title"/>
          </p:nvPr>
        </p:nvSpPr>
        <p:spPr/>
        <p:txBody>
          <a:bodyPr/>
          <a:lstStyle/>
          <a:p>
            <a:r>
              <a:rPr lang="en-US" dirty="0"/>
              <a:t>Introduction to CDS Views</a:t>
            </a:r>
          </a:p>
        </p:txBody>
      </p:sp>
      <p:sp>
        <p:nvSpPr>
          <p:cNvPr id="4" name="TextBox 3">
            <a:extLst>
              <a:ext uri="{FF2B5EF4-FFF2-40B4-BE49-F238E27FC236}">
                <a16:creationId xmlns:a16="http://schemas.microsoft.com/office/drawing/2014/main" id="{F93B2F40-10EC-C526-D717-5D1C55DAF2E7}"/>
              </a:ext>
            </a:extLst>
          </p:cNvPr>
          <p:cNvSpPr txBox="1"/>
          <p:nvPr/>
        </p:nvSpPr>
        <p:spPr>
          <a:xfrm>
            <a:off x="130881" y="784925"/>
            <a:ext cx="11927061" cy="2862322"/>
          </a:xfrm>
          <a:prstGeom prst="rect">
            <a:avLst/>
          </a:prstGeom>
          <a:noFill/>
        </p:spPr>
        <p:txBody>
          <a:bodyPr wrap="square">
            <a:spAutoFit/>
          </a:bodyPr>
          <a:lstStyle/>
          <a:p>
            <a:r>
              <a:rPr lang="en-US" sz="2000" dirty="0">
                <a:solidFill>
                  <a:schemeClr val="bg1"/>
                </a:solidFill>
              </a:rPr>
              <a:t>1. Usually we have all our data distributed across multiple tables, and if we need to get this data out, we need to write complex queries with joins. It becomes very complex to handle the maintenance of these large queries. Views will simplify the consumption and make it easy to maintenance.</a:t>
            </a:r>
          </a:p>
          <a:p>
            <a:r>
              <a:rPr lang="en-US" sz="2000" dirty="0">
                <a:solidFill>
                  <a:schemeClr val="bg1"/>
                </a:solidFill>
              </a:rPr>
              <a:t>2. We can perform operations like aggregation on the view.</a:t>
            </a:r>
          </a:p>
          <a:p>
            <a:r>
              <a:rPr lang="en-US" sz="2000" dirty="0">
                <a:solidFill>
                  <a:schemeClr val="bg1"/>
                </a:solidFill>
              </a:rPr>
              <a:t>3. Security</a:t>
            </a:r>
          </a:p>
          <a:p>
            <a:r>
              <a:rPr lang="en-US" sz="2000" dirty="0">
                <a:solidFill>
                  <a:schemeClr val="bg1"/>
                </a:solidFill>
              </a:rPr>
              <a:t>4. CDS views are also the contracts for data consumption</a:t>
            </a:r>
          </a:p>
          <a:p>
            <a:r>
              <a:rPr lang="en-US" sz="2000" dirty="0">
                <a:solidFill>
                  <a:schemeClr val="bg1"/>
                </a:solidFill>
              </a:rPr>
              <a:t>5. They include annotations which drive functionality.</a:t>
            </a:r>
          </a:p>
          <a:p>
            <a:r>
              <a:rPr lang="en-US" sz="2000" dirty="0">
                <a:solidFill>
                  <a:schemeClr val="bg1"/>
                </a:solidFill>
              </a:rPr>
              <a:t>6. View provide lose coupling to load data. Whereas when we use queries and joins, they are always tight coupling.</a:t>
            </a:r>
            <a:endParaRPr lang="en-IN" sz="2000" dirty="0">
              <a:solidFill>
                <a:schemeClr val="bg1"/>
              </a:solidFill>
            </a:endParaRPr>
          </a:p>
        </p:txBody>
      </p:sp>
      <p:sp>
        <p:nvSpPr>
          <p:cNvPr id="5" name="Rectangle 4">
            <a:extLst>
              <a:ext uri="{FF2B5EF4-FFF2-40B4-BE49-F238E27FC236}">
                <a16:creationId xmlns:a16="http://schemas.microsoft.com/office/drawing/2014/main" id="{F0D287AE-20B2-4CAD-0046-02C2B69712EA}"/>
              </a:ext>
            </a:extLst>
          </p:cNvPr>
          <p:cNvSpPr/>
          <p:nvPr/>
        </p:nvSpPr>
        <p:spPr>
          <a:xfrm>
            <a:off x="5446340" y="3789040"/>
            <a:ext cx="1800200" cy="2160240"/>
          </a:xfrm>
          <a:prstGeom prst="rect">
            <a:avLst/>
          </a:prstGeom>
          <a:solidFill>
            <a:srgbClr val="92D05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Purchase order</a:t>
            </a:r>
          </a:p>
        </p:txBody>
      </p:sp>
      <p:sp>
        <p:nvSpPr>
          <p:cNvPr id="6" name="Arrow: Right 5">
            <a:extLst>
              <a:ext uri="{FF2B5EF4-FFF2-40B4-BE49-F238E27FC236}">
                <a16:creationId xmlns:a16="http://schemas.microsoft.com/office/drawing/2014/main" id="{2000159E-ACDA-6DBB-DC5F-1AC1515897A5}"/>
              </a:ext>
            </a:extLst>
          </p:cNvPr>
          <p:cNvSpPr/>
          <p:nvPr/>
        </p:nvSpPr>
        <p:spPr>
          <a:xfrm>
            <a:off x="7179342" y="4213674"/>
            <a:ext cx="1944216" cy="936104"/>
          </a:xfrm>
          <a:prstGeom prst="rightArrow">
            <a:avLst/>
          </a:prstGeom>
          <a:solidFill>
            <a:srgbClr val="92D05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Load what is needed</a:t>
            </a:r>
          </a:p>
        </p:txBody>
      </p:sp>
      <p:sp>
        <p:nvSpPr>
          <p:cNvPr id="7" name="Rectangle 6">
            <a:extLst>
              <a:ext uri="{FF2B5EF4-FFF2-40B4-BE49-F238E27FC236}">
                <a16:creationId xmlns:a16="http://schemas.microsoft.com/office/drawing/2014/main" id="{F745815F-5E17-7D9A-42DC-0AA3D9422CB3}"/>
              </a:ext>
            </a:extLst>
          </p:cNvPr>
          <p:cNvSpPr/>
          <p:nvPr/>
        </p:nvSpPr>
        <p:spPr>
          <a:xfrm>
            <a:off x="9123558" y="3853634"/>
            <a:ext cx="2664296" cy="1872208"/>
          </a:xfrm>
          <a:prstGeom prst="rect">
            <a:avLst/>
          </a:prstGeom>
          <a:solidFill>
            <a:srgbClr val="92D05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Purchase order items</a:t>
            </a:r>
          </a:p>
        </p:txBody>
      </p:sp>
      <p:sp>
        <p:nvSpPr>
          <p:cNvPr id="8" name="Rectangle 7">
            <a:extLst>
              <a:ext uri="{FF2B5EF4-FFF2-40B4-BE49-F238E27FC236}">
                <a16:creationId xmlns:a16="http://schemas.microsoft.com/office/drawing/2014/main" id="{24B7DD77-5F7E-3374-6366-C97D3A0D58E3}"/>
              </a:ext>
            </a:extLst>
          </p:cNvPr>
          <p:cNvSpPr/>
          <p:nvPr/>
        </p:nvSpPr>
        <p:spPr>
          <a:xfrm>
            <a:off x="189756" y="3789040"/>
            <a:ext cx="4968552" cy="2284035"/>
          </a:xfrm>
          <a:prstGeom prst="rect">
            <a:avLst/>
          </a:prstGeom>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t>Exercise:</a:t>
            </a:r>
          </a:p>
          <a:p>
            <a:r>
              <a:rPr lang="en-US" dirty="0">
                <a:hlinkClick r:id="rId2"/>
              </a:rPr>
              <a:t>https://github.com/soyuztechnologies/SAP_BTP_Training_CLD200/blob/master/Day%203/01%20db/01db/CDSViews.cds</a:t>
            </a:r>
            <a:endParaRPr lang="en-US" dirty="0"/>
          </a:p>
        </p:txBody>
      </p:sp>
    </p:spTree>
    <p:extLst>
      <p:ext uri="{BB962C8B-B14F-4D97-AF65-F5344CB8AC3E}">
        <p14:creationId xmlns:p14="http://schemas.microsoft.com/office/powerpoint/2010/main" val="3839630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1000"/>
                                        <p:tgtEl>
                                          <p:spTgt spid="4">
                                            <p:txEl>
                                              <p:pRg st="2" end="2"/>
                                            </p:txEl>
                                          </p:spTgt>
                                        </p:tgtEl>
                                      </p:cBhvr>
                                    </p:animEffect>
                                    <p:anim calcmode="lin" valueType="num">
                                      <p:cBhvr>
                                        <p:cTn id="2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4">
                                            <p:txEl>
                                              <p:pRg st="3" end="3"/>
                                            </p:txEl>
                                          </p:spTgt>
                                        </p:tgtEl>
                                        <p:attrNameLst>
                                          <p:attrName>style.visibility</p:attrName>
                                        </p:attrNameLst>
                                      </p:cBhvr>
                                      <p:to>
                                        <p:strVal val="visible"/>
                                      </p:to>
                                    </p:set>
                                    <p:animEffect transition="in" filter="fade">
                                      <p:cBhvr>
                                        <p:cTn id="28" dur="1000"/>
                                        <p:tgtEl>
                                          <p:spTgt spid="4">
                                            <p:txEl>
                                              <p:pRg st="3" end="3"/>
                                            </p:txEl>
                                          </p:spTgt>
                                        </p:tgtEl>
                                      </p:cBhvr>
                                    </p:animEffect>
                                    <p:anim calcmode="lin" valueType="num">
                                      <p:cBhvr>
                                        <p:cTn id="29"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animEffect transition="in" filter="fade">
                                      <p:cBhvr>
                                        <p:cTn id="35" dur="1000"/>
                                        <p:tgtEl>
                                          <p:spTgt spid="4">
                                            <p:txEl>
                                              <p:pRg st="4" end="4"/>
                                            </p:txEl>
                                          </p:spTgt>
                                        </p:tgtEl>
                                      </p:cBhvr>
                                    </p:animEffect>
                                    <p:anim calcmode="lin" valueType="num">
                                      <p:cBhvr>
                                        <p:cTn id="36"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4">
                                            <p:txEl>
                                              <p:pRg st="5" end="5"/>
                                            </p:txEl>
                                          </p:spTgt>
                                        </p:tgtEl>
                                        <p:attrNameLst>
                                          <p:attrName>style.visibility</p:attrName>
                                        </p:attrNameLst>
                                      </p:cBhvr>
                                      <p:to>
                                        <p:strVal val="visible"/>
                                      </p:to>
                                    </p:set>
                                    <p:animEffect transition="in" filter="fade">
                                      <p:cBhvr>
                                        <p:cTn id="42" dur="1000"/>
                                        <p:tgtEl>
                                          <p:spTgt spid="4">
                                            <p:txEl>
                                              <p:pRg st="5" end="5"/>
                                            </p:txEl>
                                          </p:spTgt>
                                        </p:tgtEl>
                                      </p:cBhvr>
                                    </p:animEffect>
                                    <p:anim calcmode="lin" valueType="num">
                                      <p:cBhvr>
                                        <p:cTn id="43"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72374-4141-516C-26A1-A350786D67CE}"/>
              </a:ext>
            </a:extLst>
          </p:cNvPr>
          <p:cNvSpPr>
            <a:spLocks noGrp="1"/>
          </p:cNvSpPr>
          <p:nvPr>
            <p:ph type="title"/>
          </p:nvPr>
        </p:nvSpPr>
        <p:spPr/>
        <p:txBody>
          <a:bodyPr/>
          <a:lstStyle/>
          <a:p>
            <a:r>
              <a:rPr lang="en-US" dirty="0"/>
              <a:t>Views – (CDS Views)</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7CFACC54-D083-39E6-7313-64BBE519DDFC}"/>
                  </a:ext>
                </a:extLst>
              </p14:cNvPr>
              <p14:cNvContentPartPr/>
              <p14:nvPr/>
            </p14:nvContentPartPr>
            <p14:xfrm>
              <a:off x="658444" y="2979116"/>
              <a:ext cx="360" cy="360"/>
            </p14:xfrm>
          </p:contentPart>
        </mc:Choice>
        <mc:Fallback xmlns="">
          <p:pic>
            <p:nvPicPr>
              <p:cNvPr id="3" name="Ink 2">
                <a:extLst>
                  <a:ext uri="{FF2B5EF4-FFF2-40B4-BE49-F238E27FC236}">
                    <a16:creationId xmlns:a16="http://schemas.microsoft.com/office/drawing/2014/main" id="{7CFACC54-D083-39E6-7313-64BBE519DDFC}"/>
                  </a:ext>
                </a:extLst>
              </p:cNvPr>
              <p:cNvPicPr/>
              <p:nvPr/>
            </p:nvPicPr>
            <p:blipFill>
              <a:blip r:embed="rId3"/>
              <a:stretch>
                <a:fillRect/>
              </a:stretch>
            </p:blipFill>
            <p:spPr>
              <a:xfrm>
                <a:off x="649444" y="2970116"/>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 name="Ink 3">
                <a:extLst>
                  <a:ext uri="{FF2B5EF4-FFF2-40B4-BE49-F238E27FC236}">
                    <a16:creationId xmlns:a16="http://schemas.microsoft.com/office/drawing/2014/main" id="{00B18A42-295D-3682-652A-5565771C4637}"/>
                  </a:ext>
                </a:extLst>
              </p14:cNvPr>
              <p14:cNvContentPartPr/>
              <p14:nvPr/>
            </p14:nvContentPartPr>
            <p14:xfrm>
              <a:off x="1474564" y="471515"/>
              <a:ext cx="360" cy="360"/>
            </p14:xfrm>
          </p:contentPart>
        </mc:Choice>
        <mc:Fallback xmlns="">
          <p:pic>
            <p:nvPicPr>
              <p:cNvPr id="4" name="Ink 3">
                <a:extLst>
                  <a:ext uri="{FF2B5EF4-FFF2-40B4-BE49-F238E27FC236}">
                    <a16:creationId xmlns:a16="http://schemas.microsoft.com/office/drawing/2014/main" id="{00B18A42-295D-3682-652A-5565771C4637}"/>
                  </a:ext>
                </a:extLst>
              </p:cNvPr>
              <p:cNvPicPr/>
              <p:nvPr/>
            </p:nvPicPr>
            <p:blipFill>
              <a:blip r:embed="rId3"/>
              <a:stretch>
                <a:fillRect/>
              </a:stretch>
            </p:blipFill>
            <p:spPr>
              <a:xfrm>
                <a:off x="1465924" y="462875"/>
                <a:ext cx="18000" cy="18000"/>
              </a:xfrm>
              <a:prstGeom prst="rect">
                <a:avLst/>
              </a:prstGeom>
            </p:spPr>
          </p:pic>
        </mc:Fallback>
      </mc:AlternateContent>
    </p:spTree>
    <p:extLst>
      <p:ext uri="{BB962C8B-B14F-4D97-AF65-F5344CB8AC3E}">
        <p14:creationId xmlns:p14="http://schemas.microsoft.com/office/powerpoint/2010/main" val="20211698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a:extLst>
              <a:ext uri="{FF2B5EF4-FFF2-40B4-BE49-F238E27FC236}">
                <a16:creationId xmlns:a16="http://schemas.microsoft.com/office/drawing/2014/main" id="{420F5850-2D59-4C25-ADFF-E9013C5A6AAE}"/>
              </a:ext>
            </a:extLst>
          </p:cNvPr>
          <p:cNvPicPr>
            <a:picLocks noGrp="1" noChangeAspect="1"/>
          </p:cNvPicPr>
          <p:nvPr>
            <p:ph type="pic" sz="quarter" idx="14"/>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rcRect l="10185" r="10185"/>
          <a:stretch>
            <a:fillRect/>
          </a:stretch>
        </p:blipFill>
        <p:spPr/>
      </p:pic>
      <p:sp>
        <p:nvSpPr>
          <p:cNvPr id="4" name="Rectangle: Rounded Corners 3">
            <a:extLst>
              <a:ext uri="{FF2B5EF4-FFF2-40B4-BE49-F238E27FC236}">
                <a16:creationId xmlns:a16="http://schemas.microsoft.com/office/drawing/2014/main" id="{4DCA9A03-C201-42B6-AF8D-AB31333C8852}"/>
              </a:ext>
            </a:extLst>
          </p:cNvPr>
          <p:cNvSpPr/>
          <p:nvPr/>
        </p:nvSpPr>
        <p:spPr>
          <a:xfrm>
            <a:off x="6065406" y="980728"/>
            <a:ext cx="5298342" cy="2776268"/>
          </a:xfrm>
          <a:prstGeom prst="roundRect">
            <a:avLst>
              <a:gd name="adj" fmla="val 8835"/>
            </a:avLst>
          </a:pr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4B09D3EC-7881-4341-8189-469046CA259E}"/>
              </a:ext>
            </a:extLst>
          </p:cNvPr>
          <p:cNvSpPr txBox="1"/>
          <p:nvPr/>
        </p:nvSpPr>
        <p:spPr>
          <a:xfrm>
            <a:off x="6641014" y="1389517"/>
            <a:ext cx="4239950" cy="615553"/>
          </a:xfrm>
          <a:prstGeom prst="rect">
            <a:avLst/>
          </a:prstGeom>
          <a:noFill/>
        </p:spPr>
        <p:txBody>
          <a:bodyPr wrap="square" lIns="0" tIns="0" rIns="0" bIns="0" rtlCol="0">
            <a:spAutoFit/>
          </a:bodyPr>
          <a:lstStyle/>
          <a:p>
            <a:r>
              <a:rPr lang="en-IN" sz="4000" b="1" i="0" dirty="0">
                <a:solidFill>
                  <a:schemeClr val="accent3"/>
                </a:solidFill>
                <a:effectLst/>
              </a:rPr>
              <a:t>What We</a:t>
            </a:r>
            <a:r>
              <a:rPr lang="en-IN" sz="4000" b="1" i="0" dirty="0">
                <a:solidFill>
                  <a:schemeClr val="accent1"/>
                </a:solidFill>
                <a:effectLst/>
              </a:rPr>
              <a:t> </a:t>
            </a:r>
            <a:r>
              <a:rPr lang="en-IN" sz="4000" b="1" i="0" dirty="0">
                <a:solidFill>
                  <a:schemeClr val="accent2"/>
                </a:solidFill>
                <a:effectLst/>
                <a:latin typeface="Segoe UI Light" panose="020B0502040204020203" pitchFamily="34" charset="0"/>
                <a:cs typeface="Segoe UI Light" panose="020B0502040204020203" pitchFamily="34" charset="0"/>
              </a:rPr>
              <a:t>Did</a:t>
            </a:r>
            <a:endParaRPr lang="en-IN" sz="4000" b="1" dirty="0">
              <a:solidFill>
                <a:schemeClr val="accent2"/>
              </a:solidFill>
              <a:latin typeface="Segoe UI Light" panose="020B0502040204020203" pitchFamily="34" charset="0"/>
              <a:cs typeface="Segoe UI Light" panose="020B0502040204020203" pitchFamily="34" charset="0"/>
            </a:endParaRPr>
          </a:p>
        </p:txBody>
      </p:sp>
      <p:sp>
        <p:nvSpPr>
          <p:cNvPr id="6" name="TextBox 5">
            <a:extLst>
              <a:ext uri="{FF2B5EF4-FFF2-40B4-BE49-F238E27FC236}">
                <a16:creationId xmlns:a16="http://schemas.microsoft.com/office/drawing/2014/main" id="{A0CBE2D0-9475-4BE8-AC62-B9A03DC275C3}"/>
              </a:ext>
            </a:extLst>
          </p:cNvPr>
          <p:cNvSpPr txBox="1"/>
          <p:nvPr/>
        </p:nvSpPr>
        <p:spPr>
          <a:xfrm>
            <a:off x="6641014" y="2147518"/>
            <a:ext cx="4239950" cy="615553"/>
          </a:xfrm>
          <a:prstGeom prst="rect">
            <a:avLst/>
          </a:prstGeom>
          <a:noFill/>
        </p:spPr>
        <p:txBody>
          <a:bodyPr wrap="square" lIns="0" tIns="0" rIns="0" bIns="0" rtlCol="0" anchor="t">
            <a:spAutoFit/>
          </a:bodyPr>
          <a:lstStyle/>
          <a:p>
            <a:r>
              <a:rPr lang="en-US" sz="4000" kern="0" dirty="0">
                <a:solidFill>
                  <a:schemeClr val="tx1">
                    <a:lumMod val="75000"/>
                    <a:lumOff val="25000"/>
                  </a:schemeClr>
                </a:solidFill>
                <a:latin typeface="Segoe UI" panose="020B0502040204020203" pitchFamily="34" charset="0"/>
                <a:ea typeface="Calibri Light" charset="0"/>
                <a:cs typeface="Segoe UI" panose="020B0502040204020203" pitchFamily="34" charset="0"/>
              </a:rPr>
              <a:t>Let’s Summarize</a:t>
            </a:r>
            <a:endParaRPr lang="en-US" sz="4000" dirty="0">
              <a:solidFill>
                <a:schemeClr val="tx1">
                  <a:lumMod val="75000"/>
                  <a:lumOff val="25000"/>
                </a:schemeClr>
              </a:solidFill>
              <a:latin typeface="Segoe UI" panose="020B0502040204020203" pitchFamily="34" charset="0"/>
              <a:ea typeface="Calibri Light" charset="0"/>
              <a:cs typeface="Segoe UI" panose="020B0502040204020203" pitchFamily="34" charset="0"/>
            </a:endParaRPr>
          </a:p>
        </p:txBody>
      </p:sp>
      <p:grpSp>
        <p:nvGrpSpPr>
          <p:cNvPr id="7" name="Group 6">
            <a:extLst>
              <a:ext uri="{FF2B5EF4-FFF2-40B4-BE49-F238E27FC236}">
                <a16:creationId xmlns:a16="http://schemas.microsoft.com/office/drawing/2014/main" id="{CBADDFA3-0336-41F5-81AE-B9456B828C2C}"/>
              </a:ext>
            </a:extLst>
          </p:cNvPr>
          <p:cNvGrpSpPr/>
          <p:nvPr/>
        </p:nvGrpSpPr>
        <p:grpSpPr>
          <a:xfrm>
            <a:off x="6664269" y="3161139"/>
            <a:ext cx="617354" cy="109990"/>
            <a:chOff x="6006451" y="5603130"/>
            <a:chExt cx="617354" cy="109990"/>
          </a:xfrm>
        </p:grpSpPr>
        <p:sp>
          <p:nvSpPr>
            <p:cNvPr id="8" name="Rectangle 5">
              <a:extLst>
                <a:ext uri="{FF2B5EF4-FFF2-40B4-BE49-F238E27FC236}">
                  <a16:creationId xmlns:a16="http://schemas.microsoft.com/office/drawing/2014/main" id="{EF42471A-33F9-4E04-8306-66A59FCEE04D}"/>
                </a:ext>
              </a:extLst>
            </p:cNvPr>
            <p:cNvSpPr>
              <a:spLocks noChangeArrowheads="1"/>
            </p:cNvSpPr>
            <p:nvPr/>
          </p:nvSpPr>
          <p:spPr bwMode="auto">
            <a:xfrm>
              <a:off x="6006451" y="5603130"/>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 name="Rectangle 5">
              <a:extLst>
                <a:ext uri="{FF2B5EF4-FFF2-40B4-BE49-F238E27FC236}">
                  <a16:creationId xmlns:a16="http://schemas.microsoft.com/office/drawing/2014/main" id="{C99CB4F6-0149-49F4-8A24-BEB708A29F1A}"/>
                </a:ext>
              </a:extLst>
            </p:cNvPr>
            <p:cNvSpPr>
              <a:spLocks noChangeArrowheads="1"/>
            </p:cNvSpPr>
            <p:nvPr/>
          </p:nvSpPr>
          <p:spPr bwMode="auto">
            <a:xfrm>
              <a:off x="6260132" y="5603130"/>
              <a:ext cx="109992" cy="109990"/>
            </a:xfrm>
            <a:prstGeom prst="rect">
              <a:avLst/>
            </a:prstGeom>
            <a:solidFill>
              <a:schemeClr val="accent2">
                <a:lumMod val="75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 name="Rectangle 5">
              <a:extLst>
                <a:ext uri="{FF2B5EF4-FFF2-40B4-BE49-F238E27FC236}">
                  <a16:creationId xmlns:a16="http://schemas.microsoft.com/office/drawing/2014/main" id="{8BED369E-8B8A-45FD-8B5A-703CE09C2946}"/>
                </a:ext>
              </a:extLst>
            </p:cNvPr>
            <p:cNvSpPr>
              <a:spLocks noChangeArrowheads="1"/>
            </p:cNvSpPr>
            <p:nvPr/>
          </p:nvSpPr>
          <p:spPr bwMode="auto">
            <a:xfrm>
              <a:off x="6513813" y="5603130"/>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771561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BBB0BAE-F023-4B67-BE79-3E1A8ACA9361}"/>
              </a:ext>
            </a:extLst>
          </p:cNvPr>
          <p:cNvSpPr txBox="1"/>
          <p:nvPr/>
        </p:nvSpPr>
        <p:spPr>
          <a:xfrm>
            <a:off x="1260763" y="3440863"/>
            <a:ext cx="5583381" cy="923330"/>
          </a:xfrm>
          <a:prstGeom prst="rect">
            <a:avLst/>
          </a:prstGeom>
          <a:noFill/>
        </p:spPr>
        <p:txBody>
          <a:bodyPr wrap="square" lIns="0" tIns="0" rIns="0" bIns="0" rtlCol="0">
            <a:spAutoFit/>
          </a:bodyPr>
          <a:lstStyle/>
          <a:p>
            <a:r>
              <a:rPr lang="en-IN" sz="6000" b="1" i="0" dirty="0">
                <a:solidFill>
                  <a:schemeClr val="bg1"/>
                </a:solidFill>
                <a:effectLst/>
              </a:rPr>
              <a:t>Thank</a:t>
            </a:r>
            <a:r>
              <a:rPr lang="en-IN" sz="6000" b="1" i="0" dirty="0">
                <a:solidFill>
                  <a:schemeClr val="accent1"/>
                </a:solidFill>
                <a:effectLst/>
              </a:rPr>
              <a:t> </a:t>
            </a:r>
            <a:r>
              <a:rPr lang="en-IN" sz="6000" b="1" dirty="0">
                <a:solidFill>
                  <a:schemeClr val="accent2"/>
                </a:solidFill>
                <a:latin typeface="Segoe UI Light" panose="020B0502040204020203" pitchFamily="34" charset="0"/>
                <a:cs typeface="Segoe UI Light" panose="020B0502040204020203" pitchFamily="34" charset="0"/>
              </a:rPr>
              <a:t>You</a:t>
            </a:r>
            <a:endParaRPr lang="en-IN" sz="6000" dirty="0">
              <a:solidFill>
                <a:schemeClr val="accent2"/>
              </a:solidFill>
              <a:latin typeface="Segoe UI Light" panose="020B0502040204020203" pitchFamily="34" charset="0"/>
              <a:cs typeface="Segoe UI Light" panose="020B0502040204020203" pitchFamily="34" charset="0"/>
            </a:endParaRPr>
          </a:p>
        </p:txBody>
      </p:sp>
      <p:sp>
        <p:nvSpPr>
          <p:cNvPr id="4" name="TextBox 3">
            <a:extLst>
              <a:ext uri="{FF2B5EF4-FFF2-40B4-BE49-F238E27FC236}">
                <a16:creationId xmlns:a16="http://schemas.microsoft.com/office/drawing/2014/main" id="{CCD57203-1FF5-432E-8E3E-4DFC442AA54C}"/>
              </a:ext>
            </a:extLst>
          </p:cNvPr>
          <p:cNvSpPr txBox="1"/>
          <p:nvPr/>
        </p:nvSpPr>
        <p:spPr>
          <a:xfrm>
            <a:off x="1260763" y="4581128"/>
            <a:ext cx="5583381" cy="830997"/>
          </a:xfrm>
          <a:prstGeom prst="rect">
            <a:avLst/>
          </a:prstGeom>
          <a:noFill/>
        </p:spPr>
        <p:txBody>
          <a:bodyPr wrap="square" lIns="0" tIns="0" rIns="0" bIns="0" rtlCol="0" anchor="t">
            <a:spAutoFit/>
          </a:bodyPr>
          <a:lstStyle/>
          <a:p>
            <a:r>
              <a:rPr lang="en-US" sz="5400" b="1" kern="0" dirty="0">
                <a:solidFill>
                  <a:schemeClr val="accent2"/>
                </a:solidFill>
                <a:latin typeface="Segoe UI" panose="020B0502040204020203" pitchFamily="34" charset="0"/>
                <a:ea typeface="Calibri Light" charset="0"/>
                <a:cs typeface="Segoe UI" panose="020B0502040204020203" pitchFamily="34" charset="0"/>
              </a:rPr>
              <a:t>End of Day 3</a:t>
            </a:r>
            <a:endParaRPr lang="en-US" sz="5400" b="1" dirty="0">
              <a:solidFill>
                <a:schemeClr val="accent2"/>
              </a:solidFill>
              <a:latin typeface="Segoe UI" panose="020B0502040204020203" pitchFamily="34" charset="0"/>
              <a:ea typeface="Calibri Light" charset="0"/>
              <a:cs typeface="Segoe UI" panose="020B0502040204020203" pitchFamily="34" charset="0"/>
            </a:endParaRPr>
          </a:p>
        </p:txBody>
      </p:sp>
      <p:cxnSp>
        <p:nvCxnSpPr>
          <p:cNvPr id="6" name="Straight Connector 5">
            <a:extLst>
              <a:ext uri="{FF2B5EF4-FFF2-40B4-BE49-F238E27FC236}">
                <a16:creationId xmlns:a16="http://schemas.microsoft.com/office/drawing/2014/main" id="{3CB110C8-9FFD-4804-BDCA-1C9EB581BD4D}"/>
              </a:ext>
            </a:extLst>
          </p:cNvPr>
          <p:cNvCxnSpPr>
            <a:cxnSpLocks/>
          </p:cNvCxnSpPr>
          <p:nvPr/>
        </p:nvCxnSpPr>
        <p:spPr>
          <a:xfrm flipV="1">
            <a:off x="1300694" y="-21772"/>
            <a:ext cx="0" cy="3284984"/>
          </a:xfrm>
          <a:prstGeom prst="line">
            <a:avLst/>
          </a:prstGeom>
          <a:ln w="63500" cap="rnd">
            <a:gradFill flip="none" rotWithShape="1">
              <a:gsLst>
                <a:gs pos="0">
                  <a:schemeClr val="accent2"/>
                </a:gs>
                <a:gs pos="100000">
                  <a:schemeClr val="accent3"/>
                </a:gs>
              </a:gsLst>
              <a:lin ang="16200000" scaled="1"/>
              <a:tileRect/>
            </a:gra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E98CF33A-90E6-4EA2-B3D7-0B26F42FF079}"/>
              </a:ext>
            </a:extLst>
          </p:cNvPr>
          <p:cNvGrpSpPr/>
          <p:nvPr/>
        </p:nvGrpSpPr>
        <p:grpSpPr>
          <a:xfrm>
            <a:off x="1260763" y="5662865"/>
            <a:ext cx="1311594" cy="371301"/>
            <a:chOff x="1162522" y="5662865"/>
            <a:chExt cx="1311594" cy="371301"/>
          </a:xfrm>
        </p:grpSpPr>
        <p:sp>
          <p:nvSpPr>
            <p:cNvPr id="14" name="Oval 13">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2" name="Oval 11">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0" name="Oval 9">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grpSp>
      <p:pic>
        <p:nvPicPr>
          <p:cNvPr id="16" name="Picture 2" descr="E:\cloud\drive\websites\slidemodel\logo\sebastian\slidemodel-logo-trans.png">
            <a:extLst>
              <a:ext uri="{FF2B5EF4-FFF2-40B4-BE49-F238E27FC236}">
                <a16:creationId xmlns:a16="http://schemas.microsoft.com/office/drawing/2014/main" id="{59E8070B-51C3-4A5F-B241-A7744B4F61D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638418" y="6398156"/>
            <a:ext cx="1432658" cy="27120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DE739AA3-A794-9F54-6A5A-CA2C7ED598BB}"/>
              </a:ext>
            </a:extLst>
          </p:cNvPr>
          <p:cNvSpPr/>
          <p:nvPr/>
        </p:nvSpPr>
        <p:spPr>
          <a:xfrm>
            <a:off x="1300694" y="2272374"/>
            <a:ext cx="5297771" cy="986340"/>
          </a:xfrm>
          <a:prstGeom prst="rect">
            <a:avLst/>
          </a:prstGeom>
          <a:ln>
            <a:solidFill>
              <a:schemeClr val="accent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t>www.anubhavtrainings.com</a:t>
            </a:r>
          </a:p>
        </p:txBody>
      </p:sp>
    </p:spTree>
    <p:extLst>
      <p:ext uri="{BB962C8B-B14F-4D97-AF65-F5344CB8AC3E}">
        <p14:creationId xmlns:p14="http://schemas.microsoft.com/office/powerpoint/2010/main" val="1842044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29488" y="2339447"/>
            <a:ext cx="9159332" cy="4517660"/>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a:solidFill>
                <a:srgbClr val="FFFFFF"/>
              </a:solidFill>
              <a:latin typeface="Arial" panose="020B0604020202020204"/>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 y="892"/>
            <a:ext cx="12188825" cy="487666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6" y="892"/>
            <a:ext cx="12185652" cy="487666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5" y="-9395"/>
            <a:ext cx="12184064" cy="4886954"/>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pitchFamily="34" charset="0"/>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568" y="5992010"/>
            <a:ext cx="3553364" cy="646163"/>
          </a:xfrm>
          <a:prstGeom prst="rect">
            <a:avLst/>
          </a:prstGeom>
        </p:spPr>
        <p:txBody>
          <a:bodyPr wrap="square">
            <a:spAutoFit/>
          </a:bodyPr>
          <a:lstStyle/>
          <a:p>
            <a:pPr defTabSz="913943">
              <a:defRPr/>
            </a:pPr>
            <a:r>
              <a:rPr lang="en-US" sz="1799" b="1" dirty="0">
                <a:solidFill>
                  <a:srgbClr val="44546A"/>
                </a:solidFill>
                <a:latin typeface="Arial" panose="020B0604020202020204" pitchFamily="34" charset="0"/>
                <a:cs typeface="Arial" panose="020B0604020202020204" pitchFamily="34" charset="0"/>
              </a:rPr>
              <a:t>Contact us today!</a:t>
            </a:r>
          </a:p>
          <a:p>
            <a:pPr defTabSz="913943">
              <a:defRPr/>
            </a:pPr>
            <a:r>
              <a:rPr lang="en-US" sz="1799" dirty="0">
                <a:solidFill>
                  <a:srgbClr val="44546A"/>
                </a:solidFill>
                <a:latin typeface="Arial" panose="020B0604020202020204"/>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78219" y="2926031"/>
            <a:ext cx="3229442" cy="276927"/>
          </a:xfrm>
          <a:prstGeom prst="rect">
            <a:avLst/>
          </a:prstGeom>
        </p:spPr>
        <p:txBody>
          <a:bodyPr wrap="square">
            <a:spAutoFit/>
          </a:bodyPr>
          <a:lstStyle/>
          <a:p>
            <a:pPr algn="ctr" defTabSz="914126">
              <a:defRPr/>
            </a:pPr>
            <a:r>
              <a:rPr lang="en-IN" sz="1200" spc="50" dirty="0">
                <a:solidFill>
                  <a:srgbClr val="FFFFFF">
                    <a:lumMod val="95000"/>
                  </a:srgbClr>
                </a:solidFill>
                <a:latin typeface="Arial" panose="020B0604020202020204" pitchFamily="34" charset="0"/>
                <a:cs typeface="Arial" panose="020B0604020202020204" pitchFamily="34" charset="0"/>
              </a:rPr>
              <a:t>We build the workforce of the future.</a:t>
            </a:r>
            <a:endParaRPr lang="en-US" sz="1200" spc="50" dirty="0">
              <a:solidFill>
                <a:srgbClr val="FFFFFF">
                  <a:lumMod val="95000"/>
                </a:srgbClr>
              </a:solidFill>
              <a:latin typeface="Arial" panose="020B0604020202020204" pitchFamily="34" charset="0"/>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676" y="3113856"/>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250+ </a:t>
            </a:r>
          </a:p>
          <a:p>
            <a:pPr algn="ctr" defTabSz="914126">
              <a:defRPr/>
            </a:pPr>
            <a:r>
              <a:rPr lang="en-US" sz="1200" dirty="0">
                <a:solidFill>
                  <a:srgbClr val="FFFFFF"/>
                </a:solidFill>
                <a:latin typeface="Arial" panose="020B0604020202020204"/>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143" y="3113856"/>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40,000+</a:t>
            </a:r>
          </a:p>
          <a:p>
            <a:pPr algn="ctr" defTabSz="914126">
              <a:defRPr/>
            </a:pPr>
            <a:r>
              <a:rPr lang="en-US" sz="1200" dirty="0">
                <a:solidFill>
                  <a:srgbClr val="FFFFFF"/>
                </a:solidFill>
                <a:latin typeface="Arial" panose="020B0604020202020204"/>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5429" y="3111497"/>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25000+ </a:t>
            </a:r>
          </a:p>
          <a:p>
            <a:pPr algn="ctr" defTabSz="914126">
              <a:defRPr/>
            </a:pPr>
            <a:r>
              <a:rPr lang="en-US" sz="1200" dirty="0">
                <a:solidFill>
                  <a:srgbClr val="FFFFFF"/>
                </a:solidFill>
                <a:latin typeface="Arial" panose="020B0604020202020204"/>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127" y="2279841"/>
            <a:ext cx="640059" cy="640059"/>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5530" y="2272765"/>
            <a:ext cx="671928" cy="671928"/>
          </a:xfrm>
          <a:prstGeom prst="rect">
            <a:avLst/>
          </a:prstGeom>
        </p:spPr>
      </p:pic>
      <p:sp>
        <p:nvSpPr>
          <p:cNvPr id="48" name="Rectangle 47"/>
          <p:cNvSpPr/>
          <p:nvPr/>
        </p:nvSpPr>
        <p:spPr>
          <a:xfrm>
            <a:off x="632520" y="692233"/>
            <a:ext cx="6570959" cy="1138476"/>
          </a:xfrm>
          <a:prstGeom prst="rect">
            <a:avLst/>
          </a:prstGeom>
        </p:spPr>
        <p:txBody>
          <a:bodyPr wrap="square">
            <a:spAutoFit/>
          </a:bodyPr>
          <a:lstStyle/>
          <a:p>
            <a:pPr algn="ctr" defTabSz="914126">
              <a:defRPr/>
            </a:pPr>
            <a:r>
              <a:rPr lang="en-US" sz="1999" b="1" dirty="0">
                <a:solidFill>
                  <a:srgbClr val="FFFFFF"/>
                </a:solidFill>
                <a:latin typeface="Arial" panose="020B0604020202020204" pitchFamily="34" charset="0"/>
                <a:cs typeface="Arial" panose="020B0604020202020204" pitchFamily="34" charset="0"/>
              </a:rPr>
              <a:t>We’re committed to empower you to be</a:t>
            </a:r>
          </a:p>
          <a:p>
            <a:pPr algn="ctr" defTabSz="914126">
              <a:defRPr/>
            </a:pPr>
            <a:r>
              <a:rPr lang="en-US" sz="1999" b="1" dirty="0">
                <a:solidFill>
                  <a:srgbClr val="FFFFFF"/>
                </a:solidFill>
                <a:latin typeface="Arial" panose="020B0604020202020204" pitchFamily="34" charset="0"/>
                <a:cs typeface="Arial" panose="020B0604020202020204" pitchFamily="34" charset="0"/>
              </a:rPr>
              <a:t> </a:t>
            </a:r>
            <a:r>
              <a:rPr lang="en-US" sz="2799" b="1" dirty="0">
                <a:solidFill>
                  <a:srgbClr val="2AC6D1">
                    <a:lumMod val="40000"/>
                    <a:lumOff val="60000"/>
                  </a:srgbClr>
                </a:solidFill>
                <a:latin typeface="Arial" panose="020B0604020202020204" pitchFamily="34" charset="0"/>
                <a:cs typeface="Arial" panose="020B0604020202020204" pitchFamily="34" charset="0"/>
              </a:rPr>
              <a:t>#</a:t>
            </a:r>
            <a:r>
              <a:rPr lang="en-US" sz="2799" b="1" dirty="0" err="1">
                <a:solidFill>
                  <a:srgbClr val="2AC6D1">
                    <a:lumMod val="40000"/>
                    <a:lumOff val="60000"/>
                  </a:srgbClr>
                </a:solidFill>
                <a:latin typeface="Arial" panose="020B0604020202020204" pitchFamily="34" charset="0"/>
                <a:cs typeface="Arial" panose="020B0604020202020204" pitchFamily="34" charset="0"/>
              </a:rPr>
              <a:t>FutureReady</a:t>
            </a:r>
            <a:r>
              <a:rPr lang="en-US" sz="2799" b="1" dirty="0">
                <a:solidFill>
                  <a:srgbClr val="2AC6D1">
                    <a:lumMod val="40000"/>
                    <a:lumOff val="60000"/>
                  </a:srgbClr>
                </a:solidFill>
                <a:latin typeface="Arial" panose="020B0604020202020204" pitchFamily="34" charset="0"/>
                <a:cs typeface="Arial" panose="020B0604020202020204" pitchFamily="34" charset="0"/>
              </a:rPr>
              <a:t> </a:t>
            </a:r>
          </a:p>
          <a:p>
            <a:pPr algn="ctr" defTabSz="914126">
              <a:defRPr/>
            </a:pPr>
            <a:r>
              <a:rPr lang="en-US" sz="1999" b="1" dirty="0">
                <a:solidFill>
                  <a:srgbClr val="FFFFFF"/>
                </a:solidFill>
                <a:latin typeface="Arial" panose="020B0604020202020204" pitchFamily="34" charset="0"/>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569" y="4998498"/>
            <a:ext cx="3900557" cy="892320"/>
          </a:xfrm>
          <a:prstGeom prst="rect">
            <a:avLst/>
          </a:prstGeom>
        </p:spPr>
        <p:txBody>
          <a:bodyPr wrap="square">
            <a:spAutoFit/>
          </a:bodyPr>
          <a:lstStyle/>
          <a:p>
            <a:pPr defTabSz="914126">
              <a:defRPr/>
            </a:pPr>
            <a:r>
              <a:rPr lang="en-US" sz="1999" b="1" spc="100" dirty="0">
                <a:solidFill>
                  <a:srgbClr val="F97700"/>
                </a:solidFill>
                <a:latin typeface="Arial" panose="020B0604020202020204"/>
              </a:rPr>
              <a:t>FREE WEBINARS </a:t>
            </a:r>
          </a:p>
          <a:p>
            <a:pPr defTabSz="914126">
              <a:defRPr/>
            </a:pPr>
            <a:r>
              <a:rPr lang="en-US" sz="1600" i="1" dirty="0">
                <a:solidFill>
                  <a:srgbClr val="F97700"/>
                </a:solidFill>
                <a:latin typeface="Arial" panose="020B0604020202020204"/>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1451" y="2194693"/>
            <a:ext cx="851865" cy="851865"/>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7598" y="3369121"/>
            <a:ext cx="5611184" cy="3380860"/>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2569" y="5574754"/>
            <a:ext cx="2196235" cy="5473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a:solidFill>
                <a:srgbClr val="FFFFFF"/>
              </a:solidFill>
              <a:latin typeface="Arial" panose="020B0604020202020204"/>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4399734" y="5490332"/>
            <a:ext cx="2196235" cy="54735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dirty="0">
              <a:solidFill>
                <a:srgbClr val="FFFFFF"/>
              </a:solidFill>
              <a:latin typeface="Arial" panose="020B0604020202020204"/>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2969" y="5590298"/>
            <a:ext cx="1466686" cy="369236"/>
          </a:xfrm>
          <a:prstGeom prst="rect">
            <a:avLst/>
          </a:prstGeom>
        </p:spPr>
        <p:txBody>
          <a:bodyPr wrap="none">
            <a:spAutoFit/>
          </a:bodyPr>
          <a:lstStyle/>
          <a:p>
            <a:pPr defTabSz="914126">
              <a:defRPr/>
            </a:pPr>
            <a:r>
              <a:rPr lang="en-US" sz="1799" b="1" dirty="0">
                <a:solidFill>
                  <a:srgbClr val="44546A"/>
                </a:solidFill>
                <a:latin typeface="Arial" panose="020B0604020202020204"/>
              </a:rPr>
              <a:t>Enroll Now!</a:t>
            </a:r>
            <a:endParaRPr lang="en-US" sz="1799" b="1" dirty="0">
              <a:solidFill>
                <a:srgbClr val="000000"/>
              </a:solidFill>
              <a:latin typeface="Arial" panose="020B0604020202020204"/>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82236" y="444130"/>
            <a:ext cx="2323495" cy="2294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6572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0">
  <p:cSld>
    <p:bg>
      <p:bgPr>
        <a:solidFill>
          <a:schemeClr val="accent1"/>
        </a:solidFill>
        <a:effectLst/>
      </p:bgPr>
    </p:bg>
    <p:spTree>
      <p:nvGrpSpPr>
        <p:cNvPr id="1" name=""/>
        <p:cNvGrpSpPr/>
        <p:nvPr/>
      </p:nvGrpSpPr>
      <p:grpSpPr>
        <a:xfrm>
          <a:off x="0" y="0"/>
          <a:ext cx="0" cy="0"/>
          <a:chOff x="0" y="0"/>
          <a:chExt cx="0" cy="0"/>
        </a:xfrm>
      </p:grpSpPr>
      <p:sp>
        <p:nvSpPr>
          <p:cNvPr id="19" name="Rectangle: Rounded Corners 18">
            <a:extLst>
              <a:ext uri="{FF2B5EF4-FFF2-40B4-BE49-F238E27FC236}">
                <a16:creationId xmlns:a16="http://schemas.microsoft.com/office/drawing/2014/main" id="{44CCC398-65A7-46D8-A239-10DEF44C09D8}"/>
              </a:ext>
            </a:extLst>
          </p:cNvPr>
          <p:cNvSpPr/>
          <p:nvPr/>
        </p:nvSpPr>
        <p:spPr>
          <a:xfrm>
            <a:off x="581024" y="1338826"/>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white"/>
              </a:solidFill>
              <a:effectLst/>
              <a:uLnTx/>
              <a:uFillTx/>
              <a:latin typeface="Segoe UI"/>
              <a:ea typeface="+mn-ea"/>
              <a:cs typeface="+mn-cs"/>
            </a:endParaRPr>
          </a:p>
        </p:txBody>
      </p:sp>
      <p:sp>
        <p:nvSpPr>
          <p:cNvPr id="1125" name="Rectangle: Rounded Corners 1124">
            <a:extLst>
              <a:ext uri="{FF2B5EF4-FFF2-40B4-BE49-F238E27FC236}">
                <a16:creationId xmlns:a16="http://schemas.microsoft.com/office/drawing/2014/main" id="{DD83FDAB-84C0-4E56-A834-5F4759E4D1B1}"/>
              </a:ext>
            </a:extLst>
          </p:cNvPr>
          <p:cNvSpPr/>
          <p:nvPr/>
        </p:nvSpPr>
        <p:spPr>
          <a:xfrm>
            <a:off x="581024" y="3094548"/>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white"/>
              </a:solidFill>
              <a:effectLst/>
              <a:uLnTx/>
              <a:uFillTx/>
              <a:latin typeface="Segoe UI"/>
              <a:ea typeface="+mn-ea"/>
              <a:cs typeface="+mn-cs"/>
            </a:endParaRPr>
          </a:p>
        </p:txBody>
      </p:sp>
      <p:sp>
        <p:nvSpPr>
          <p:cNvPr id="1126" name="Rectangle: Rounded Corners 1125">
            <a:extLst>
              <a:ext uri="{FF2B5EF4-FFF2-40B4-BE49-F238E27FC236}">
                <a16:creationId xmlns:a16="http://schemas.microsoft.com/office/drawing/2014/main" id="{FED1BB6A-A9A9-4E0A-A8CD-EEFB5750C983}"/>
              </a:ext>
            </a:extLst>
          </p:cNvPr>
          <p:cNvSpPr/>
          <p:nvPr/>
        </p:nvSpPr>
        <p:spPr>
          <a:xfrm>
            <a:off x="581024" y="4850271"/>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white"/>
              </a:solidFill>
              <a:effectLst/>
              <a:uLnTx/>
              <a:uFillTx/>
              <a:latin typeface="Segoe UI"/>
              <a:ea typeface="+mn-ea"/>
              <a:cs typeface="+mn-cs"/>
            </a:endParaRPr>
          </a:p>
        </p:txBody>
      </p:sp>
      <p:sp>
        <p:nvSpPr>
          <p:cNvPr id="1133" name="Rectangle: Rounded Corners 1132">
            <a:extLst>
              <a:ext uri="{FF2B5EF4-FFF2-40B4-BE49-F238E27FC236}">
                <a16:creationId xmlns:a16="http://schemas.microsoft.com/office/drawing/2014/main" id="{47299741-729A-4FA6-A73E-373218C0B948}"/>
              </a:ext>
            </a:extLst>
          </p:cNvPr>
          <p:cNvSpPr/>
          <p:nvPr/>
        </p:nvSpPr>
        <p:spPr>
          <a:xfrm>
            <a:off x="6326749" y="1338826"/>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white"/>
              </a:solidFill>
              <a:effectLst/>
              <a:uLnTx/>
              <a:uFillTx/>
              <a:latin typeface="Segoe UI"/>
              <a:ea typeface="+mn-ea"/>
              <a:cs typeface="+mn-cs"/>
            </a:endParaRPr>
          </a:p>
        </p:txBody>
      </p:sp>
      <p:sp>
        <p:nvSpPr>
          <p:cNvPr id="1134" name="Rectangle: Rounded Corners 1133">
            <a:extLst>
              <a:ext uri="{FF2B5EF4-FFF2-40B4-BE49-F238E27FC236}">
                <a16:creationId xmlns:a16="http://schemas.microsoft.com/office/drawing/2014/main" id="{E8655933-ABB5-4D15-AE7F-B0D014A5A5FB}"/>
              </a:ext>
            </a:extLst>
          </p:cNvPr>
          <p:cNvSpPr/>
          <p:nvPr/>
        </p:nvSpPr>
        <p:spPr>
          <a:xfrm>
            <a:off x="6326749" y="3094548"/>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white"/>
              </a:solidFill>
              <a:effectLst/>
              <a:uLnTx/>
              <a:uFillTx/>
              <a:latin typeface="Segoe UI"/>
              <a:ea typeface="+mn-ea"/>
              <a:cs typeface="+mn-cs"/>
            </a:endParaRPr>
          </a:p>
        </p:txBody>
      </p:sp>
      <p:sp>
        <p:nvSpPr>
          <p:cNvPr id="1135" name="Rectangle: Rounded Corners 1134">
            <a:extLst>
              <a:ext uri="{FF2B5EF4-FFF2-40B4-BE49-F238E27FC236}">
                <a16:creationId xmlns:a16="http://schemas.microsoft.com/office/drawing/2014/main" id="{7ADD6B3E-784D-4B47-A705-C73AEB0275B4}"/>
              </a:ext>
            </a:extLst>
          </p:cNvPr>
          <p:cNvSpPr/>
          <p:nvPr/>
        </p:nvSpPr>
        <p:spPr>
          <a:xfrm>
            <a:off x="6326749" y="4850271"/>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8987"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a:ln>
                <a:noFill/>
              </a:ln>
              <a:solidFill>
                <a:prstClr val="white"/>
              </a:solidFill>
              <a:effectLst/>
              <a:uLnTx/>
              <a:uFillTx/>
              <a:latin typeface="Segoe UI"/>
              <a:ea typeface="+mn-ea"/>
              <a:cs typeface="+mn-cs"/>
            </a:endParaRPr>
          </a:p>
        </p:txBody>
      </p:sp>
      <p:grpSp>
        <p:nvGrpSpPr>
          <p:cNvPr id="21" name="Group 20">
            <a:extLst>
              <a:ext uri="{FF2B5EF4-FFF2-40B4-BE49-F238E27FC236}">
                <a16:creationId xmlns:a16="http://schemas.microsoft.com/office/drawing/2014/main" id="{21E75565-DE97-493A-B6B7-3FEC1D7EC345}"/>
              </a:ext>
            </a:extLst>
          </p:cNvPr>
          <p:cNvGrpSpPr/>
          <p:nvPr/>
        </p:nvGrpSpPr>
        <p:grpSpPr>
          <a:xfrm>
            <a:off x="1245710" y="1591839"/>
            <a:ext cx="3951680" cy="922336"/>
            <a:chOff x="1395616" y="871285"/>
            <a:chExt cx="3825734" cy="1064137"/>
          </a:xfrm>
        </p:grpSpPr>
        <p:sp>
          <p:nvSpPr>
            <p:cNvPr id="1136" name="TextBox 1135">
              <a:extLst>
                <a:ext uri="{FF2B5EF4-FFF2-40B4-BE49-F238E27FC236}">
                  <a16:creationId xmlns:a16="http://schemas.microsoft.com/office/drawing/2014/main" id="{19597974-6BD9-4F46-93D5-8E798AE68BD9}"/>
                </a:ext>
              </a:extLst>
            </p:cNvPr>
            <p:cNvSpPr txBox="1"/>
            <p:nvPr/>
          </p:nvSpPr>
          <p:spPr>
            <a:xfrm>
              <a:off x="2984420" y="923980"/>
              <a:ext cx="2236930" cy="958755"/>
            </a:xfrm>
            <a:prstGeom prst="rect">
              <a:avLst/>
            </a:prstGeom>
            <a:noFill/>
          </p:spPr>
          <p:txBody>
            <a:bodyPr wrap="square" lIns="0" tIns="0" rIns="0" bIns="0" rtlCol="0" anchor="ctr">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rPr>
                <a:t>Understanding Aspects and associations</a:t>
              </a:r>
            </a:p>
          </p:txBody>
        </p:sp>
        <p:sp>
          <p:nvSpPr>
            <p:cNvPr id="1137" name="TextBox 1136">
              <a:extLst>
                <a:ext uri="{FF2B5EF4-FFF2-40B4-BE49-F238E27FC236}">
                  <a16:creationId xmlns:a16="http://schemas.microsoft.com/office/drawing/2014/main" id="{F9DA7F84-AF3C-4C6B-8FBC-ADC07F02F13B}"/>
                </a:ext>
              </a:extLst>
            </p:cNvPr>
            <p:cNvSpPr txBox="1"/>
            <p:nvPr/>
          </p:nvSpPr>
          <p:spPr>
            <a:xfrm>
              <a:off x="1395616" y="871285"/>
              <a:ext cx="1395288" cy="1064137"/>
            </a:xfrm>
            <a:prstGeom prst="rect">
              <a:avLst/>
            </a:prstGeom>
            <a:noFill/>
          </p:spPr>
          <p:txBody>
            <a:bodyPr wrap="square" lIns="0" tIns="0" rIns="0" bIns="0" rtlCol="0" anchor="ctr">
              <a:spAutoFit/>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6000" b="1" i="0" u="none" strike="noStrike" kern="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rPr>
                <a:t>01</a:t>
              </a:r>
              <a:endParaRPr kumimoji="0" lang="en-US" sz="6000" b="1"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endParaRPr>
            </a:p>
          </p:txBody>
        </p:sp>
      </p:grpSp>
      <p:grpSp>
        <p:nvGrpSpPr>
          <p:cNvPr id="1138" name="Group 1137">
            <a:extLst>
              <a:ext uri="{FF2B5EF4-FFF2-40B4-BE49-F238E27FC236}">
                <a16:creationId xmlns:a16="http://schemas.microsoft.com/office/drawing/2014/main" id="{1689CC76-F5C8-4D9A-940D-D0E9511DAD27}"/>
              </a:ext>
            </a:extLst>
          </p:cNvPr>
          <p:cNvGrpSpPr/>
          <p:nvPr/>
        </p:nvGrpSpPr>
        <p:grpSpPr>
          <a:xfrm>
            <a:off x="1245710" y="3347558"/>
            <a:ext cx="3951680" cy="922336"/>
            <a:chOff x="1395616" y="871285"/>
            <a:chExt cx="3825734" cy="1064137"/>
          </a:xfrm>
        </p:grpSpPr>
        <p:sp>
          <p:nvSpPr>
            <p:cNvPr id="1139" name="TextBox 1138">
              <a:extLst>
                <a:ext uri="{FF2B5EF4-FFF2-40B4-BE49-F238E27FC236}">
                  <a16:creationId xmlns:a16="http://schemas.microsoft.com/office/drawing/2014/main" id="{0EC594F9-42AA-48F0-91E3-A523A590A6A2}"/>
                </a:ext>
              </a:extLst>
            </p:cNvPr>
            <p:cNvSpPr txBox="1"/>
            <p:nvPr/>
          </p:nvSpPr>
          <p:spPr>
            <a:xfrm>
              <a:off x="2984420" y="1083772"/>
              <a:ext cx="2236930" cy="639170"/>
            </a:xfrm>
            <a:prstGeom prst="rect">
              <a:avLst/>
            </a:prstGeom>
            <a:noFill/>
          </p:spPr>
          <p:txBody>
            <a:bodyPr wrap="square" lIns="0" tIns="0" rIns="0" bIns="0" rtlCol="0" anchor="ctr">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rPr>
                <a:t>Working with Service Layer</a:t>
              </a:r>
            </a:p>
          </p:txBody>
        </p:sp>
        <p:sp>
          <p:nvSpPr>
            <p:cNvPr id="1140" name="TextBox 1139">
              <a:extLst>
                <a:ext uri="{FF2B5EF4-FFF2-40B4-BE49-F238E27FC236}">
                  <a16:creationId xmlns:a16="http://schemas.microsoft.com/office/drawing/2014/main" id="{958156DC-3EA6-4EBE-BADE-2321E29D81DE}"/>
                </a:ext>
              </a:extLst>
            </p:cNvPr>
            <p:cNvSpPr txBox="1"/>
            <p:nvPr/>
          </p:nvSpPr>
          <p:spPr>
            <a:xfrm>
              <a:off x="1395616" y="871285"/>
              <a:ext cx="1395288" cy="1064137"/>
            </a:xfrm>
            <a:prstGeom prst="rect">
              <a:avLst/>
            </a:prstGeom>
            <a:noFill/>
          </p:spPr>
          <p:txBody>
            <a:bodyPr wrap="square" lIns="0" tIns="0" rIns="0" bIns="0" rtlCol="0" anchor="ctr">
              <a:spAutoFit/>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6000" b="1" i="0" u="none" strike="noStrike" kern="0" cap="none" spc="0" normalizeH="0" baseline="0" noProof="0">
                  <a:ln>
                    <a:noFill/>
                  </a:ln>
                  <a:solidFill>
                    <a:prstClr val="white"/>
                  </a:solidFill>
                  <a:effectLst/>
                  <a:uLnTx/>
                  <a:uFillTx/>
                  <a:latin typeface="Segoe UI" panose="020B0502040204020203" pitchFamily="34" charset="0"/>
                  <a:ea typeface="Calibri Light" charset="0"/>
                  <a:cs typeface="Segoe UI" panose="020B0502040204020203" pitchFamily="34" charset="0"/>
                </a:rPr>
                <a:t>02</a:t>
              </a:r>
              <a:endParaRPr kumimoji="0" lang="en-US" sz="6000" b="1"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endParaRPr>
            </a:p>
          </p:txBody>
        </p:sp>
      </p:grpSp>
      <p:grpSp>
        <p:nvGrpSpPr>
          <p:cNvPr id="1141" name="Group 1140">
            <a:extLst>
              <a:ext uri="{FF2B5EF4-FFF2-40B4-BE49-F238E27FC236}">
                <a16:creationId xmlns:a16="http://schemas.microsoft.com/office/drawing/2014/main" id="{010C7D28-B781-409B-AFDB-2EB8DCBAB471}"/>
              </a:ext>
            </a:extLst>
          </p:cNvPr>
          <p:cNvGrpSpPr/>
          <p:nvPr/>
        </p:nvGrpSpPr>
        <p:grpSpPr>
          <a:xfrm>
            <a:off x="6991434" y="1591839"/>
            <a:ext cx="4359562" cy="922336"/>
            <a:chOff x="1395616" y="871285"/>
            <a:chExt cx="3825734" cy="1064137"/>
          </a:xfrm>
        </p:grpSpPr>
        <p:sp>
          <p:nvSpPr>
            <p:cNvPr id="1142" name="TextBox 1141">
              <a:extLst>
                <a:ext uri="{FF2B5EF4-FFF2-40B4-BE49-F238E27FC236}">
                  <a16:creationId xmlns:a16="http://schemas.microsoft.com/office/drawing/2014/main" id="{3F09AA1F-FEA7-4D17-88ED-2CD603C4E9A6}"/>
                </a:ext>
              </a:extLst>
            </p:cNvPr>
            <p:cNvSpPr txBox="1"/>
            <p:nvPr/>
          </p:nvSpPr>
          <p:spPr>
            <a:xfrm>
              <a:off x="2984420" y="1243564"/>
              <a:ext cx="2236930" cy="319585"/>
            </a:xfrm>
            <a:prstGeom prst="rect">
              <a:avLst/>
            </a:prstGeom>
            <a:noFill/>
          </p:spPr>
          <p:txBody>
            <a:bodyPr wrap="square" lIns="0" tIns="0" rIns="0" bIns="0" rtlCol="0" anchor="ctr">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rPr>
                <a:t>Generic Service handlers</a:t>
              </a:r>
            </a:p>
          </p:txBody>
        </p:sp>
        <p:sp>
          <p:nvSpPr>
            <p:cNvPr id="1143" name="TextBox 1142">
              <a:extLst>
                <a:ext uri="{FF2B5EF4-FFF2-40B4-BE49-F238E27FC236}">
                  <a16:creationId xmlns:a16="http://schemas.microsoft.com/office/drawing/2014/main" id="{C88A509D-C2AF-4500-8C21-D7071BE4DE69}"/>
                </a:ext>
              </a:extLst>
            </p:cNvPr>
            <p:cNvSpPr txBox="1"/>
            <p:nvPr/>
          </p:nvSpPr>
          <p:spPr>
            <a:xfrm>
              <a:off x="1395616" y="871285"/>
              <a:ext cx="1395288" cy="1064137"/>
            </a:xfrm>
            <a:prstGeom prst="rect">
              <a:avLst/>
            </a:prstGeom>
            <a:noFill/>
          </p:spPr>
          <p:txBody>
            <a:bodyPr wrap="square" lIns="0" tIns="0" rIns="0" bIns="0" rtlCol="0" anchor="ctr">
              <a:spAutoFit/>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6000" b="1" i="0" u="none" strike="noStrike" kern="0" cap="none" spc="0" normalizeH="0" baseline="0" noProof="0">
                  <a:ln>
                    <a:noFill/>
                  </a:ln>
                  <a:solidFill>
                    <a:prstClr val="white"/>
                  </a:solidFill>
                  <a:effectLst/>
                  <a:uLnTx/>
                  <a:uFillTx/>
                  <a:latin typeface="Segoe UI" panose="020B0502040204020203" pitchFamily="34" charset="0"/>
                  <a:ea typeface="Calibri Light" charset="0"/>
                  <a:cs typeface="Segoe UI" panose="020B0502040204020203" pitchFamily="34" charset="0"/>
                </a:rPr>
                <a:t>04</a:t>
              </a:r>
              <a:endParaRPr kumimoji="0" lang="en-US" sz="6000" b="1"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endParaRPr>
            </a:p>
          </p:txBody>
        </p:sp>
      </p:grpSp>
      <p:grpSp>
        <p:nvGrpSpPr>
          <p:cNvPr id="1144" name="Group 1143">
            <a:extLst>
              <a:ext uri="{FF2B5EF4-FFF2-40B4-BE49-F238E27FC236}">
                <a16:creationId xmlns:a16="http://schemas.microsoft.com/office/drawing/2014/main" id="{8A3A5AE5-D342-4BA3-9A55-5165158B260D}"/>
              </a:ext>
            </a:extLst>
          </p:cNvPr>
          <p:cNvGrpSpPr/>
          <p:nvPr/>
        </p:nvGrpSpPr>
        <p:grpSpPr>
          <a:xfrm>
            <a:off x="6991434" y="3347558"/>
            <a:ext cx="4431570" cy="922336"/>
            <a:chOff x="1395616" y="871285"/>
            <a:chExt cx="3825734" cy="1064137"/>
          </a:xfrm>
        </p:grpSpPr>
        <p:sp>
          <p:nvSpPr>
            <p:cNvPr id="1145" name="TextBox 1144">
              <a:extLst>
                <a:ext uri="{FF2B5EF4-FFF2-40B4-BE49-F238E27FC236}">
                  <a16:creationId xmlns:a16="http://schemas.microsoft.com/office/drawing/2014/main" id="{D50FB645-94BC-4B73-BC01-70A868E236E0}"/>
                </a:ext>
              </a:extLst>
            </p:cNvPr>
            <p:cNvSpPr txBox="1"/>
            <p:nvPr/>
          </p:nvSpPr>
          <p:spPr>
            <a:xfrm>
              <a:off x="2984420" y="1083770"/>
              <a:ext cx="2236930" cy="639170"/>
            </a:xfrm>
            <a:prstGeom prst="rect">
              <a:avLst/>
            </a:prstGeom>
            <a:noFill/>
          </p:spPr>
          <p:txBody>
            <a:bodyPr wrap="square" lIns="0" tIns="0" rIns="0" bIns="0" rtlCol="0" anchor="ctr">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Segoe UI" panose="020B0502040204020203" pitchFamily="34" charset="0"/>
                  <a:ea typeface="Calibri Light" panose="020F0302020204030204" pitchFamily="34" charset="0"/>
                  <a:cs typeface="Segoe UI" panose="020B0502040204020203" pitchFamily="34" charset="0"/>
                </a:rPr>
                <a:t>Introduction to Fiori Elements</a:t>
              </a:r>
              <a:endParaRPr kumimoji="0" lang="en-US" sz="1800" b="0"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endParaRPr>
            </a:p>
          </p:txBody>
        </p:sp>
        <p:sp>
          <p:nvSpPr>
            <p:cNvPr id="1146" name="TextBox 1145">
              <a:extLst>
                <a:ext uri="{FF2B5EF4-FFF2-40B4-BE49-F238E27FC236}">
                  <a16:creationId xmlns:a16="http://schemas.microsoft.com/office/drawing/2014/main" id="{D6E845BF-0649-4FED-BF91-2541D1DCB0D6}"/>
                </a:ext>
              </a:extLst>
            </p:cNvPr>
            <p:cNvSpPr txBox="1"/>
            <p:nvPr/>
          </p:nvSpPr>
          <p:spPr>
            <a:xfrm>
              <a:off x="1395616" y="871285"/>
              <a:ext cx="1395288" cy="1064137"/>
            </a:xfrm>
            <a:prstGeom prst="rect">
              <a:avLst/>
            </a:prstGeom>
            <a:noFill/>
          </p:spPr>
          <p:txBody>
            <a:bodyPr wrap="square" lIns="0" tIns="0" rIns="0" bIns="0" rtlCol="0" anchor="ctr">
              <a:spAutoFit/>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6000" b="1" i="0" u="none" strike="noStrike" kern="0" cap="none" spc="0" normalizeH="0" baseline="0" noProof="0">
                  <a:ln>
                    <a:noFill/>
                  </a:ln>
                  <a:solidFill>
                    <a:prstClr val="white"/>
                  </a:solidFill>
                  <a:effectLst/>
                  <a:uLnTx/>
                  <a:uFillTx/>
                  <a:latin typeface="Segoe UI" panose="020B0502040204020203" pitchFamily="34" charset="0"/>
                  <a:ea typeface="Calibri Light" charset="0"/>
                  <a:cs typeface="Segoe UI" panose="020B0502040204020203" pitchFamily="34" charset="0"/>
                </a:rPr>
                <a:t>05</a:t>
              </a:r>
              <a:endParaRPr kumimoji="0" lang="en-US" sz="6000" b="1"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endParaRPr>
            </a:p>
          </p:txBody>
        </p:sp>
      </p:grpSp>
      <p:grpSp>
        <p:nvGrpSpPr>
          <p:cNvPr id="1147" name="Group 1146">
            <a:extLst>
              <a:ext uri="{FF2B5EF4-FFF2-40B4-BE49-F238E27FC236}">
                <a16:creationId xmlns:a16="http://schemas.microsoft.com/office/drawing/2014/main" id="{17C38255-E89D-4911-9EAA-F048C7DFE484}"/>
              </a:ext>
            </a:extLst>
          </p:cNvPr>
          <p:cNvGrpSpPr/>
          <p:nvPr/>
        </p:nvGrpSpPr>
        <p:grpSpPr>
          <a:xfrm>
            <a:off x="1245710" y="5103281"/>
            <a:ext cx="3951680" cy="922336"/>
            <a:chOff x="1395616" y="871285"/>
            <a:chExt cx="3825734" cy="1064137"/>
          </a:xfrm>
        </p:grpSpPr>
        <p:sp>
          <p:nvSpPr>
            <p:cNvPr id="1148" name="TextBox 1147">
              <a:extLst>
                <a:ext uri="{FF2B5EF4-FFF2-40B4-BE49-F238E27FC236}">
                  <a16:creationId xmlns:a16="http://schemas.microsoft.com/office/drawing/2014/main" id="{E50F2C64-4496-4A40-ACCB-C5159AEC70D5}"/>
                </a:ext>
              </a:extLst>
            </p:cNvPr>
            <p:cNvSpPr txBox="1"/>
            <p:nvPr/>
          </p:nvSpPr>
          <p:spPr>
            <a:xfrm>
              <a:off x="2984420" y="1083771"/>
              <a:ext cx="2236930" cy="639170"/>
            </a:xfrm>
            <a:prstGeom prst="rect">
              <a:avLst/>
            </a:prstGeom>
            <a:noFill/>
          </p:spPr>
          <p:txBody>
            <a:bodyPr wrap="square" lIns="0" tIns="0" rIns="0" bIns="0" rtlCol="0" anchor="ctr">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Segoe UI" panose="020B0502040204020203" pitchFamily="34" charset="0"/>
                  <a:ea typeface="Calibri Light" panose="020F0302020204030204" pitchFamily="34" charset="0"/>
                  <a:cs typeface="Segoe UI" panose="020B0502040204020203" pitchFamily="34" charset="0"/>
                </a:rPr>
                <a:t>Business Application Studio</a:t>
              </a:r>
              <a:endParaRPr kumimoji="0" lang="en-US" sz="1800" b="0"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endParaRPr>
            </a:p>
          </p:txBody>
        </p:sp>
        <p:sp>
          <p:nvSpPr>
            <p:cNvPr id="1149" name="TextBox 1148">
              <a:extLst>
                <a:ext uri="{FF2B5EF4-FFF2-40B4-BE49-F238E27FC236}">
                  <a16:creationId xmlns:a16="http://schemas.microsoft.com/office/drawing/2014/main" id="{0B9CA9D5-F695-4802-BE21-8B05D2B75909}"/>
                </a:ext>
              </a:extLst>
            </p:cNvPr>
            <p:cNvSpPr txBox="1"/>
            <p:nvPr/>
          </p:nvSpPr>
          <p:spPr>
            <a:xfrm>
              <a:off x="1395616" y="871285"/>
              <a:ext cx="1395288" cy="1064137"/>
            </a:xfrm>
            <a:prstGeom prst="rect">
              <a:avLst/>
            </a:prstGeom>
            <a:noFill/>
          </p:spPr>
          <p:txBody>
            <a:bodyPr wrap="square" lIns="0" tIns="0" rIns="0" bIns="0" rtlCol="0" anchor="ctr">
              <a:spAutoFit/>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6000" b="1" i="0" u="none" strike="noStrike" kern="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rPr>
                <a:t>04</a:t>
              </a:r>
              <a:endParaRPr kumimoji="0" lang="en-US" sz="6000" b="1"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endParaRPr>
            </a:p>
          </p:txBody>
        </p:sp>
      </p:grpSp>
      <p:grpSp>
        <p:nvGrpSpPr>
          <p:cNvPr id="1150" name="Group 1149">
            <a:extLst>
              <a:ext uri="{FF2B5EF4-FFF2-40B4-BE49-F238E27FC236}">
                <a16:creationId xmlns:a16="http://schemas.microsoft.com/office/drawing/2014/main" id="{64D36160-176A-49B7-AEAE-FF1ECF022B7A}"/>
              </a:ext>
            </a:extLst>
          </p:cNvPr>
          <p:cNvGrpSpPr/>
          <p:nvPr/>
        </p:nvGrpSpPr>
        <p:grpSpPr>
          <a:xfrm>
            <a:off x="6991434" y="5103281"/>
            <a:ext cx="4431570" cy="922336"/>
            <a:chOff x="1395616" y="871285"/>
            <a:chExt cx="4290329" cy="1064137"/>
          </a:xfrm>
        </p:grpSpPr>
        <p:sp>
          <p:nvSpPr>
            <p:cNvPr id="1151" name="TextBox 1150">
              <a:extLst>
                <a:ext uri="{FF2B5EF4-FFF2-40B4-BE49-F238E27FC236}">
                  <a16:creationId xmlns:a16="http://schemas.microsoft.com/office/drawing/2014/main" id="{571E5D2F-CB43-41BD-B4D3-A2160034C400}"/>
                </a:ext>
              </a:extLst>
            </p:cNvPr>
            <p:cNvSpPr txBox="1"/>
            <p:nvPr/>
          </p:nvSpPr>
          <p:spPr>
            <a:xfrm>
              <a:off x="2984420" y="1243560"/>
              <a:ext cx="2701525" cy="319585"/>
            </a:xfrm>
            <a:prstGeom prst="rect">
              <a:avLst/>
            </a:prstGeom>
            <a:noFill/>
          </p:spPr>
          <p:txBody>
            <a:bodyPr wrap="square" lIns="0" tIns="0" rIns="0" bIns="0" rtlCol="0" anchor="ctr">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rPr>
                <a:t>Adding UI module</a:t>
              </a:r>
              <a:endParaRPr kumimoji="0" lang="en-US" sz="1800" b="0"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endParaRPr>
            </a:p>
          </p:txBody>
        </p:sp>
        <p:sp>
          <p:nvSpPr>
            <p:cNvPr id="1152" name="TextBox 1151">
              <a:extLst>
                <a:ext uri="{FF2B5EF4-FFF2-40B4-BE49-F238E27FC236}">
                  <a16:creationId xmlns:a16="http://schemas.microsoft.com/office/drawing/2014/main" id="{F2024D8F-80E0-4CDB-8B10-C1B5BD93DE8B}"/>
                </a:ext>
              </a:extLst>
            </p:cNvPr>
            <p:cNvSpPr txBox="1"/>
            <p:nvPr/>
          </p:nvSpPr>
          <p:spPr>
            <a:xfrm>
              <a:off x="1395616" y="871285"/>
              <a:ext cx="1395288" cy="1064137"/>
            </a:xfrm>
            <a:prstGeom prst="rect">
              <a:avLst/>
            </a:prstGeom>
            <a:noFill/>
          </p:spPr>
          <p:txBody>
            <a:bodyPr wrap="square" lIns="0" tIns="0" rIns="0" bIns="0" rtlCol="0" anchor="ctr">
              <a:spAutoFit/>
            </a:bodyPr>
            <a:lstStyle/>
            <a:p>
              <a:pPr marL="0" marR="0" lvl="0" indent="0" algn="ctr" defTabSz="1218987" rtl="0" eaLnBrk="1" fontAlgn="auto" latinLnBrk="0" hangingPunct="1">
                <a:lnSpc>
                  <a:spcPct val="100000"/>
                </a:lnSpc>
                <a:spcBef>
                  <a:spcPts val="0"/>
                </a:spcBef>
                <a:spcAft>
                  <a:spcPts val="0"/>
                </a:spcAft>
                <a:buClrTx/>
                <a:buSzTx/>
                <a:buFontTx/>
                <a:buNone/>
                <a:tabLst/>
                <a:defRPr/>
              </a:pPr>
              <a:r>
                <a:rPr kumimoji="0" lang="en-US" sz="6000" b="1" i="0" u="none" strike="noStrike" kern="0" cap="none" spc="0" normalizeH="0" baseline="0" noProof="0">
                  <a:ln>
                    <a:noFill/>
                  </a:ln>
                  <a:solidFill>
                    <a:prstClr val="white"/>
                  </a:solidFill>
                  <a:effectLst/>
                  <a:uLnTx/>
                  <a:uFillTx/>
                  <a:latin typeface="Segoe UI" panose="020B0502040204020203" pitchFamily="34" charset="0"/>
                  <a:ea typeface="Calibri Light" charset="0"/>
                  <a:cs typeface="Segoe UI" panose="020B0502040204020203" pitchFamily="34" charset="0"/>
                </a:rPr>
                <a:t>06</a:t>
              </a:r>
              <a:endParaRPr kumimoji="0" lang="en-US" sz="6000" b="1" i="0" u="none" strike="noStrike" kern="1200" cap="none" spc="0" normalizeH="0" baseline="0" noProof="0" dirty="0">
                <a:ln>
                  <a:noFill/>
                </a:ln>
                <a:solidFill>
                  <a:prstClr val="white"/>
                </a:solidFill>
                <a:effectLst/>
                <a:uLnTx/>
                <a:uFillTx/>
                <a:latin typeface="Segoe UI" panose="020B0502040204020203" pitchFamily="34" charset="0"/>
                <a:ea typeface="Calibri Light" charset="0"/>
                <a:cs typeface="Segoe UI" panose="020B0502040204020203" pitchFamily="34" charset="0"/>
              </a:endParaRPr>
            </a:p>
          </p:txBody>
        </p:sp>
      </p:grpSp>
      <p:sp>
        <p:nvSpPr>
          <p:cNvPr id="23" name="Title 22">
            <a:extLst>
              <a:ext uri="{FF2B5EF4-FFF2-40B4-BE49-F238E27FC236}">
                <a16:creationId xmlns:a16="http://schemas.microsoft.com/office/drawing/2014/main" id="{C261B0E4-159A-4067-AFE4-41EEF3B38F9B}"/>
              </a:ext>
            </a:extLst>
          </p:cNvPr>
          <p:cNvSpPr>
            <a:spLocks noGrp="1"/>
          </p:cNvSpPr>
          <p:nvPr>
            <p:ph type="title"/>
          </p:nvPr>
        </p:nvSpPr>
        <p:spPr/>
        <p:txBody>
          <a:bodyPr/>
          <a:lstStyle/>
          <a:p>
            <a:pPr algn="l"/>
            <a:r>
              <a:rPr lang="en-US" dirty="0">
                <a:solidFill>
                  <a:schemeClr val="bg1"/>
                </a:solidFill>
                <a:latin typeface="Cooper Black" panose="0208090404030B020404" pitchFamily="18" charset="0"/>
              </a:rPr>
              <a:t>Agenda – Day 3</a:t>
            </a:r>
            <a:endParaRPr lang="en-IN" dirty="0">
              <a:solidFill>
                <a:schemeClr val="bg1"/>
              </a:solidFill>
              <a:latin typeface="Cooper Black" panose="0208090404030B020404" pitchFamily="18" charset="0"/>
            </a:endParaRPr>
          </a:p>
        </p:txBody>
      </p:sp>
    </p:spTree>
    <p:extLst>
      <p:ext uri="{BB962C8B-B14F-4D97-AF65-F5344CB8AC3E}">
        <p14:creationId xmlns:p14="http://schemas.microsoft.com/office/powerpoint/2010/main" val="3301448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Custom 618">
      <a:dk1>
        <a:sysClr val="windowText" lastClr="000000"/>
      </a:dk1>
      <a:lt1>
        <a:sysClr val="window" lastClr="FFFFFF"/>
      </a:lt1>
      <a:dk2>
        <a:srgbClr val="1F497D"/>
      </a:dk2>
      <a:lt2>
        <a:srgbClr val="EEECE1"/>
      </a:lt2>
      <a:accent1>
        <a:srgbClr val="151C2B"/>
      </a:accent1>
      <a:accent2>
        <a:srgbClr val="CAC4F7"/>
      </a:accent2>
      <a:accent3>
        <a:srgbClr val="1C21E4"/>
      </a:accent3>
      <a:accent4>
        <a:srgbClr val="5FB7A2"/>
      </a:accent4>
      <a:accent5>
        <a:srgbClr val="3081AC"/>
      </a:accent5>
      <a:accent6>
        <a:srgbClr val="A5A5A5"/>
      </a:accent6>
      <a:hlink>
        <a:srgbClr val="0000FF"/>
      </a:hlink>
      <a:folHlink>
        <a:srgbClr val="800080"/>
      </a:folHlink>
    </a:clrScheme>
    <a:fontScheme name="Custom 2">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8339</TotalTime>
  <Words>1516</Words>
  <Application>Microsoft Office PowerPoint</Application>
  <PresentationFormat>Custom</PresentationFormat>
  <Paragraphs>181</Paragraphs>
  <Slides>23</Slides>
  <Notes>1</Notes>
  <HiddenSlides>1</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23</vt:i4>
      </vt:variant>
    </vt:vector>
  </HeadingPairs>
  <TitlesOfParts>
    <vt:vector size="33" baseType="lpstr">
      <vt:lpstr>72-Bold</vt:lpstr>
      <vt:lpstr>72-Regular</vt:lpstr>
      <vt:lpstr>Amasis MT Pro Black</vt:lpstr>
      <vt:lpstr>Arial</vt:lpstr>
      <vt:lpstr>Arial Black</vt:lpstr>
      <vt:lpstr>Calibri</vt:lpstr>
      <vt:lpstr>Cooper Black</vt:lpstr>
      <vt:lpstr>Segoe UI</vt:lpstr>
      <vt:lpstr>Segoe UI Light</vt:lpstr>
      <vt:lpstr>Office Theme</vt:lpstr>
      <vt:lpstr>SAP BTP Architect Training</vt:lpstr>
      <vt:lpstr>PowerPoint Presentation</vt:lpstr>
      <vt:lpstr>Agenda – Day 3</vt:lpstr>
      <vt:lpstr>Challenges of building Apps on BTP</vt:lpstr>
      <vt:lpstr>Business Application Studio</vt:lpstr>
      <vt:lpstr>Dev Space in BAS</vt:lpstr>
      <vt:lpstr>Hands on: Move App to BAS</vt:lpstr>
      <vt:lpstr>CAPM Introduction</vt:lpstr>
      <vt:lpstr>CDS – Core Data and Services </vt:lpstr>
      <vt:lpstr>Solution – use CAP framework</vt:lpstr>
      <vt:lpstr>PowerPoint Presentation</vt:lpstr>
      <vt:lpstr>Hands on: Modules for using CAP</vt:lpstr>
      <vt:lpstr>DB Design</vt:lpstr>
      <vt:lpstr>Hands on: Create DB Module</vt:lpstr>
      <vt:lpstr>Reuse Types and aspects</vt:lpstr>
      <vt:lpstr>EPM Data Model</vt:lpstr>
      <vt:lpstr>Hands on: Service creation</vt:lpstr>
      <vt:lpstr>Introduction to CDS Views</vt:lpstr>
      <vt:lpstr>Views – (CDS Views)</vt:lpstr>
      <vt:lpstr>PowerPoint Presentation</vt:lpstr>
      <vt:lpstr>PowerPoint Presentation</vt:lpstr>
      <vt:lpstr>PowerPoint Presentation</vt:lpstr>
      <vt:lpstr>Agenda – Day 3</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Julian</dc:creator>
  <cp:lastModifiedBy>Anubhav Oberoy</cp:lastModifiedBy>
  <cp:revision>234</cp:revision>
  <dcterms:created xsi:type="dcterms:W3CDTF">2013-09-12T13:05:01Z</dcterms:created>
  <dcterms:modified xsi:type="dcterms:W3CDTF">2025-02-24T02:29:17Z</dcterms:modified>
</cp:coreProperties>
</file>